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76" r:id="rId14"/>
    <p:sldId id="277" r:id="rId15"/>
  </p:sldIdLst>
  <p:sldSz cx="9144000" cy="5143500" type="screen16x9"/>
  <p:notesSz cx="6858000" cy="9144000"/>
  <p:embeddedFontLst>
    <p:embeddedFont>
      <p:font typeface="Cabin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</p:embeddedFont>
    <p:embeddedFont>
      <p:font typeface="Open Sans" panose="020B0606030504020204" pitchFamily="34" charset="0"/>
      <p:regular r:id="rId22"/>
      <p:bold r:id="rId23"/>
    </p:embeddedFont>
    <p:embeddedFont>
      <p:font typeface="Open Sans Light" panose="020B0306030504020204" pitchFamily="34" charset="0"/>
      <p:regular r:id="rId24"/>
    </p:embeddedFont>
    <p:embeddedFont>
      <p:font typeface="Raleway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D14EBB-B6EF-4D3B-BB1B-2974077AF4C2}">
  <a:tblStyle styleId="{D5D14EBB-B6EF-4D3B-BB1B-2974077AF4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49EFCCC-B4BC-400A-9EFC-DE06AF206B2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5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001939100210312"/>
          <c:y val="6.5845452875252619E-2"/>
          <c:w val="0.45261064487084396"/>
          <c:h val="0.6540187396656256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377-426F-A34B-C65233DB0424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377-426F-A34B-C65233DB042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377-426F-A34B-C65233DB0424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377-426F-A34B-C65233DB04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Rainwater Harvesting</c:v>
                </c:pt>
                <c:pt idx="1">
                  <c:v>Reuse Water</c:v>
                </c:pt>
                <c:pt idx="2">
                  <c:v>Smart Water Use</c:v>
                </c:pt>
                <c:pt idx="3">
                  <c:v>Awareness Campaigns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C4-4263-BADC-8B8B0368A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904816056042685"/>
          <c:y val="0.82463964725335293"/>
          <c:w val="0.64173882688099027"/>
          <c:h val="0.130043578908690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833883-2F78-49AD-BDA6-89C16B608B9E}" type="doc">
      <dgm:prSet loTypeId="urn:microsoft.com/office/officeart/2005/8/layout/cycle2" loCatId="cycle" qsTypeId="urn:microsoft.com/office/officeart/2005/8/quickstyle/3d6#1" qsCatId="3D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AB5743ED-094F-4BDA-B740-4DAB5081507B}">
      <dgm:prSet phldrT="[Text]" phldr="0" custT="1"/>
      <dgm:spPr/>
      <dgm:t>
        <a:bodyPr/>
        <a:lstStyle/>
        <a:p>
          <a:r>
            <a:rPr lang="en-US" sz="14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Identify Water Wastage</a:t>
          </a:r>
          <a:endParaRPr lang="en-IN" sz="14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1A317B5F-98C9-4676-929F-533943B4B139}" type="parTrans" cxnId="{6E22D201-D50D-47ED-A15C-3E8CBD5F2ADC}">
      <dgm:prSet/>
      <dgm:spPr/>
      <dgm:t>
        <a:bodyPr/>
        <a:lstStyle/>
        <a:p>
          <a:endParaRPr lang="en-IN"/>
        </a:p>
      </dgm:t>
    </dgm:pt>
    <dgm:pt modelId="{8F968A3D-ABEC-4BE6-876C-C685DA1F5B71}" type="sibTrans" cxnId="{6E22D201-D50D-47ED-A15C-3E8CBD5F2ADC}">
      <dgm:prSet/>
      <dgm:spPr/>
      <dgm:t>
        <a:bodyPr/>
        <a:lstStyle/>
        <a:p>
          <a:endParaRPr lang="en-IN"/>
        </a:p>
      </dgm:t>
    </dgm:pt>
    <dgm:pt modelId="{1D03F957-67B6-4D1B-89E4-23AF63F1CAA0}">
      <dgm:prSet phldrT="[Text]" phldr="0" custT="1"/>
      <dgm:spPr/>
      <dgm:t>
        <a:bodyPr/>
        <a:lstStyle/>
        <a:p>
          <a:r>
            <a:rPr lang="en-US" sz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Save &amp; Reuse Water</a:t>
          </a:r>
          <a:endParaRPr lang="en-IN" sz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FFBF5DF8-37CA-4D13-A798-1850172CE016}" type="parTrans" cxnId="{92BBE7BA-74BB-44C2-98F7-CB8CDD7E8326}">
      <dgm:prSet/>
      <dgm:spPr/>
      <dgm:t>
        <a:bodyPr/>
        <a:lstStyle/>
        <a:p>
          <a:endParaRPr lang="en-IN"/>
        </a:p>
      </dgm:t>
    </dgm:pt>
    <dgm:pt modelId="{82FE44A7-BB2B-4D30-8ACB-CD9491909E8A}" type="sibTrans" cxnId="{92BBE7BA-74BB-44C2-98F7-CB8CDD7E8326}">
      <dgm:prSet/>
      <dgm:spPr/>
      <dgm:t>
        <a:bodyPr/>
        <a:lstStyle/>
        <a:p>
          <a:endParaRPr lang="en-IN"/>
        </a:p>
      </dgm:t>
    </dgm:pt>
    <dgm:pt modelId="{15323D46-31DF-45A8-8543-E6E10AA1C306}">
      <dgm:prSet phldrT="[Text]" phldr="0" custT="1"/>
      <dgm:spPr/>
      <dgm:t>
        <a:bodyPr/>
        <a:lstStyle/>
        <a:p>
          <a:r>
            <a:rPr lang="en-US" sz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Use Water-Saving Methods</a:t>
          </a:r>
          <a:endParaRPr lang="en-IN" sz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8A32B9DA-6E1B-484F-8292-55FCF7CE4BE4}" type="parTrans" cxnId="{B8734EE8-6A98-43F6-A9AB-3425B3DA8932}">
      <dgm:prSet/>
      <dgm:spPr/>
      <dgm:t>
        <a:bodyPr/>
        <a:lstStyle/>
        <a:p>
          <a:endParaRPr lang="en-IN"/>
        </a:p>
      </dgm:t>
    </dgm:pt>
    <dgm:pt modelId="{9E4ED34D-33AD-410E-B703-C5A4D97EF3C0}" type="sibTrans" cxnId="{B8734EE8-6A98-43F6-A9AB-3425B3DA8932}">
      <dgm:prSet/>
      <dgm:spPr/>
      <dgm:t>
        <a:bodyPr/>
        <a:lstStyle/>
        <a:p>
          <a:endParaRPr lang="en-IN"/>
        </a:p>
      </dgm:t>
    </dgm:pt>
    <dgm:pt modelId="{C983BA67-BCE7-460D-8908-783FCDA46A52}">
      <dgm:prSet phldrT="[Text]" phldr="0" custT="1"/>
      <dgm:spPr/>
      <dgm:t>
        <a:bodyPr/>
        <a:lstStyle/>
        <a:p>
          <a:r>
            <a:rPr lang="en-US" sz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Spread Awareness</a:t>
          </a:r>
          <a:endParaRPr lang="en-IN" sz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852C69C-6F9A-409F-A6DD-8100E5396A13}" type="parTrans" cxnId="{EF006318-0C85-4156-9315-8430C9129BE6}">
      <dgm:prSet/>
      <dgm:spPr/>
      <dgm:t>
        <a:bodyPr/>
        <a:lstStyle/>
        <a:p>
          <a:endParaRPr lang="en-IN"/>
        </a:p>
      </dgm:t>
    </dgm:pt>
    <dgm:pt modelId="{EF29A05F-5751-490F-845D-35BC8E2D02D1}" type="sibTrans" cxnId="{EF006318-0C85-4156-9315-8430C9129BE6}">
      <dgm:prSet/>
      <dgm:spPr/>
      <dgm:t>
        <a:bodyPr/>
        <a:lstStyle/>
        <a:p>
          <a:endParaRPr lang="en-IN"/>
        </a:p>
      </dgm:t>
    </dgm:pt>
    <dgm:pt modelId="{B1BF33A3-D397-4623-A94D-C2F1B7AC0A93}">
      <dgm:prSet phldrT="[Text]" phldr="0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Create a Sustainable Future</a:t>
          </a:r>
          <a:endParaRPr lang="en-IN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67C2AC81-AA82-435C-8852-069CC44AE204}" type="parTrans" cxnId="{138E950E-C6F4-45CC-917F-9D5241A54FCB}">
      <dgm:prSet/>
      <dgm:spPr/>
      <dgm:t>
        <a:bodyPr/>
        <a:lstStyle/>
        <a:p>
          <a:endParaRPr lang="en-IN"/>
        </a:p>
      </dgm:t>
    </dgm:pt>
    <dgm:pt modelId="{646FBADD-897B-4FFD-8F05-67CF6073295B}" type="sibTrans" cxnId="{138E950E-C6F4-45CC-917F-9D5241A54FCB}">
      <dgm:prSet/>
      <dgm:spPr/>
      <dgm:t>
        <a:bodyPr/>
        <a:lstStyle/>
        <a:p>
          <a:endParaRPr lang="en-IN"/>
        </a:p>
      </dgm:t>
    </dgm:pt>
    <dgm:pt modelId="{9CB08BA2-5FDE-44F4-BA1D-6750F289808A}" type="pres">
      <dgm:prSet presAssocID="{0D833883-2F78-49AD-BDA6-89C16B608B9E}" presName="cycle" presStyleCnt="0">
        <dgm:presLayoutVars>
          <dgm:dir/>
          <dgm:resizeHandles val="exact"/>
        </dgm:presLayoutVars>
      </dgm:prSet>
      <dgm:spPr/>
    </dgm:pt>
    <dgm:pt modelId="{76295AA4-345A-4E11-BF7F-301D80521B7B}" type="pres">
      <dgm:prSet presAssocID="{AB5743ED-094F-4BDA-B740-4DAB5081507B}" presName="node" presStyleLbl="node1" presStyleIdx="0" presStyleCnt="5" custScaleX="112546" custScaleY="112546" custRadScaleRad="103374" custRadScaleInc="2326">
        <dgm:presLayoutVars>
          <dgm:bulletEnabled val="1"/>
        </dgm:presLayoutVars>
      </dgm:prSet>
      <dgm:spPr/>
    </dgm:pt>
    <dgm:pt modelId="{2AB350A6-8A19-4520-8876-456803571D01}" type="pres">
      <dgm:prSet presAssocID="{8F968A3D-ABEC-4BE6-876C-C685DA1F5B71}" presName="sibTrans" presStyleLbl="sibTrans2D1" presStyleIdx="0" presStyleCnt="5"/>
      <dgm:spPr/>
    </dgm:pt>
    <dgm:pt modelId="{158D850B-AEE7-4968-A617-8CF9E58D41AB}" type="pres">
      <dgm:prSet presAssocID="{8F968A3D-ABEC-4BE6-876C-C685DA1F5B71}" presName="connectorText" presStyleLbl="sibTrans2D1" presStyleIdx="0" presStyleCnt="5"/>
      <dgm:spPr/>
    </dgm:pt>
    <dgm:pt modelId="{D9705A15-082F-4D41-BDF0-23545FFB5A85}" type="pres">
      <dgm:prSet presAssocID="{1D03F957-67B6-4D1B-89E4-23AF63F1CAA0}" presName="node" presStyleLbl="node1" presStyleIdx="1" presStyleCnt="5" custScaleX="112315" custScaleY="112315">
        <dgm:presLayoutVars>
          <dgm:bulletEnabled val="1"/>
        </dgm:presLayoutVars>
      </dgm:prSet>
      <dgm:spPr/>
    </dgm:pt>
    <dgm:pt modelId="{24BE2FD7-E711-4707-94BE-56D24A1D9C20}" type="pres">
      <dgm:prSet presAssocID="{82FE44A7-BB2B-4D30-8ACB-CD9491909E8A}" presName="sibTrans" presStyleLbl="sibTrans2D1" presStyleIdx="1" presStyleCnt="5"/>
      <dgm:spPr/>
    </dgm:pt>
    <dgm:pt modelId="{DF9B7244-8E9B-4ECB-9658-4C4ADA733EE6}" type="pres">
      <dgm:prSet presAssocID="{82FE44A7-BB2B-4D30-8ACB-CD9491909E8A}" presName="connectorText" presStyleLbl="sibTrans2D1" presStyleIdx="1" presStyleCnt="5"/>
      <dgm:spPr/>
    </dgm:pt>
    <dgm:pt modelId="{209D5E72-22F4-416D-9956-AA9D1ED87759}" type="pres">
      <dgm:prSet presAssocID="{15323D46-31DF-45A8-8543-E6E10AA1C306}" presName="node" presStyleLbl="node1" presStyleIdx="2" presStyleCnt="5" custScaleX="116668" custScaleY="116668">
        <dgm:presLayoutVars>
          <dgm:bulletEnabled val="1"/>
        </dgm:presLayoutVars>
      </dgm:prSet>
      <dgm:spPr/>
    </dgm:pt>
    <dgm:pt modelId="{4C9DAEAC-9F6D-488D-941E-10F908408630}" type="pres">
      <dgm:prSet presAssocID="{9E4ED34D-33AD-410E-B703-C5A4D97EF3C0}" presName="sibTrans" presStyleLbl="sibTrans2D1" presStyleIdx="2" presStyleCnt="5"/>
      <dgm:spPr/>
    </dgm:pt>
    <dgm:pt modelId="{FC1EC4B3-E780-43A3-8E54-957984119887}" type="pres">
      <dgm:prSet presAssocID="{9E4ED34D-33AD-410E-B703-C5A4D97EF3C0}" presName="connectorText" presStyleLbl="sibTrans2D1" presStyleIdx="2" presStyleCnt="5"/>
      <dgm:spPr/>
    </dgm:pt>
    <dgm:pt modelId="{2F6271C1-23F0-4656-916E-115F8AC48419}" type="pres">
      <dgm:prSet presAssocID="{C983BA67-BCE7-460D-8908-783FCDA46A52}" presName="node" presStyleLbl="node1" presStyleIdx="3" presStyleCnt="5" custScaleX="111575" custScaleY="111575">
        <dgm:presLayoutVars>
          <dgm:bulletEnabled val="1"/>
        </dgm:presLayoutVars>
      </dgm:prSet>
      <dgm:spPr/>
    </dgm:pt>
    <dgm:pt modelId="{058B7B68-147B-4791-8223-A91F6A57FC17}" type="pres">
      <dgm:prSet presAssocID="{EF29A05F-5751-490F-845D-35BC8E2D02D1}" presName="sibTrans" presStyleLbl="sibTrans2D1" presStyleIdx="3" presStyleCnt="5"/>
      <dgm:spPr/>
    </dgm:pt>
    <dgm:pt modelId="{27A0325C-DB87-48FF-9F49-B7B97CD46C95}" type="pres">
      <dgm:prSet presAssocID="{EF29A05F-5751-490F-845D-35BC8E2D02D1}" presName="connectorText" presStyleLbl="sibTrans2D1" presStyleIdx="3" presStyleCnt="5"/>
      <dgm:spPr/>
    </dgm:pt>
    <dgm:pt modelId="{09BC604C-0208-4B7D-8CE3-14C983A22FA0}" type="pres">
      <dgm:prSet presAssocID="{B1BF33A3-D397-4623-A94D-C2F1B7AC0A93}" presName="node" presStyleLbl="node1" presStyleIdx="4" presStyleCnt="5" custScaleX="115739" custScaleY="115739">
        <dgm:presLayoutVars>
          <dgm:bulletEnabled val="1"/>
        </dgm:presLayoutVars>
      </dgm:prSet>
      <dgm:spPr/>
    </dgm:pt>
    <dgm:pt modelId="{C4204789-6E55-46C4-9506-0F7F75A6D7AB}" type="pres">
      <dgm:prSet presAssocID="{646FBADD-897B-4FFD-8F05-67CF6073295B}" presName="sibTrans" presStyleLbl="sibTrans2D1" presStyleIdx="4" presStyleCnt="5"/>
      <dgm:spPr/>
    </dgm:pt>
    <dgm:pt modelId="{D168ABE6-EA15-429C-B854-2DE5F939DEBE}" type="pres">
      <dgm:prSet presAssocID="{646FBADD-897B-4FFD-8F05-67CF6073295B}" presName="connectorText" presStyleLbl="sibTrans2D1" presStyleIdx="4" presStyleCnt="5"/>
      <dgm:spPr/>
    </dgm:pt>
  </dgm:ptLst>
  <dgm:cxnLst>
    <dgm:cxn modelId="{6E22D201-D50D-47ED-A15C-3E8CBD5F2ADC}" srcId="{0D833883-2F78-49AD-BDA6-89C16B608B9E}" destId="{AB5743ED-094F-4BDA-B740-4DAB5081507B}" srcOrd="0" destOrd="0" parTransId="{1A317B5F-98C9-4676-929F-533943B4B139}" sibTransId="{8F968A3D-ABEC-4BE6-876C-C685DA1F5B71}"/>
    <dgm:cxn modelId="{138E950E-C6F4-45CC-917F-9D5241A54FCB}" srcId="{0D833883-2F78-49AD-BDA6-89C16B608B9E}" destId="{B1BF33A3-D397-4623-A94D-C2F1B7AC0A93}" srcOrd="4" destOrd="0" parTransId="{67C2AC81-AA82-435C-8852-069CC44AE204}" sibTransId="{646FBADD-897B-4FFD-8F05-67CF6073295B}"/>
    <dgm:cxn modelId="{EF006318-0C85-4156-9315-8430C9129BE6}" srcId="{0D833883-2F78-49AD-BDA6-89C16B608B9E}" destId="{C983BA67-BCE7-460D-8908-783FCDA46A52}" srcOrd="3" destOrd="0" parTransId="{3852C69C-6F9A-409F-A6DD-8100E5396A13}" sibTransId="{EF29A05F-5751-490F-845D-35BC8E2D02D1}"/>
    <dgm:cxn modelId="{84FB4C5D-61A1-411B-8530-E6E41455BCD2}" type="presOf" srcId="{82FE44A7-BB2B-4D30-8ACB-CD9491909E8A}" destId="{DF9B7244-8E9B-4ECB-9658-4C4ADA733EE6}" srcOrd="1" destOrd="0" presId="urn:microsoft.com/office/officeart/2005/8/layout/cycle2"/>
    <dgm:cxn modelId="{186CB65F-C720-47D3-87F7-F913E570B379}" type="presOf" srcId="{C983BA67-BCE7-460D-8908-783FCDA46A52}" destId="{2F6271C1-23F0-4656-916E-115F8AC48419}" srcOrd="0" destOrd="0" presId="urn:microsoft.com/office/officeart/2005/8/layout/cycle2"/>
    <dgm:cxn modelId="{D56DA15A-6B71-4CE1-995C-8427D8A713BB}" type="presOf" srcId="{9E4ED34D-33AD-410E-B703-C5A4D97EF3C0}" destId="{4C9DAEAC-9F6D-488D-941E-10F908408630}" srcOrd="0" destOrd="0" presId="urn:microsoft.com/office/officeart/2005/8/layout/cycle2"/>
    <dgm:cxn modelId="{69A26090-06AE-4008-B496-B9310282768D}" type="presOf" srcId="{8F968A3D-ABEC-4BE6-876C-C685DA1F5B71}" destId="{158D850B-AEE7-4968-A617-8CF9E58D41AB}" srcOrd="1" destOrd="0" presId="urn:microsoft.com/office/officeart/2005/8/layout/cycle2"/>
    <dgm:cxn modelId="{0A3C669F-7FAE-47A6-8A88-39936D1D48BE}" type="presOf" srcId="{15323D46-31DF-45A8-8543-E6E10AA1C306}" destId="{209D5E72-22F4-416D-9956-AA9D1ED87759}" srcOrd="0" destOrd="0" presId="urn:microsoft.com/office/officeart/2005/8/layout/cycle2"/>
    <dgm:cxn modelId="{92BBE7BA-74BB-44C2-98F7-CB8CDD7E8326}" srcId="{0D833883-2F78-49AD-BDA6-89C16B608B9E}" destId="{1D03F957-67B6-4D1B-89E4-23AF63F1CAA0}" srcOrd="1" destOrd="0" parTransId="{FFBF5DF8-37CA-4D13-A798-1850172CE016}" sibTransId="{82FE44A7-BB2B-4D30-8ACB-CD9491909E8A}"/>
    <dgm:cxn modelId="{948FCABB-0A3B-478C-830C-D704B3BDA34F}" type="presOf" srcId="{1D03F957-67B6-4D1B-89E4-23AF63F1CAA0}" destId="{D9705A15-082F-4D41-BDF0-23545FFB5A85}" srcOrd="0" destOrd="0" presId="urn:microsoft.com/office/officeart/2005/8/layout/cycle2"/>
    <dgm:cxn modelId="{9D79D3BB-F318-4D13-B6BE-EBC0253F494A}" type="presOf" srcId="{EF29A05F-5751-490F-845D-35BC8E2D02D1}" destId="{058B7B68-147B-4791-8223-A91F6A57FC17}" srcOrd="0" destOrd="0" presId="urn:microsoft.com/office/officeart/2005/8/layout/cycle2"/>
    <dgm:cxn modelId="{1EA322C6-3645-4F04-AFA7-FFAD23CA1521}" type="presOf" srcId="{82FE44A7-BB2B-4D30-8ACB-CD9491909E8A}" destId="{24BE2FD7-E711-4707-94BE-56D24A1D9C20}" srcOrd="0" destOrd="0" presId="urn:microsoft.com/office/officeart/2005/8/layout/cycle2"/>
    <dgm:cxn modelId="{4C3DFAC9-4D01-47DA-ABB7-D08D5A31548B}" type="presOf" srcId="{646FBADD-897B-4FFD-8F05-67CF6073295B}" destId="{C4204789-6E55-46C4-9506-0F7F75A6D7AB}" srcOrd="0" destOrd="0" presId="urn:microsoft.com/office/officeart/2005/8/layout/cycle2"/>
    <dgm:cxn modelId="{5013BDE5-0153-43F3-9BFD-15270020505D}" type="presOf" srcId="{8F968A3D-ABEC-4BE6-876C-C685DA1F5B71}" destId="{2AB350A6-8A19-4520-8876-456803571D01}" srcOrd="0" destOrd="0" presId="urn:microsoft.com/office/officeart/2005/8/layout/cycle2"/>
    <dgm:cxn modelId="{B8734EE8-6A98-43F6-A9AB-3425B3DA8932}" srcId="{0D833883-2F78-49AD-BDA6-89C16B608B9E}" destId="{15323D46-31DF-45A8-8543-E6E10AA1C306}" srcOrd="2" destOrd="0" parTransId="{8A32B9DA-6E1B-484F-8292-55FCF7CE4BE4}" sibTransId="{9E4ED34D-33AD-410E-B703-C5A4D97EF3C0}"/>
    <dgm:cxn modelId="{56F5DDEB-18A5-4A05-A839-EFD63A5E89A6}" type="presOf" srcId="{9E4ED34D-33AD-410E-B703-C5A4D97EF3C0}" destId="{FC1EC4B3-E780-43A3-8E54-957984119887}" srcOrd="1" destOrd="0" presId="urn:microsoft.com/office/officeart/2005/8/layout/cycle2"/>
    <dgm:cxn modelId="{19CFE3EF-ED49-45AA-B1DF-97AFBE10B0D1}" type="presOf" srcId="{AB5743ED-094F-4BDA-B740-4DAB5081507B}" destId="{76295AA4-345A-4E11-BF7F-301D80521B7B}" srcOrd="0" destOrd="0" presId="urn:microsoft.com/office/officeart/2005/8/layout/cycle2"/>
    <dgm:cxn modelId="{61B539F1-2774-4804-9A5D-DDF3E891F201}" type="presOf" srcId="{646FBADD-897B-4FFD-8F05-67CF6073295B}" destId="{D168ABE6-EA15-429C-B854-2DE5F939DEBE}" srcOrd="1" destOrd="0" presId="urn:microsoft.com/office/officeart/2005/8/layout/cycle2"/>
    <dgm:cxn modelId="{BA93DAF4-42E0-447E-9E14-31FCAC58F0E3}" type="presOf" srcId="{0D833883-2F78-49AD-BDA6-89C16B608B9E}" destId="{9CB08BA2-5FDE-44F4-BA1D-6750F289808A}" srcOrd="0" destOrd="0" presId="urn:microsoft.com/office/officeart/2005/8/layout/cycle2"/>
    <dgm:cxn modelId="{5678B8F9-598F-4696-A17F-28397CFCB951}" type="presOf" srcId="{EF29A05F-5751-490F-845D-35BC8E2D02D1}" destId="{27A0325C-DB87-48FF-9F49-B7B97CD46C95}" srcOrd="1" destOrd="0" presId="urn:microsoft.com/office/officeart/2005/8/layout/cycle2"/>
    <dgm:cxn modelId="{CEB2ADFB-14C7-400B-82DE-0AFC4989AFC5}" type="presOf" srcId="{B1BF33A3-D397-4623-A94D-C2F1B7AC0A93}" destId="{09BC604C-0208-4B7D-8CE3-14C983A22FA0}" srcOrd="0" destOrd="0" presId="urn:microsoft.com/office/officeart/2005/8/layout/cycle2"/>
    <dgm:cxn modelId="{0AEBDDA1-1FF4-47BC-A0FF-3F0BCBD040AF}" type="presParOf" srcId="{9CB08BA2-5FDE-44F4-BA1D-6750F289808A}" destId="{76295AA4-345A-4E11-BF7F-301D80521B7B}" srcOrd="0" destOrd="0" presId="urn:microsoft.com/office/officeart/2005/8/layout/cycle2"/>
    <dgm:cxn modelId="{208A72FF-C14E-489D-A66E-C8EC3A3ADFDE}" type="presParOf" srcId="{9CB08BA2-5FDE-44F4-BA1D-6750F289808A}" destId="{2AB350A6-8A19-4520-8876-456803571D01}" srcOrd="1" destOrd="0" presId="urn:microsoft.com/office/officeart/2005/8/layout/cycle2"/>
    <dgm:cxn modelId="{48E2F320-124D-4639-A5DD-DFDB7BB3B975}" type="presParOf" srcId="{2AB350A6-8A19-4520-8876-456803571D01}" destId="{158D850B-AEE7-4968-A617-8CF9E58D41AB}" srcOrd="0" destOrd="0" presId="urn:microsoft.com/office/officeart/2005/8/layout/cycle2"/>
    <dgm:cxn modelId="{85F15957-F66A-4184-B725-0A1D6D0244BD}" type="presParOf" srcId="{9CB08BA2-5FDE-44F4-BA1D-6750F289808A}" destId="{D9705A15-082F-4D41-BDF0-23545FFB5A85}" srcOrd="2" destOrd="0" presId="urn:microsoft.com/office/officeart/2005/8/layout/cycle2"/>
    <dgm:cxn modelId="{3EB07BF4-A803-4C4B-828C-11C9E5C82B3A}" type="presParOf" srcId="{9CB08BA2-5FDE-44F4-BA1D-6750F289808A}" destId="{24BE2FD7-E711-4707-94BE-56D24A1D9C20}" srcOrd="3" destOrd="0" presId="urn:microsoft.com/office/officeart/2005/8/layout/cycle2"/>
    <dgm:cxn modelId="{D41DFDEC-5757-4263-9E9A-FE03A3B4F64E}" type="presParOf" srcId="{24BE2FD7-E711-4707-94BE-56D24A1D9C20}" destId="{DF9B7244-8E9B-4ECB-9658-4C4ADA733EE6}" srcOrd="0" destOrd="0" presId="urn:microsoft.com/office/officeart/2005/8/layout/cycle2"/>
    <dgm:cxn modelId="{0D7B35C2-CD69-43FF-8B24-CCEA42F8637B}" type="presParOf" srcId="{9CB08BA2-5FDE-44F4-BA1D-6750F289808A}" destId="{209D5E72-22F4-416D-9956-AA9D1ED87759}" srcOrd="4" destOrd="0" presId="urn:microsoft.com/office/officeart/2005/8/layout/cycle2"/>
    <dgm:cxn modelId="{7D4F2314-DD25-439D-BB8B-93254C4A9C3F}" type="presParOf" srcId="{9CB08BA2-5FDE-44F4-BA1D-6750F289808A}" destId="{4C9DAEAC-9F6D-488D-941E-10F908408630}" srcOrd="5" destOrd="0" presId="urn:microsoft.com/office/officeart/2005/8/layout/cycle2"/>
    <dgm:cxn modelId="{0B0C2BB7-0748-42C4-A87B-8508EBB38E3C}" type="presParOf" srcId="{4C9DAEAC-9F6D-488D-941E-10F908408630}" destId="{FC1EC4B3-E780-43A3-8E54-957984119887}" srcOrd="0" destOrd="0" presId="urn:microsoft.com/office/officeart/2005/8/layout/cycle2"/>
    <dgm:cxn modelId="{793E874D-C2A0-4EDD-A3AF-D152058BD627}" type="presParOf" srcId="{9CB08BA2-5FDE-44F4-BA1D-6750F289808A}" destId="{2F6271C1-23F0-4656-916E-115F8AC48419}" srcOrd="6" destOrd="0" presId="urn:microsoft.com/office/officeart/2005/8/layout/cycle2"/>
    <dgm:cxn modelId="{8B7D1A81-DF92-41BE-AC74-5CFA1CAC650D}" type="presParOf" srcId="{9CB08BA2-5FDE-44F4-BA1D-6750F289808A}" destId="{058B7B68-147B-4791-8223-A91F6A57FC17}" srcOrd="7" destOrd="0" presId="urn:microsoft.com/office/officeart/2005/8/layout/cycle2"/>
    <dgm:cxn modelId="{84A9C56B-D93F-431C-B068-D90A8CE9673A}" type="presParOf" srcId="{058B7B68-147B-4791-8223-A91F6A57FC17}" destId="{27A0325C-DB87-48FF-9F49-B7B97CD46C95}" srcOrd="0" destOrd="0" presId="urn:microsoft.com/office/officeart/2005/8/layout/cycle2"/>
    <dgm:cxn modelId="{251EBD39-6E2D-420E-8227-4A9C582E552A}" type="presParOf" srcId="{9CB08BA2-5FDE-44F4-BA1D-6750F289808A}" destId="{09BC604C-0208-4B7D-8CE3-14C983A22FA0}" srcOrd="8" destOrd="0" presId="urn:microsoft.com/office/officeart/2005/8/layout/cycle2"/>
    <dgm:cxn modelId="{393A4D02-EAA7-4EA0-8FF9-8873A736B182}" type="presParOf" srcId="{9CB08BA2-5FDE-44F4-BA1D-6750F289808A}" destId="{C4204789-6E55-46C4-9506-0F7F75A6D7AB}" srcOrd="9" destOrd="0" presId="urn:microsoft.com/office/officeart/2005/8/layout/cycle2"/>
    <dgm:cxn modelId="{18CFA518-8777-4CF4-9FAE-B0826EE87C48}" type="presParOf" srcId="{C4204789-6E55-46C4-9506-0F7F75A6D7AB}" destId="{D168ABE6-EA15-429C-B854-2DE5F939DEB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95AA4-345A-4E11-BF7F-301D80521B7B}">
      <dsp:nvSpPr>
        <dsp:cNvPr id="0" name=""/>
        <dsp:cNvSpPr/>
      </dsp:nvSpPr>
      <dsp:spPr>
        <a:xfrm>
          <a:off x="2856959" y="-78428"/>
          <a:ext cx="1210991" cy="1210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Identify Water Wastage</a:t>
          </a:r>
          <a:endParaRPr lang="en-IN" sz="1400" kern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3034305" y="98918"/>
        <a:ext cx="856299" cy="856299"/>
      </dsp:txXfrm>
    </dsp:sp>
    <dsp:sp modelId="{2AB350A6-8A19-4520-8876-456803571D01}">
      <dsp:nvSpPr>
        <dsp:cNvPr id="0" name=""/>
        <dsp:cNvSpPr/>
      </dsp:nvSpPr>
      <dsp:spPr>
        <a:xfrm rot="2186240">
          <a:off x="3998467" y="817614"/>
          <a:ext cx="206971" cy="363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4004536" y="871805"/>
        <a:ext cx="144880" cy="217888"/>
      </dsp:txXfrm>
    </dsp:sp>
    <dsp:sp modelId="{D9705A15-082F-4D41-BDF0-23545FFB5A85}">
      <dsp:nvSpPr>
        <dsp:cNvPr id="0" name=""/>
        <dsp:cNvSpPr/>
      </dsp:nvSpPr>
      <dsp:spPr>
        <a:xfrm>
          <a:off x="4145623" y="873278"/>
          <a:ext cx="1208506" cy="12085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Save &amp; Reuse Water</a:t>
          </a:r>
          <a:endParaRPr lang="en-IN" sz="1200" kern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4322605" y="1050260"/>
        <a:ext cx="854542" cy="854542"/>
      </dsp:txXfrm>
    </dsp:sp>
    <dsp:sp modelId="{24BE2FD7-E711-4707-94BE-56D24A1D9C20}">
      <dsp:nvSpPr>
        <dsp:cNvPr id="0" name=""/>
        <dsp:cNvSpPr/>
      </dsp:nvSpPr>
      <dsp:spPr>
        <a:xfrm rot="6480000">
          <a:off x="4403383" y="2048268"/>
          <a:ext cx="204104" cy="363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0800000">
        <a:off x="4443459" y="2091781"/>
        <a:ext cx="142873" cy="217888"/>
      </dsp:txXfrm>
    </dsp:sp>
    <dsp:sp modelId="{209D5E72-22F4-416D-9956-AA9D1ED87759}">
      <dsp:nvSpPr>
        <dsp:cNvPr id="0" name=""/>
        <dsp:cNvSpPr/>
      </dsp:nvSpPr>
      <dsp:spPr>
        <a:xfrm>
          <a:off x="3622515" y="2387743"/>
          <a:ext cx="1255344" cy="12553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Use Water-Saving Methods</a:t>
          </a:r>
          <a:endParaRPr lang="en-IN" sz="1200" kern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3806356" y="2571584"/>
        <a:ext cx="887662" cy="887662"/>
      </dsp:txXfrm>
    </dsp:sp>
    <dsp:sp modelId="{4C9DAEAC-9F6D-488D-941E-10F908408630}">
      <dsp:nvSpPr>
        <dsp:cNvPr id="0" name=""/>
        <dsp:cNvSpPr/>
      </dsp:nvSpPr>
      <dsp:spPr>
        <a:xfrm rot="10800000">
          <a:off x="3330703" y="2833841"/>
          <a:ext cx="206214" cy="363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0800000">
        <a:off x="3392567" y="2906471"/>
        <a:ext cx="144350" cy="217888"/>
      </dsp:txXfrm>
    </dsp:sp>
    <dsp:sp modelId="{2F6271C1-23F0-4656-916E-115F8AC48419}">
      <dsp:nvSpPr>
        <dsp:cNvPr id="0" name=""/>
        <dsp:cNvSpPr/>
      </dsp:nvSpPr>
      <dsp:spPr>
        <a:xfrm>
          <a:off x="2032889" y="2415143"/>
          <a:ext cx="1200543" cy="1200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Spread Awareness</a:t>
          </a:r>
          <a:endParaRPr lang="en-IN" sz="1200" kern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2208704" y="2590958"/>
        <a:ext cx="848913" cy="848913"/>
      </dsp:txXfrm>
    </dsp:sp>
    <dsp:sp modelId="{058B7B68-147B-4791-8223-A91F6A57FC17}">
      <dsp:nvSpPr>
        <dsp:cNvPr id="0" name=""/>
        <dsp:cNvSpPr/>
      </dsp:nvSpPr>
      <dsp:spPr>
        <a:xfrm rot="15120000">
          <a:off x="2284173" y="2081174"/>
          <a:ext cx="208863" cy="363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0800000">
        <a:off x="2325184" y="2183600"/>
        <a:ext cx="146204" cy="217888"/>
      </dsp:txXfrm>
    </dsp:sp>
    <dsp:sp modelId="{09BC604C-0208-4B7D-8CE3-14C983A22FA0}">
      <dsp:nvSpPr>
        <dsp:cNvPr id="0" name=""/>
        <dsp:cNvSpPr/>
      </dsp:nvSpPr>
      <dsp:spPr>
        <a:xfrm>
          <a:off x="1510798" y="854857"/>
          <a:ext cx="1245348" cy="12453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Create a Sustainable Future</a:t>
          </a:r>
          <a:endParaRPr lang="en-IN" sz="1200" kern="1200" dirty="0">
            <a:solidFill>
              <a:schemeClr val="tx2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sp:txBody>
      <dsp:txXfrm>
        <a:off x="1693175" y="1037234"/>
        <a:ext cx="880594" cy="880594"/>
      </dsp:txXfrm>
    </dsp:sp>
    <dsp:sp modelId="{C4204789-6E55-46C4-9506-0F7F75A6D7AB}">
      <dsp:nvSpPr>
        <dsp:cNvPr id="0" name=""/>
        <dsp:cNvSpPr/>
      </dsp:nvSpPr>
      <dsp:spPr>
        <a:xfrm rot="19465700">
          <a:off x="2692485" y="819268"/>
          <a:ext cx="215028" cy="3631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698504" y="910661"/>
        <a:ext cx="150520" cy="217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#1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60e98d3a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60e98d3a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60e98d3a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60e98d3a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60e98d3a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60e98d3a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60e98d3a9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60e98d3a9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60e98d3a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60e98d3a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60e98d3a9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60e98d3a9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60e98d3a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60e98d3a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60e98d3a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60e98d3a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60e98d3a99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60e98d3a99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AD75245D-273D-6EAC-4FD6-F444692B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60e98d3a99_0_48:notes">
            <a:extLst>
              <a:ext uri="{FF2B5EF4-FFF2-40B4-BE49-F238E27FC236}">
                <a16:creationId xmlns:a16="http://schemas.microsoft.com/office/drawing/2014/main" id="{EEE16D2F-3F8E-CAB1-B74B-8A5195644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60e98d3a99_0_48:notes">
            <a:extLst>
              <a:ext uri="{FF2B5EF4-FFF2-40B4-BE49-F238E27FC236}">
                <a16:creationId xmlns:a16="http://schemas.microsoft.com/office/drawing/2014/main" id="{15DD4EC8-BDC2-219D-592F-6AE244EA7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50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D1D4A67D-7985-4B4A-064F-686225A6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60e98d3a99_0_48:notes">
            <a:extLst>
              <a:ext uri="{FF2B5EF4-FFF2-40B4-BE49-F238E27FC236}">
                <a16:creationId xmlns:a16="http://schemas.microsoft.com/office/drawing/2014/main" id="{87227971-9142-39E0-566B-D6E759A3F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60e98d3a99_0_48:notes">
            <a:extLst>
              <a:ext uri="{FF2B5EF4-FFF2-40B4-BE49-F238E27FC236}">
                <a16:creationId xmlns:a16="http://schemas.microsoft.com/office/drawing/2014/main" id="{6604E1AE-9433-D8AE-595E-64127FD86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63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0250" y="1120288"/>
            <a:ext cx="5265000" cy="23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0175" y="3461313"/>
            <a:ext cx="5265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9156209" flipH="1">
            <a:off x="-31414" y="113825"/>
            <a:ext cx="829810" cy="659800"/>
            <a:chOff x="7917675" y="-1178675"/>
            <a:chExt cx="547275" cy="435150"/>
          </a:xfrm>
        </p:grpSpPr>
        <p:sp>
          <p:nvSpPr>
            <p:cNvPr id="13" name="Google Shape;13;p2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10800000">
            <a:off x="7660142" y="-94972"/>
            <a:ext cx="1537521" cy="1077396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826588" y="2384189"/>
            <a:ext cx="4057800" cy="15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5306788" y="1445311"/>
            <a:ext cx="10974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0" name="Google Shape;20;p3"/>
          <p:cNvGrpSpPr/>
          <p:nvPr/>
        </p:nvGrpSpPr>
        <p:grpSpPr>
          <a:xfrm>
            <a:off x="-140093" y="-11"/>
            <a:ext cx="9360283" cy="5168365"/>
            <a:chOff x="-140093" y="-11"/>
            <a:chExt cx="9360283" cy="51683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-299439" y="299434"/>
              <a:ext cx="1793835" cy="1194945"/>
            </a:xfrm>
            <a:custGeom>
              <a:avLst/>
              <a:gdLst/>
              <a:ahLst/>
              <a:cxnLst/>
              <a:rect l="l" t="t" r="r" b="b"/>
              <a:pathLst>
                <a:path w="73390" h="48893" extrusionOk="0">
                  <a:moveTo>
                    <a:pt x="1" y="0"/>
                  </a:moveTo>
                  <a:lnTo>
                    <a:pt x="1" y="48893"/>
                  </a:lnTo>
                  <a:lnTo>
                    <a:pt x="73390" y="48893"/>
                  </a:lnTo>
                  <a:lnTo>
                    <a:pt x="73390" y="45033"/>
                  </a:lnTo>
                  <a:lnTo>
                    <a:pt x="72996" y="44902"/>
                  </a:lnTo>
                  <a:lnTo>
                    <a:pt x="72603" y="44756"/>
                  </a:lnTo>
                  <a:lnTo>
                    <a:pt x="72224" y="44582"/>
                  </a:lnTo>
                  <a:lnTo>
                    <a:pt x="71860" y="44421"/>
                  </a:lnTo>
                  <a:lnTo>
                    <a:pt x="71482" y="44232"/>
                  </a:lnTo>
                  <a:lnTo>
                    <a:pt x="71118" y="44028"/>
                  </a:lnTo>
                  <a:lnTo>
                    <a:pt x="70768" y="43824"/>
                  </a:lnTo>
                  <a:lnTo>
                    <a:pt x="70419" y="43606"/>
                  </a:lnTo>
                  <a:lnTo>
                    <a:pt x="70069" y="43373"/>
                  </a:lnTo>
                  <a:lnTo>
                    <a:pt x="69734" y="43140"/>
                  </a:lnTo>
                  <a:lnTo>
                    <a:pt x="69399" y="42892"/>
                  </a:lnTo>
                  <a:lnTo>
                    <a:pt x="69079" y="42630"/>
                  </a:lnTo>
                  <a:lnTo>
                    <a:pt x="68773" y="42353"/>
                  </a:lnTo>
                  <a:lnTo>
                    <a:pt x="68467" y="42076"/>
                  </a:lnTo>
                  <a:lnTo>
                    <a:pt x="68176" y="41785"/>
                  </a:lnTo>
                  <a:lnTo>
                    <a:pt x="67899" y="41479"/>
                  </a:lnTo>
                  <a:lnTo>
                    <a:pt x="67637" y="41188"/>
                  </a:lnTo>
                  <a:lnTo>
                    <a:pt x="67389" y="40897"/>
                  </a:lnTo>
                  <a:lnTo>
                    <a:pt x="67156" y="40591"/>
                  </a:lnTo>
                  <a:lnTo>
                    <a:pt x="66923" y="40285"/>
                  </a:lnTo>
                  <a:lnTo>
                    <a:pt x="66705" y="39965"/>
                  </a:lnTo>
                  <a:lnTo>
                    <a:pt x="66501" y="39630"/>
                  </a:lnTo>
                  <a:lnTo>
                    <a:pt x="66297" y="39309"/>
                  </a:lnTo>
                  <a:lnTo>
                    <a:pt x="66108" y="38960"/>
                  </a:lnTo>
                  <a:lnTo>
                    <a:pt x="65933" y="38625"/>
                  </a:lnTo>
                  <a:lnTo>
                    <a:pt x="65773" y="38275"/>
                  </a:lnTo>
                  <a:lnTo>
                    <a:pt x="65612" y="37926"/>
                  </a:lnTo>
                  <a:lnTo>
                    <a:pt x="65467" y="37562"/>
                  </a:lnTo>
                  <a:lnTo>
                    <a:pt x="65321" y="37212"/>
                  </a:lnTo>
                  <a:lnTo>
                    <a:pt x="65190" y="36848"/>
                  </a:lnTo>
                  <a:lnTo>
                    <a:pt x="65073" y="36469"/>
                  </a:lnTo>
                  <a:lnTo>
                    <a:pt x="64972" y="36105"/>
                  </a:lnTo>
                  <a:lnTo>
                    <a:pt x="64884" y="35726"/>
                  </a:lnTo>
                  <a:lnTo>
                    <a:pt x="64797" y="35348"/>
                  </a:lnTo>
                  <a:lnTo>
                    <a:pt x="64724" y="34969"/>
                  </a:lnTo>
                  <a:lnTo>
                    <a:pt x="64651" y="34590"/>
                  </a:lnTo>
                  <a:lnTo>
                    <a:pt x="64607" y="34212"/>
                  </a:lnTo>
                  <a:lnTo>
                    <a:pt x="64564" y="33819"/>
                  </a:lnTo>
                  <a:lnTo>
                    <a:pt x="64535" y="33440"/>
                  </a:lnTo>
                  <a:lnTo>
                    <a:pt x="64520" y="33047"/>
                  </a:lnTo>
                  <a:lnTo>
                    <a:pt x="64505" y="32668"/>
                  </a:lnTo>
                  <a:lnTo>
                    <a:pt x="64520" y="32275"/>
                  </a:lnTo>
                  <a:lnTo>
                    <a:pt x="64535" y="31896"/>
                  </a:lnTo>
                  <a:lnTo>
                    <a:pt x="64549" y="31503"/>
                  </a:lnTo>
                  <a:lnTo>
                    <a:pt x="64593" y="31124"/>
                  </a:lnTo>
                  <a:lnTo>
                    <a:pt x="64651" y="30746"/>
                  </a:lnTo>
                  <a:lnTo>
                    <a:pt x="64709" y="30367"/>
                  </a:lnTo>
                  <a:lnTo>
                    <a:pt x="64782" y="29988"/>
                  </a:lnTo>
                  <a:lnTo>
                    <a:pt x="64870" y="29580"/>
                  </a:lnTo>
                  <a:lnTo>
                    <a:pt x="64972" y="29187"/>
                  </a:lnTo>
                  <a:lnTo>
                    <a:pt x="65205" y="28401"/>
                  </a:lnTo>
                  <a:lnTo>
                    <a:pt x="65452" y="27614"/>
                  </a:lnTo>
                  <a:lnTo>
                    <a:pt x="65700" y="26842"/>
                  </a:lnTo>
                  <a:lnTo>
                    <a:pt x="65947" y="26056"/>
                  </a:lnTo>
                  <a:lnTo>
                    <a:pt x="66049" y="25663"/>
                  </a:lnTo>
                  <a:lnTo>
                    <a:pt x="66151" y="25269"/>
                  </a:lnTo>
                  <a:lnTo>
                    <a:pt x="66253" y="24876"/>
                  </a:lnTo>
                  <a:lnTo>
                    <a:pt x="66326" y="24483"/>
                  </a:lnTo>
                  <a:lnTo>
                    <a:pt x="66384" y="24075"/>
                  </a:lnTo>
                  <a:lnTo>
                    <a:pt x="66442" y="23667"/>
                  </a:lnTo>
                  <a:lnTo>
                    <a:pt x="66472" y="23260"/>
                  </a:lnTo>
                  <a:lnTo>
                    <a:pt x="66472" y="22837"/>
                  </a:lnTo>
                  <a:lnTo>
                    <a:pt x="66442" y="22429"/>
                  </a:lnTo>
                  <a:lnTo>
                    <a:pt x="66384" y="22007"/>
                  </a:lnTo>
                  <a:lnTo>
                    <a:pt x="66311" y="21599"/>
                  </a:lnTo>
                  <a:lnTo>
                    <a:pt x="66209" y="21191"/>
                  </a:lnTo>
                  <a:lnTo>
                    <a:pt x="66078" y="20798"/>
                  </a:lnTo>
                  <a:lnTo>
                    <a:pt x="65918" y="20419"/>
                  </a:lnTo>
                  <a:lnTo>
                    <a:pt x="65743" y="20055"/>
                  </a:lnTo>
                  <a:lnTo>
                    <a:pt x="65540" y="19720"/>
                  </a:lnTo>
                  <a:lnTo>
                    <a:pt x="65423" y="19546"/>
                  </a:lnTo>
                  <a:lnTo>
                    <a:pt x="65292" y="19400"/>
                  </a:lnTo>
                  <a:lnTo>
                    <a:pt x="65161" y="19254"/>
                  </a:lnTo>
                  <a:lnTo>
                    <a:pt x="65030" y="19109"/>
                  </a:lnTo>
                  <a:lnTo>
                    <a:pt x="64884" y="18978"/>
                  </a:lnTo>
                  <a:lnTo>
                    <a:pt x="64738" y="18847"/>
                  </a:lnTo>
                  <a:lnTo>
                    <a:pt x="64593" y="18730"/>
                  </a:lnTo>
                  <a:lnTo>
                    <a:pt x="64418" y="18614"/>
                  </a:lnTo>
                  <a:lnTo>
                    <a:pt x="64258" y="18512"/>
                  </a:lnTo>
                  <a:lnTo>
                    <a:pt x="64083" y="18424"/>
                  </a:lnTo>
                  <a:lnTo>
                    <a:pt x="63894" y="18351"/>
                  </a:lnTo>
                  <a:lnTo>
                    <a:pt x="63704" y="18279"/>
                  </a:lnTo>
                  <a:lnTo>
                    <a:pt x="63399" y="18191"/>
                  </a:lnTo>
                  <a:lnTo>
                    <a:pt x="63078" y="18118"/>
                  </a:lnTo>
                  <a:lnTo>
                    <a:pt x="62758" y="18089"/>
                  </a:lnTo>
                  <a:lnTo>
                    <a:pt x="62437" y="18060"/>
                  </a:lnTo>
                  <a:lnTo>
                    <a:pt x="62102" y="18060"/>
                  </a:lnTo>
                  <a:lnTo>
                    <a:pt x="61767" y="18075"/>
                  </a:lnTo>
                  <a:lnTo>
                    <a:pt x="61112" y="18104"/>
                  </a:lnTo>
                  <a:lnTo>
                    <a:pt x="60355" y="18133"/>
                  </a:lnTo>
                  <a:lnTo>
                    <a:pt x="59976" y="18147"/>
                  </a:lnTo>
                  <a:lnTo>
                    <a:pt x="59612" y="18133"/>
                  </a:lnTo>
                  <a:lnTo>
                    <a:pt x="59248" y="18089"/>
                  </a:lnTo>
                  <a:lnTo>
                    <a:pt x="58884" y="18031"/>
                  </a:lnTo>
                  <a:lnTo>
                    <a:pt x="58709" y="17987"/>
                  </a:lnTo>
                  <a:lnTo>
                    <a:pt x="58534" y="17929"/>
                  </a:lnTo>
                  <a:lnTo>
                    <a:pt x="58374" y="17871"/>
                  </a:lnTo>
                  <a:lnTo>
                    <a:pt x="58199" y="17783"/>
                  </a:lnTo>
                  <a:lnTo>
                    <a:pt x="58039" y="17696"/>
                  </a:lnTo>
                  <a:lnTo>
                    <a:pt x="57879" y="17609"/>
                  </a:lnTo>
                  <a:lnTo>
                    <a:pt x="57733" y="17507"/>
                  </a:lnTo>
                  <a:lnTo>
                    <a:pt x="57587" y="17390"/>
                  </a:lnTo>
                  <a:lnTo>
                    <a:pt x="57456" y="17274"/>
                  </a:lnTo>
                  <a:lnTo>
                    <a:pt x="57325" y="17157"/>
                  </a:lnTo>
                  <a:lnTo>
                    <a:pt x="57209" y="17026"/>
                  </a:lnTo>
                  <a:lnTo>
                    <a:pt x="57092" y="16880"/>
                  </a:lnTo>
                  <a:lnTo>
                    <a:pt x="56990" y="16735"/>
                  </a:lnTo>
                  <a:lnTo>
                    <a:pt x="56888" y="16589"/>
                  </a:lnTo>
                  <a:lnTo>
                    <a:pt x="56714" y="16269"/>
                  </a:lnTo>
                  <a:lnTo>
                    <a:pt x="56553" y="15934"/>
                  </a:lnTo>
                  <a:lnTo>
                    <a:pt x="56422" y="15584"/>
                  </a:lnTo>
                  <a:lnTo>
                    <a:pt x="56306" y="15220"/>
                  </a:lnTo>
                  <a:lnTo>
                    <a:pt x="56218" y="14856"/>
                  </a:lnTo>
                  <a:lnTo>
                    <a:pt x="56146" y="14463"/>
                  </a:lnTo>
                  <a:lnTo>
                    <a:pt x="56087" y="14084"/>
                  </a:lnTo>
                  <a:lnTo>
                    <a:pt x="56044" y="13691"/>
                  </a:lnTo>
                  <a:lnTo>
                    <a:pt x="56015" y="13298"/>
                  </a:lnTo>
                  <a:lnTo>
                    <a:pt x="56000" y="12919"/>
                  </a:lnTo>
                  <a:lnTo>
                    <a:pt x="56000" y="12540"/>
                  </a:lnTo>
                  <a:lnTo>
                    <a:pt x="56000" y="11783"/>
                  </a:lnTo>
                  <a:lnTo>
                    <a:pt x="55985" y="10996"/>
                  </a:lnTo>
                  <a:lnTo>
                    <a:pt x="55971" y="10618"/>
                  </a:lnTo>
                  <a:lnTo>
                    <a:pt x="55956" y="10225"/>
                  </a:lnTo>
                  <a:lnTo>
                    <a:pt x="55913" y="9846"/>
                  </a:lnTo>
                  <a:lnTo>
                    <a:pt x="55869" y="9467"/>
                  </a:lnTo>
                  <a:lnTo>
                    <a:pt x="55796" y="9103"/>
                  </a:lnTo>
                  <a:lnTo>
                    <a:pt x="55709" y="8739"/>
                  </a:lnTo>
                  <a:lnTo>
                    <a:pt x="55607" y="8389"/>
                  </a:lnTo>
                  <a:lnTo>
                    <a:pt x="55476" y="8054"/>
                  </a:lnTo>
                  <a:lnTo>
                    <a:pt x="55315" y="7719"/>
                  </a:lnTo>
                  <a:lnTo>
                    <a:pt x="55126" y="7414"/>
                  </a:lnTo>
                  <a:lnTo>
                    <a:pt x="55024" y="7268"/>
                  </a:lnTo>
                  <a:lnTo>
                    <a:pt x="54908" y="7122"/>
                  </a:lnTo>
                  <a:lnTo>
                    <a:pt x="54791" y="6977"/>
                  </a:lnTo>
                  <a:lnTo>
                    <a:pt x="54660" y="6846"/>
                  </a:lnTo>
                  <a:lnTo>
                    <a:pt x="54471" y="6671"/>
                  </a:lnTo>
                  <a:lnTo>
                    <a:pt x="54281" y="6511"/>
                  </a:lnTo>
                  <a:lnTo>
                    <a:pt x="54078" y="6380"/>
                  </a:lnTo>
                  <a:lnTo>
                    <a:pt x="53859" y="6249"/>
                  </a:lnTo>
                  <a:lnTo>
                    <a:pt x="53641" y="6147"/>
                  </a:lnTo>
                  <a:lnTo>
                    <a:pt x="53422" y="6059"/>
                  </a:lnTo>
                  <a:lnTo>
                    <a:pt x="53189" y="5986"/>
                  </a:lnTo>
                  <a:lnTo>
                    <a:pt x="52956" y="5928"/>
                  </a:lnTo>
                  <a:lnTo>
                    <a:pt x="52723" y="5884"/>
                  </a:lnTo>
                  <a:lnTo>
                    <a:pt x="52475" y="5855"/>
                  </a:lnTo>
                  <a:lnTo>
                    <a:pt x="52228" y="5841"/>
                  </a:lnTo>
                  <a:lnTo>
                    <a:pt x="51980" y="5841"/>
                  </a:lnTo>
                  <a:lnTo>
                    <a:pt x="51733" y="5855"/>
                  </a:lnTo>
                  <a:lnTo>
                    <a:pt x="51485" y="5884"/>
                  </a:lnTo>
                  <a:lnTo>
                    <a:pt x="51223" y="5914"/>
                  </a:lnTo>
                  <a:lnTo>
                    <a:pt x="50975" y="5972"/>
                  </a:lnTo>
                  <a:lnTo>
                    <a:pt x="50728" y="6030"/>
                  </a:lnTo>
                  <a:lnTo>
                    <a:pt x="50480" y="6103"/>
                  </a:lnTo>
                  <a:lnTo>
                    <a:pt x="50233" y="6190"/>
                  </a:lnTo>
                  <a:lnTo>
                    <a:pt x="49985" y="6292"/>
                  </a:lnTo>
                  <a:lnTo>
                    <a:pt x="49737" y="6409"/>
                  </a:lnTo>
                  <a:lnTo>
                    <a:pt x="49504" y="6525"/>
                  </a:lnTo>
                  <a:lnTo>
                    <a:pt x="49271" y="6656"/>
                  </a:lnTo>
                  <a:lnTo>
                    <a:pt x="49053" y="6787"/>
                  </a:lnTo>
                  <a:lnTo>
                    <a:pt x="48820" y="6933"/>
                  </a:lnTo>
                  <a:lnTo>
                    <a:pt x="48616" y="7093"/>
                  </a:lnTo>
                  <a:lnTo>
                    <a:pt x="48397" y="7268"/>
                  </a:lnTo>
                  <a:lnTo>
                    <a:pt x="48208" y="7443"/>
                  </a:lnTo>
                  <a:lnTo>
                    <a:pt x="48019" y="7618"/>
                  </a:lnTo>
                  <a:lnTo>
                    <a:pt x="47829" y="7807"/>
                  </a:lnTo>
                  <a:lnTo>
                    <a:pt x="47655" y="7996"/>
                  </a:lnTo>
                  <a:lnTo>
                    <a:pt x="47495" y="8200"/>
                  </a:lnTo>
                  <a:lnTo>
                    <a:pt x="47203" y="8622"/>
                  </a:lnTo>
                  <a:lnTo>
                    <a:pt x="46927" y="9059"/>
                  </a:lnTo>
                  <a:lnTo>
                    <a:pt x="46679" y="9511"/>
                  </a:lnTo>
                  <a:lnTo>
                    <a:pt x="46460" y="9962"/>
                  </a:lnTo>
                  <a:lnTo>
                    <a:pt x="46257" y="10428"/>
                  </a:lnTo>
                  <a:lnTo>
                    <a:pt x="46067" y="10909"/>
                  </a:lnTo>
                  <a:lnTo>
                    <a:pt x="45892" y="11390"/>
                  </a:lnTo>
                  <a:lnTo>
                    <a:pt x="45732" y="11885"/>
                  </a:lnTo>
                  <a:lnTo>
                    <a:pt x="45572" y="12380"/>
                  </a:lnTo>
                  <a:lnTo>
                    <a:pt x="45426" y="12875"/>
                  </a:lnTo>
                  <a:lnTo>
                    <a:pt x="45150" y="13895"/>
                  </a:lnTo>
                  <a:lnTo>
                    <a:pt x="44873" y="14900"/>
                  </a:lnTo>
                  <a:lnTo>
                    <a:pt x="44727" y="15395"/>
                  </a:lnTo>
                  <a:lnTo>
                    <a:pt x="44582" y="15890"/>
                  </a:lnTo>
                  <a:lnTo>
                    <a:pt x="44421" y="16385"/>
                  </a:lnTo>
                  <a:lnTo>
                    <a:pt x="44232" y="16880"/>
                  </a:lnTo>
                  <a:lnTo>
                    <a:pt x="44028" y="17361"/>
                  </a:lnTo>
                  <a:lnTo>
                    <a:pt x="43810" y="17856"/>
                  </a:lnTo>
                  <a:lnTo>
                    <a:pt x="43562" y="18322"/>
                  </a:lnTo>
                  <a:lnTo>
                    <a:pt x="43315" y="18788"/>
                  </a:lnTo>
                  <a:lnTo>
                    <a:pt x="43023" y="19225"/>
                  </a:lnTo>
                  <a:lnTo>
                    <a:pt x="42717" y="19648"/>
                  </a:lnTo>
                  <a:lnTo>
                    <a:pt x="42397" y="20055"/>
                  </a:lnTo>
                  <a:lnTo>
                    <a:pt x="42222" y="20245"/>
                  </a:lnTo>
                  <a:lnTo>
                    <a:pt x="42048" y="20419"/>
                  </a:lnTo>
                  <a:lnTo>
                    <a:pt x="41873" y="20594"/>
                  </a:lnTo>
                  <a:lnTo>
                    <a:pt x="41683" y="20769"/>
                  </a:lnTo>
                  <a:lnTo>
                    <a:pt x="41494" y="20929"/>
                  </a:lnTo>
                  <a:lnTo>
                    <a:pt x="41290" y="21075"/>
                  </a:lnTo>
                  <a:lnTo>
                    <a:pt x="41086" y="21221"/>
                  </a:lnTo>
                  <a:lnTo>
                    <a:pt x="40868" y="21352"/>
                  </a:lnTo>
                  <a:lnTo>
                    <a:pt x="40664" y="21483"/>
                  </a:lnTo>
                  <a:lnTo>
                    <a:pt x="40431" y="21585"/>
                  </a:lnTo>
                  <a:lnTo>
                    <a:pt x="40212" y="21687"/>
                  </a:lnTo>
                  <a:lnTo>
                    <a:pt x="39965" y="21789"/>
                  </a:lnTo>
                  <a:lnTo>
                    <a:pt x="39732" y="21861"/>
                  </a:lnTo>
                  <a:lnTo>
                    <a:pt x="39484" y="21934"/>
                  </a:lnTo>
                  <a:lnTo>
                    <a:pt x="39178" y="21992"/>
                  </a:lnTo>
                  <a:lnTo>
                    <a:pt x="38873" y="22051"/>
                  </a:lnTo>
                  <a:lnTo>
                    <a:pt x="38567" y="22080"/>
                  </a:lnTo>
                  <a:lnTo>
                    <a:pt x="37970" y="22080"/>
                  </a:lnTo>
                  <a:lnTo>
                    <a:pt x="37678" y="22051"/>
                  </a:lnTo>
                  <a:lnTo>
                    <a:pt x="37387" y="22007"/>
                  </a:lnTo>
                  <a:lnTo>
                    <a:pt x="37096" y="21949"/>
                  </a:lnTo>
                  <a:lnTo>
                    <a:pt x="36804" y="21876"/>
                  </a:lnTo>
                  <a:lnTo>
                    <a:pt x="36513" y="21789"/>
                  </a:lnTo>
                  <a:lnTo>
                    <a:pt x="36222" y="21701"/>
                  </a:lnTo>
                  <a:lnTo>
                    <a:pt x="35945" y="21585"/>
                  </a:lnTo>
                  <a:lnTo>
                    <a:pt x="35668" y="21454"/>
                  </a:lnTo>
                  <a:lnTo>
                    <a:pt x="35377" y="21322"/>
                  </a:lnTo>
                  <a:lnTo>
                    <a:pt x="35115" y="21177"/>
                  </a:lnTo>
                  <a:lnTo>
                    <a:pt x="34838" y="21017"/>
                  </a:lnTo>
                  <a:lnTo>
                    <a:pt x="34562" y="20856"/>
                  </a:lnTo>
                  <a:lnTo>
                    <a:pt x="34299" y="20682"/>
                  </a:lnTo>
                  <a:lnTo>
                    <a:pt x="33775" y="20303"/>
                  </a:lnTo>
                  <a:lnTo>
                    <a:pt x="33265" y="19895"/>
                  </a:lnTo>
                  <a:lnTo>
                    <a:pt x="32770" y="19473"/>
                  </a:lnTo>
                  <a:lnTo>
                    <a:pt x="32290" y="19021"/>
                  </a:lnTo>
                  <a:lnTo>
                    <a:pt x="31838" y="18555"/>
                  </a:lnTo>
                  <a:lnTo>
                    <a:pt x="31387" y="18089"/>
                  </a:lnTo>
                  <a:lnTo>
                    <a:pt x="30964" y="17623"/>
                  </a:lnTo>
                  <a:lnTo>
                    <a:pt x="30105" y="16676"/>
                  </a:lnTo>
                  <a:lnTo>
                    <a:pt x="29668" y="16196"/>
                  </a:lnTo>
                  <a:lnTo>
                    <a:pt x="29202" y="15730"/>
                  </a:lnTo>
                  <a:lnTo>
                    <a:pt x="28750" y="15278"/>
                  </a:lnTo>
                  <a:lnTo>
                    <a:pt x="28270" y="14841"/>
                  </a:lnTo>
                  <a:lnTo>
                    <a:pt x="27775" y="14419"/>
                  </a:lnTo>
                  <a:lnTo>
                    <a:pt x="27279" y="14026"/>
                  </a:lnTo>
                  <a:lnTo>
                    <a:pt x="27032" y="13836"/>
                  </a:lnTo>
                  <a:lnTo>
                    <a:pt x="26770" y="13662"/>
                  </a:lnTo>
                  <a:lnTo>
                    <a:pt x="26508" y="13501"/>
                  </a:lnTo>
                  <a:lnTo>
                    <a:pt x="26245" y="13341"/>
                  </a:lnTo>
                  <a:lnTo>
                    <a:pt x="25969" y="13196"/>
                  </a:lnTo>
                  <a:lnTo>
                    <a:pt x="25692" y="13050"/>
                  </a:lnTo>
                  <a:lnTo>
                    <a:pt x="25415" y="12933"/>
                  </a:lnTo>
                  <a:lnTo>
                    <a:pt x="25139" y="12817"/>
                  </a:lnTo>
                  <a:lnTo>
                    <a:pt x="24862" y="12715"/>
                  </a:lnTo>
                  <a:lnTo>
                    <a:pt x="24571" y="12628"/>
                  </a:lnTo>
                  <a:lnTo>
                    <a:pt x="24279" y="12555"/>
                  </a:lnTo>
                  <a:lnTo>
                    <a:pt x="23988" y="12497"/>
                  </a:lnTo>
                  <a:lnTo>
                    <a:pt x="23682" y="12453"/>
                  </a:lnTo>
                  <a:lnTo>
                    <a:pt x="23376" y="12424"/>
                  </a:lnTo>
                  <a:lnTo>
                    <a:pt x="23070" y="12409"/>
                  </a:lnTo>
                  <a:lnTo>
                    <a:pt x="22765" y="12424"/>
                  </a:lnTo>
                  <a:lnTo>
                    <a:pt x="22415" y="12453"/>
                  </a:lnTo>
                  <a:lnTo>
                    <a:pt x="22065" y="12497"/>
                  </a:lnTo>
                  <a:lnTo>
                    <a:pt x="21716" y="12569"/>
                  </a:lnTo>
                  <a:lnTo>
                    <a:pt x="21381" y="12642"/>
                  </a:lnTo>
                  <a:lnTo>
                    <a:pt x="21031" y="12744"/>
                  </a:lnTo>
                  <a:lnTo>
                    <a:pt x="20696" y="12861"/>
                  </a:lnTo>
                  <a:lnTo>
                    <a:pt x="20041" y="13094"/>
                  </a:lnTo>
                  <a:lnTo>
                    <a:pt x="18701" y="13633"/>
                  </a:lnTo>
                  <a:lnTo>
                    <a:pt x="18046" y="13895"/>
                  </a:lnTo>
                  <a:lnTo>
                    <a:pt x="17696" y="13997"/>
                  </a:lnTo>
                  <a:lnTo>
                    <a:pt x="17361" y="14113"/>
                  </a:lnTo>
                  <a:lnTo>
                    <a:pt x="16866" y="14244"/>
                  </a:lnTo>
                  <a:lnTo>
                    <a:pt x="16371" y="14346"/>
                  </a:lnTo>
                  <a:lnTo>
                    <a:pt x="15876" y="14419"/>
                  </a:lnTo>
                  <a:lnTo>
                    <a:pt x="15381" y="14463"/>
                  </a:lnTo>
                  <a:lnTo>
                    <a:pt x="14885" y="14492"/>
                  </a:lnTo>
                  <a:lnTo>
                    <a:pt x="14376" y="14492"/>
                  </a:lnTo>
                  <a:lnTo>
                    <a:pt x="13880" y="14463"/>
                  </a:lnTo>
                  <a:lnTo>
                    <a:pt x="13385" y="14419"/>
                  </a:lnTo>
                  <a:lnTo>
                    <a:pt x="12890" y="14346"/>
                  </a:lnTo>
                  <a:lnTo>
                    <a:pt x="12395" y="14259"/>
                  </a:lnTo>
                  <a:lnTo>
                    <a:pt x="11914" y="14142"/>
                  </a:lnTo>
                  <a:lnTo>
                    <a:pt x="11419" y="13997"/>
                  </a:lnTo>
                  <a:lnTo>
                    <a:pt x="10938" y="13851"/>
                  </a:lnTo>
                  <a:lnTo>
                    <a:pt x="10472" y="13662"/>
                  </a:lnTo>
                  <a:lnTo>
                    <a:pt x="9992" y="13472"/>
                  </a:lnTo>
                  <a:lnTo>
                    <a:pt x="9526" y="13254"/>
                  </a:lnTo>
                  <a:lnTo>
                    <a:pt x="9074" y="13021"/>
                  </a:lnTo>
                  <a:lnTo>
                    <a:pt x="8623" y="12773"/>
                  </a:lnTo>
                  <a:lnTo>
                    <a:pt x="8171" y="12511"/>
                  </a:lnTo>
                  <a:lnTo>
                    <a:pt x="7749" y="12234"/>
                  </a:lnTo>
                  <a:lnTo>
                    <a:pt x="7312" y="11929"/>
                  </a:lnTo>
                  <a:lnTo>
                    <a:pt x="6904" y="11623"/>
                  </a:lnTo>
                  <a:lnTo>
                    <a:pt x="6496" y="11288"/>
                  </a:lnTo>
                  <a:lnTo>
                    <a:pt x="6089" y="10953"/>
                  </a:lnTo>
                  <a:lnTo>
                    <a:pt x="5710" y="10603"/>
                  </a:lnTo>
                  <a:lnTo>
                    <a:pt x="5331" y="10239"/>
                  </a:lnTo>
                  <a:lnTo>
                    <a:pt x="4967" y="9860"/>
                  </a:lnTo>
                  <a:lnTo>
                    <a:pt x="4618" y="9482"/>
                  </a:lnTo>
                  <a:lnTo>
                    <a:pt x="4283" y="9089"/>
                  </a:lnTo>
                  <a:lnTo>
                    <a:pt x="3962" y="8681"/>
                  </a:lnTo>
                  <a:lnTo>
                    <a:pt x="3656" y="8258"/>
                  </a:lnTo>
                  <a:lnTo>
                    <a:pt x="3365" y="7836"/>
                  </a:lnTo>
                  <a:lnTo>
                    <a:pt x="3074" y="7385"/>
                  </a:lnTo>
                  <a:lnTo>
                    <a:pt x="2783" y="6933"/>
                  </a:lnTo>
                  <a:lnTo>
                    <a:pt x="2520" y="6467"/>
                  </a:lnTo>
                  <a:lnTo>
                    <a:pt x="2273" y="6001"/>
                  </a:lnTo>
                  <a:lnTo>
                    <a:pt x="2025" y="5520"/>
                  </a:lnTo>
                  <a:lnTo>
                    <a:pt x="1792" y="5040"/>
                  </a:lnTo>
                  <a:lnTo>
                    <a:pt x="1574" y="4559"/>
                  </a:lnTo>
                  <a:lnTo>
                    <a:pt x="1355" y="4064"/>
                  </a:lnTo>
                  <a:lnTo>
                    <a:pt x="1166" y="3569"/>
                  </a:lnTo>
                  <a:lnTo>
                    <a:pt x="962" y="3074"/>
                  </a:lnTo>
                  <a:lnTo>
                    <a:pt x="787" y="2564"/>
                  </a:lnTo>
                  <a:lnTo>
                    <a:pt x="612" y="2069"/>
                  </a:lnTo>
                  <a:lnTo>
                    <a:pt x="292" y="10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3"/>
            <p:cNvGrpSpPr/>
            <p:nvPr/>
          </p:nvGrpSpPr>
          <p:grpSpPr>
            <a:xfrm rot="1643791">
              <a:off x="8285111" y="202700"/>
              <a:ext cx="829810" cy="659800"/>
              <a:chOff x="7917675" y="-1178675"/>
              <a:chExt cx="547275" cy="43515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7917675" y="-1178675"/>
                <a:ext cx="297500" cy="329175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3167" extrusionOk="0">
                    <a:moveTo>
                      <a:pt x="4501" y="1"/>
                    </a:moveTo>
                    <a:lnTo>
                      <a:pt x="4268" y="15"/>
                    </a:lnTo>
                    <a:lnTo>
                      <a:pt x="4050" y="45"/>
                    </a:lnTo>
                    <a:lnTo>
                      <a:pt x="3831" y="74"/>
                    </a:lnTo>
                    <a:lnTo>
                      <a:pt x="3613" y="117"/>
                    </a:lnTo>
                    <a:lnTo>
                      <a:pt x="3394" y="176"/>
                    </a:lnTo>
                    <a:lnTo>
                      <a:pt x="3176" y="234"/>
                    </a:lnTo>
                    <a:lnTo>
                      <a:pt x="2972" y="307"/>
                    </a:lnTo>
                    <a:lnTo>
                      <a:pt x="2768" y="394"/>
                    </a:lnTo>
                    <a:lnTo>
                      <a:pt x="2564" y="481"/>
                    </a:lnTo>
                    <a:lnTo>
                      <a:pt x="2375" y="583"/>
                    </a:lnTo>
                    <a:lnTo>
                      <a:pt x="2185" y="700"/>
                    </a:lnTo>
                    <a:lnTo>
                      <a:pt x="1996" y="816"/>
                    </a:lnTo>
                    <a:lnTo>
                      <a:pt x="1807" y="948"/>
                    </a:lnTo>
                    <a:lnTo>
                      <a:pt x="1632" y="1093"/>
                    </a:lnTo>
                    <a:lnTo>
                      <a:pt x="1472" y="1239"/>
                    </a:lnTo>
                    <a:lnTo>
                      <a:pt x="1312" y="1399"/>
                    </a:lnTo>
                    <a:lnTo>
                      <a:pt x="1151" y="1559"/>
                    </a:lnTo>
                    <a:lnTo>
                      <a:pt x="1006" y="1734"/>
                    </a:lnTo>
                    <a:lnTo>
                      <a:pt x="875" y="1923"/>
                    </a:lnTo>
                    <a:lnTo>
                      <a:pt x="744" y="2113"/>
                    </a:lnTo>
                    <a:lnTo>
                      <a:pt x="627" y="2302"/>
                    </a:lnTo>
                    <a:lnTo>
                      <a:pt x="511" y="2506"/>
                    </a:lnTo>
                    <a:lnTo>
                      <a:pt x="409" y="2724"/>
                    </a:lnTo>
                    <a:lnTo>
                      <a:pt x="321" y="2943"/>
                    </a:lnTo>
                    <a:lnTo>
                      <a:pt x="234" y="3161"/>
                    </a:lnTo>
                    <a:lnTo>
                      <a:pt x="161" y="3394"/>
                    </a:lnTo>
                    <a:lnTo>
                      <a:pt x="117" y="3613"/>
                    </a:lnTo>
                    <a:lnTo>
                      <a:pt x="59" y="3846"/>
                    </a:lnTo>
                    <a:lnTo>
                      <a:pt x="30" y="4064"/>
                    </a:lnTo>
                    <a:lnTo>
                      <a:pt x="15" y="4297"/>
                    </a:lnTo>
                    <a:lnTo>
                      <a:pt x="1" y="4530"/>
                    </a:lnTo>
                    <a:lnTo>
                      <a:pt x="1" y="4749"/>
                    </a:lnTo>
                    <a:lnTo>
                      <a:pt x="15" y="4967"/>
                    </a:lnTo>
                    <a:lnTo>
                      <a:pt x="30" y="5200"/>
                    </a:lnTo>
                    <a:lnTo>
                      <a:pt x="74" y="5419"/>
                    </a:lnTo>
                    <a:lnTo>
                      <a:pt x="117" y="5637"/>
                    </a:lnTo>
                    <a:lnTo>
                      <a:pt x="161" y="5856"/>
                    </a:lnTo>
                    <a:lnTo>
                      <a:pt x="234" y="6060"/>
                    </a:lnTo>
                    <a:lnTo>
                      <a:pt x="307" y="6278"/>
                    </a:lnTo>
                    <a:lnTo>
                      <a:pt x="394" y="6482"/>
                    </a:lnTo>
                    <a:lnTo>
                      <a:pt x="481" y="6686"/>
                    </a:lnTo>
                    <a:lnTo>
                      <a:pt x="583" y="6875"/>
                    </a:lnTo>
                    <a:lnTo>
                      <a:pt x="700" y="7065"/>
                    </a:lnTo>
                    <a:lnTo>
                      <a:pt x="816" y="7254"/>
                    </a:lnTo>
                    <a:lnTo>
                      <a:pt x="948" y="7429"/>
                    </a:lnTo>
                    <a:lnTo>
                      <a:pt x="1093" y="7603"/>
                    </a:lnTo>
                    <a:lnTo>
                      <a:pt x="1239" y="7778"/>
                    </a:lnTo>
                    <a:lnTo>
                      <a:pt x="1399" y="7938"/>
                    </a:lnTo>
                    <a:lnTo>
                      <a:pt x="1559" y="8084"/>
                    </a:lnTo>
                    <a:lnTo>
                      <a:pt x="1734" y="8230"/>
                    </a:lnTo>
                    <a:lnTo>
                      <a:pt x="1923" y="8375"/>
                    </a:lnTo>
                    <a:lnTo>
                      <a:pt x="2113" y="8506"/>
                    </a:lnTo>
                    <a:lnTo>
                      <a:pt x="2302" y="8623"/>
                    </a:lnTo>
                    <a:lnTo>
                      <a:pt x="2506" y="8739"/>
                    </a:lnTo>
                    <a:lnTo>
                      <a:pt x="2724" y="8841"/>
                    </a:lnTo>
                    <a:lnTo>
                      <a:pt x="2943" y="8929"/>
                    </a:lnTo>
                    <a:lnTo>
                      <a:pt x="3176" y="9016"/>
                    </a:lnTo>
                    <a:lnTo>
                      <a:pt x="3423" y="9089"/>
                    </a:lnTo>
                    <a:lnTo>
                      <a:pt x="3671" y="9147"/>
                    </a:lnTo>
                    <a:lnTo>
                      <a:pt x="3904" y="9191"/>
                    </a:lnTo>
                    <a:lnTo>
                      <a:pt x="4880" y="9337"/>
                    </a:lnTo>
                    <a:lnTo>
                      <a:pt x="5390" y="9438"/>
                    </a:lnTo>
                    <a:lnTo>
                      <a:pt x="5899" y="9540"/>
                    </a:lnTo>
                    <a:lnTo>
                      <a:pt x="6424" y="9672"/>
                    </a:lnTo>
                    <a:lnTo>
                      <a:pt x="6963" y="9817"/>
                    </a:lnTo>
                    <a:lnTo>
                      <a:pt x="7487" y="9977"/>
                    </a:lnTo>
                    <a:lnTo>
                      <a:pt x="7997" y="10181"/>
                    </a:lnTo>
                    <a:lnTo>
                      <a:pt x="8244" y="10298"/>
                    </a:lnTo>
                    <a:lnTo>
                      <a:pt x="8506" y="10414"/>
                    </a:lnTo>
                    <a:lnTo>
                      <a:pt x="8739" y="10545"/>
                    </a:lnTo>
                    <a:lnTo>
                      <a:pt x="8987" y="10676"/>
                    </a:lnTo>
                    <a:lnTo>
                      <a:pt x="9220" y="10822"/>
                    </a:lnTo>
                    <a:lnTo>
                      <a:pt x="9453" y="10982"/>
                    </a:lnTo>
                    <a:lnTo>
                      <a:pt x="9671" y="11157"/>
                    </a:lnTo>
                    <a:lnTo>
                      <a:pt x="9890" y="11332"/>
                    </a:lnTo>
                    <a:lnTo>
                      <a:pt x="10094" y="11521"/>
                    </a:lnTo>
                    <a:lnTo>
                      <a:pt x="10283" y="11711"/>
                    </a:lnTo>
                    <a:lnTo>
                      <a:pt x="10473" y="11929"/>
                    </a:lnTo>
                    <a:lnTo>
                      <a:pt x="10662" y="12147"/>
                    </a:lnTo>
                    <a:lnTo>
                      <a:pt x="10822" y="12380"/>
                    </a:lnTo>
                    <a:lnTo>
                      <a:pt x="10982" y="12628"/>
                    </a:lnTo>
                    <a:lnTo>
                      <a:pt x="11128" y="12890"/>
                    </a:lnTo>
                    <a:lnTo>
                      <a:pt x="11259" y="13167"/>
                    </a:lnTo>
                    <a:lnTo>
                      <a:pt x="11303" y="13065"/>
                    </a:lnTo>
                    <a:lnTo>
                      <a:pt x="11390" y="12745"/>
                    </a:lnTo>
                    <a:lnTo>
                      <a:pt x="11507" y="12264"/>
                    </a:lnTo>
                    <a:lnTo>
                      <a:pt x="11638" y="11609"/>
                    </a:lnTo>
                    <a:lnTo>
                      <a:pt x="11710" y="11244"/>
                    </a:lnTo>
                    <a:lnTo>
                      <a:pt x="11769" y="10837"/>
                    </a:lnTo>
                    <a:lnTo>
                      <a:pt x="11812" y="10400"/>
                    </a:lnTo>
                    <a:lnTo>
                      <a:pt x="11856" y="9948"/>
                    </a:lnTo>
                    <a:lnTo>
                      <a:pt x="11885" y="9468"/>
                    </a:lnTo>
                    <a:lnTo>
                      <a:pt x="11900" y="8972"/>
                    </a:lnTo>
                    <a:lnTo>
                      <a:pt x="11885" y="8463"/>
                    </a:lnTo>
                    <a:lnTo>
                      <a:pt x="11856" y="7953"/>
                    </a:lnTo>
                    <a:lnTo>
                      <a:pt x="11812" y="7414"/>
                    </a:lnTo>
                    <a:lnTo>
                      <a:pt x="11725" y="6875"/>
                    </a:lnTo>
                    <a:lnTo>
                      <a:pt x="11623" y="6336"/>
                    </a:lnTo>
                    <a:lnTo>
                      <a:pt x="11477" y="5797"/>
                    </a:lnTo>
                    <a:lnTo>
                      <a:pt x="11390" y="5521"/>
                    </a:lnTo>
                    <a:lnTo>
                      <a:pt x="11303" y="5259"/>
                    </a:lnTo>
                    <a:lnTo>
                      <a:pt x="11201" y="4982"/>
                    </a:lnTo>
                    <a:lnTo>
                      <a:pt x="11084" y="4720"/>
                    </a:lnTo>
                    <a:lnTo>
                      <a:pt x="10968" y="4458"/>
                    </a:lnTo>
                    <a:lnTo>
                      <a:pt x="10837" y="4195"/>
                    </a:lnTo>
                    <a:lnTo>
                      <a:pt x="10691" y="3933"/>
                    </a:lnTo>
                    <a:lnTo>
                      <a:pt x="10545" y="3686"/>
                    </a:lnTo>
                    <a:lnTo>
                      <a:pt x="10371" y="3423"/>
                    </a:lnTo>
                    <a:lnTo>
                      <a:pt x="10196" y="3176"/>
                    </a:lnTo>
                    <a:lnTo>
                      <a:pt x="10006" y="2928"/>
                    </a:lnTo>
                    <a:lnTo>
                      <a:pt x="9803" y="2695"/>
                    </a:lnTo>
                    <a:lnTo>
                      <a:pt x="9599" y="2462"/>
                    </a:lnTo>
                    <a:lnTo>
                      <a:pt x="9366" y="2229"/>
                    </a:lnTo>
                    <a:lnTo>
                      <a:pt x="9133" y="2011"/>
                    </a:lnTo>
                    <a:lnTo>
                      <a:pt x="8870" y="1792"/>
                    </a:lnTo>
                    <a:lnTo>
                      <a:pt x="8608" y="1574"/>
                    </a:lnTo>
                    <a:lnTo>
                      <a:pt x="8317" y="1370"/>
                    </a:lnTo>
                    <a:lnTo>
                      <a:pt x="8026" y="1181"/>
                    </a:lnTo>
                    <a:lnTo>
                      <a:pt x="7705" y="991"/>
                    </a:lnTo>
                    <a:lnTo>
                      <a:pt x="7385" y="816"/>
                    </a:lnTo>
                    <a:lnTo>
                      <a:pt x="7035" y="642"/>
                    </a:lnTo>
                    <a:lnTo>
                      <a:pt x="6686" y="467"/>
                    </a:lnTo>
                    <a:lnTo>
                      <a:pt x="6307" y="321"/>
                    </a:lnTo>
                    <a:lnTo>
                      <a:pt x="6074" y="234"/>
                    </a:lnTo>
                    <a:lnTo>
                      <a:pt x="5856" y="176"/>
                    </a:lnTo>
                    <a:lnTo>
                      <a:pt x="5623" y="117"/>
                    </a:lnTo>
                    <a:lnTo>
                      <a:pt x="5404" y="74"/>
                    </a:lnTo>
                    <a:lnTo>
                      <a:pt x="5171" y="30"/>
                    </a:lnTo>
                    <a:lnTo>
                      <a:pt x="4953" y="15"/>
                    </a:lnTo>
                    <a:lnTo>
                      <a:pt x="4720" y="1"/>
                    </a:lnTo>
                    <a:close/>
                  </a:path>
                </a:pathLst>
              </a:custGeom>
              <a:solidFill>
                <a:srgbClr val="629DE5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277775" y="-984950"/>
                <a:ext cx="187175" cy="241425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9657" extrusionOk="0">
                    <a:moveTo>
                      <a:pt x="4414" y="0"/>
                    </a:moveTo>
                    <a:lnTo>
                      <a:pt x="4108" y="15"/>
                    </a:lnTo>
                    <a:lnTo>
                      <a:pt x="3817" y="44"/>
                    </a:lnTo>
                    <a:lnTo>
                      <a:pt x="3525" y="117"/>
                    </a:lnTo>
                    <a:lnTo>
                      <a:pt x="3234" y="219"/>
                    </a:lnTo>
                    <a:lnTo>
                      <a:pt x="2943" y="350"/>
                    </a:lnTo>
                    <a:lnTo>
                      <a:pt x="2666" y="510"/>
                    </a:lnTo>
                    <a:lnTo>
                      <a:pt x="2448" y="670"/>
                    </a:lnTo>
                    <a:lnTo>
                      <a:pt x="2229" y="816"/>
                    </a:lnTo>
                    <a:lnTo>
                      <a:pt x="2025" y="976"/>
                    </a:lnTo>
                    <a:lnTo>
                      <a:pt x="1836" y="1151"/>
                    </a:lnTo>
                    <a:lnTo>
                      <a:pt x="1661" y="1311"/>
                    </a:lnTo>
                    <a:lnTo>
                      <a:pt x="1486" y="1486"/>
                    </a:lnTo>
                    <a:lnTo>
                      <a:pt x="1326" y="1660"/>
                    </a:lnTo>
                    <a:lnTo>
                      <a:pt x="1181" y="1835"/>
                    </a:lnTo>
                    <a:lnTo>
                      <a:pt x="1049" y="2010"/>
                    </a:lnTo>
                    <a:lnTo>
                      <a:pt x="918" y="2199"/>
                    </a:lnTo>
                    <a:lnTo>
                      <a:pt x="802" y="2374"/>
                    </a:lnTo>
                    <a:lnTo>
                      <a:pt x="685" y="2563"/>
                    </a:lnTo>
                    <a:lnTo>
                      <a:pt x="496" y="2927"/>
                    </a:lnTo>
                    <a:lnTo>
                      <a:pt x="350" y="3306"/>
                    </a:lnTo>
                    <a:lnTo>
                      <a:pt x="219" y="3685"/>
                    </a:lnTo>
                    <a:lnTo>
                      <a:pt x="132" y="4063"/>
                    </a:lnTo>
                    <a:lnTo>
                      <a:pt x="59" y="4457"/>
                    </a:lnTo>
                    <a:lnTo>
                      <a:pt x="15" y="4835"/>
                    </a:lnTo>
                    <a:lnTo>
                      <a:pt x="1" y="5199"/>
                    </a:lnTo>
                    <a:lnTo>
                      <a:pt x="1" y="5578"/>
                    </a:lnTo>
                    <a:lnTo>
                      <a:pt x="30" y="5942"/>
                    </a:lnTo>
                    <a:lnTo>
                      <a:pt x="59" y="6306"/>
                    </a:lnTo>
                    <a:lnTo>
                      <a:pt x="117" y="6641"/>
                    </a:lnTo>
                    <a:lnTo>
                      <a:pt x="190" y="6991"/>
                    </a:lnTo>
                    <a:lnTo>
                      <a:pt x="263" y="7311"/>
                    </a:lnTo>
                    <a:lnTo>
                      <a:pt x="350" y="7617"/>
                    </a:lnTo>
                    <a:lnTo>
                      <a:pt x="438" y="7908"/>
                    </a:lnTo>
                    <a:lnTo>
                      <a:pt x="525" y="8185"/>
                    </a:lnTo>
                    <a:lnTo>
                      <a:pt x="714" y="8680"/>
                    </a:lnTo>
                    <a:lnTo>
                      <a:pt x="889" y="9088"/>
                    </a:lnTo>
                    <a:lnTo>
                      <a:pt x="1035" y="9394"/>
                    </a:lnTo>
                    <a:lnTo>
                      <a:pt x="1181" y="9656"/>
                    </a:lnTo>
                    <a:lnTo>
                      <a:pt x="1224" y="9452"/>
                    </a:lnTo>
                    <a:lnTo>
                      <a:pt x="1297" y="9263"/>
                    </a:lnTo>
                    <a:lnTo>
                      <a:pt x="1355" y="9074"/>
                    </a:lnTo>
                    <a:lnTo>
                      <a:pt x="1443" y="8899"/>
                    </a:lnTo>
                    <a:lnTo>
                      <a:pt x="1530" y="8724"/>
                    </a:lnTo>
                    <a:lnTo>
                      <a:pt x="1617" y="8564"/>
                    </a:lnTo>
                    <a:lnTo>
                      <a:pt x="1719" y="8404"/>
                    </a:lnTo>
                    <a:lnTo>
                      <a:pt x="1836" y="8258"/>
                    </a:lnTo>
                    <a:lnTo>
                      <a:pt x="1952" y="8112"/>
                    </a:lnTo>
                    <a:lnTo>
                      <a:pt x="2069" y="7967"/>
                    </a:lnTo>
                    <a:lnTo>
                      <a:pt x="2331" y="7705"/>
                    </a:lnTo>
                    <a:lnTo>
                      <a:pt x="2622" y="7457"/>
                    </a:lnTo>
                    <a:lnTo>
                      <a:pt x="2914" y="7238"/>
                    </a:lnTo>
                    <a:lnTo>
                      <a:pt x="3234" y="7035"/>
                    </a:lnTo>
                    <a:lnTo>
                      <a:pt x="3554" y="6845"/>
                    </a:lnTo>
                    <a:lnTo>
                      <a:pt x="3875" y="6685"/>
                    </a:lnTo>
                    <a:lnTo>
                      <a:pt x="4210" y="6525"/>
                    </a:lnTo>
                    <a:lnTo>
                      <a:pt x="4530" y="6379"/>
                    </a:lnTo>
                    <a:lnTo>
                      <a:pt x="4851" y="6248"/>
                    </a:lnTo>
                    <a:lnTo>
                      <a:pt x="5477" y="6015"/>
                    </a:lnTo>
                    <a:lnTo>
                      <a:pt x="5623" y="5957"/>
                    </a:lnTo>
                    <a:lnTo>
                      <a:pt x="5783" y="5884"/>
                    </a:lnTo>
                    <a:lnTo>
                      <a:pt x="5928" y="5797"/>
                    </a:lnTo>
                    <a:lnTo>
                      <a:pt x="6074" y="5709"/>
                    </a:lnTo>
                    <a:lnTo>
                      <a:pt x="6336" y="5520"/>
                    </a:lnTo>
                    <a:lnTo>
                      <a:pt x="6569" y="5316"/>
                    </a:lnTo>
                    <a:lnTo>
                      <a:pt x="6773" y="5083"/>
                    </a:lnTo>
                    <a:lnTo>
                      <a:pt x="6948" y="4850"/>
                    </a:lnTo>
                    <a:lnTo>
                      <a:pt x="7108" y="4588"/>
                    </a:lnTo>
                    <a:lnTo>
                      <a:pt x="7239" y="4311"/>
                    </a:lnTo>
                    <a:lnTo>
                      <a:pt x="7341" y="4034"/>
                    </a:lnTo>
                    <a:lnTo>
                      <a:pt x="7414" y="3743"/>
                    </a:lnTo>
                    <a:lnTo>
                      <a:pt x="7458" y="3452"/>
                    </a:lnTo>
                    <a:lnTo>
                      <a:pt x="7487" y="3160"/>
                    </a:lnTo>
                    <a:lnTo>
                      <a:pt x="7472" y="2855"/>
                    </a:lnTo>
                    <a:lnTo>
                      <a:pt x="7429" y="2549"/>
                    </a:lnTo>
                    <a:lnTo>
                      <a:pt x="7356" y="2257"/>
                    </a:lnTo>
                    <a:lnTo>
                      <a:pt x="7268" y="1966"/>
                    </a:lnTo>
                    <a:lnTo>
                      <a:pt x="7137" y="1689"/>
                    </a:lnTo>
                    <a:lnTo>
                      <a:pt x="6977" y="1413"/>
                    </a:lnTo>
                    <a:lnTo>
                      <a:pt x="6788" y="1151"/>
                    </a:lnTo>
                    <a:lnTo>
                      <a:pt x="6569" y="918"/>
                    </a:lnTo>
                    <a:lnTo>
                      <a:pt x="6351" y="714"/>
                    </a:lnTo>
                    <a:lnTo>
                      <a:pt x="6103" y="524"/>
                    </a:lnTo>
                    <a:lnTo>
                      <a:pt x="5841" y="379"/>
                    </a:lnTo>
                    <a:lnTo>
                      <a:pt x="5579" y="248"/>
                    </a:lnTo>
                    <a:lnTo>
                      <a:pt x="5302" y="146"/>
                    </a:lnTo>
                    <a:lnTo>
                      <a:pt x="5011" y="73"/>
                    </a:lnTo>
                    <a:lnTo>
                      <a:pt x="4705" y="15"/>
                    </a:lnTo>
                    <a:lnTo>
                      <a:pt x="4414" y="0"/>
                    </a:lnTo>
                    <a:close/>
                  </a:path>
                </a:pathLst>
              </a:custGeom>
              <a:solidFill>
                <a:srgbClr val="629DE5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3"/>
            <p:cNvSpPr/>
            <p:nvPr/>
          </p:nvSpPr>
          <p:spPr>
            <a:xfrm rot="-5400000">
              <a:off x="7649561" y="3673963"/>
              <a:ext cx="1793835" cy="1194945"/>
            </a:xfrm>
            <a:custGeom>
              <a:avLst/>
              <a:gdLst/>
              <a:ahLst/>
              <a:cxnLst/>
              <a:rect l="l" t="t" r="r" b="b"/>
              <a:pathLst>
                <a:path w="73390" h="48893" extrusionOk="0">
                  <a:moveTo>
                    <a:pt x="1" y="0"/>
                  </a:moveTo>
                  <a:lnTo>
                    <a:pt x="1" y="48893"/>
                  </a:lnTo>
                  <a:lnTo>
                    <a:pt x="73390" y="48893"/>
                  </a:lnTo>
                  <a:lnTo>
                    <a:pt x="73390" y="45033"/>
                  </a:lnTo>
                  <a:lnTo>
                    <a:pt x="72996" y="44902"/>
                  </a:lnTo>
                  <a:lnTo>
                    <a:pt x="72603" y="44756"/>
                  </a:lnTo>
                  <a:lnTo>
                    <a:pt x="72224" y="44582"/>
                  </a:lnTo>
                  <a:lnTo>
                    <a:pt x="71860" y="44421"/>
                  </a:lnTo>
                  <a:lnTo>
                    <a:pt x="71482" y="44232"/>
                  </a:lnTo>
                  <a:lnTo>
                    <a:pt x="71118" y="44028"/>
                  </a:lnTo>
                  <a:lnTo>
                    <a:pt x="70768" y="43824"/>
                  </a:lnTo>
                  <a:lnTo>
                    <a:pt x="70419" y="43606"/>
                  </a:lnTo>
                  <a:lnTo>
                    <a:pt x="70069" y="43373"/>
                  </a:lnTo>
                  <a:lnTo>
                    <a:pt x="69734" y="43140"/>
                  </a:lnTo>
                  <a:lnTo>
                    <a:pt x="69399" y="42892"/>
                  </a:lnTo>
                  <a:lnTo>
                    <a:pt x="69079" y="42630"/>
                  </a:lnTo>
                  <a:lnTo>
                    <a:pt x="68773" y="42353"/>
                  </a:lnTo>
                  <a:lnTo>
                    <a:pt x="68467" y="42076"/>
                  </a:lnTo>
                  <a:lnTo>
                    <a:pt x="68176" y="41785"/>
                  </a:lnTo>
                  <a:lnTo>
                    <a:pt x="67899" y="41479"/>
                  </a:lnTo>
                  <a:lnTo>
                    <a:pt x="67637" y="41188"/>
                  </a:lnTo>
                  <a:lnTo>
                    <a:pt x="67389" y="40897"/>
                  </a:lnTo>
                  <a:lnTo>
                    <a:pt x="67156" y="40591"/>
                  </a:lnTo>
                  <a:lnTo>
                    <a:pt x="66923" y="40285"/>
                  </a:lnTo>
                  <a:lnTo>
                    <a:pt x="66705" y="39965"/>
                  </a:lnTo>
                  <a:lnTo>
                    <a:pt x="66501" y="39630"/>
                  </a:lnTo>
                  <a:lnTo>
                    <a:pt x="66297" y="39309"/>
                  </a:lnTo>
                  <a:lnTo>
                    <a:pt x="66108" y="38960"/>
                  </a:lnTo>
                  <a:lnTo>
                    <a:pt x="65933" y="38625"/>
                  </a:lnTo>
                  <a:lnTo>
                    <a:pt x="65773" y="38275"/>
                  </a:lnTo>
                  <a:lnTo>
                    <a:pt x="65612" y="37926"/>
                  </a:lnTo>
                  <a:lnTo>
                    <a:pt x="65467" y="37562"/>
                  </a:lnTo>
                  <a:lnTo>
                    <a:pt x="65321" y="37212"/>
                  </a:lnTo>
                  <a:lnTo>
                    <a:pt x="65190" y="36848"/>
                  </a:lnTo>
                  <a:lnTo>
                    <a:pt x="65073" y="36469"/>
                  </a:lnTo>
                  <a:lnTo>
                    <a:pt x="64972" y="36105"/>
                  </a:lnTo>
                  <a:lnTo>
                    <a:pt x="64884" y="35726"/>
                  </a:lnTo>
                  <a:lnTo>
                    <a:pt x="64797" y="35348"/>
                  </a:lnTo>
                  <a:lnTo>
                    <a:pt x="64724" y="34969"/>
                  </a:lnTo>
                  <a:lnTo>
                    <a:pt x="64651" y="34590"/>
                  </a:lnTo>
                  <a:lnTo>
                    <a:pt x="64607" y="34212"/>
                  </a:lnTo>
                  <a:lnTo>
                    <a:pt x="64564" y="33819"/>
                  </a:lnTo>
                  <a:lnTo>
                    <a:pt x="64535" y="33440"/>
                  </a:lnTo>
                  <a:lnTo>
                    <a:pt x="64520" y="33047"/>
                  </a:lnTo>
                  <a:lnTo>
                    <a:pt x="64505" y="32668"/>
                  </a:lnTo>
                  <a:lnTo>
                    <a:pt x="64520" y="32275"/>
                  </a:lnTo>
                  <a:lnTo>
                    <a:pt x="64535" y="31896"/>
                  </a:lnTo>
                  <a:lnTo>
                    <a:pt x="64549" y="31503"/>
                  </a:lnTo>
                  <a:lnTo>
                    <a:pt x="64593" y="31124"/>
                  </a:lnTo>
                  <a:lnTo>
                    <a:pt x="64651" y="30746"/>
                  </a:lnTo>
                  <a:lnTo>
                    <a:pt x="64709" y="30367"/>
                  </a:lnTo>
                  <a:lnTo>
                    <a:pt x="64782" y="29988"/>
                  </a:lnTo>
                  <a:lnTo>
                    <a:pt x="64870" y="29580"/>
                  </a:lnTo>
                  <a:lnTo>
                    <a:pt x="64972" y="29187"/>
                  </a:lnTo>
                  <a:lnTo>
                    <a:pt x="65205" y="28401"/>
                  </a:lnTo>
                  <a:lnTo>
                    <a:pt x="65452" y="27614"/>
                  </a:lnTo>
                  <a:lnTo>
                    <a:pt x="65700" y="26842"/>
                  </a:lnTo>
                  <a:lnTo>
                    <a:pt x="65947" y="26056"/>
                  </a:lnTo>
                  <a:lnTo>
                    <a:pt x="66049" y="25663"/>
                  </a:lnTo>
                  <a:lnTo>
                    <a:pt x="66151" y="25269"/>
                  </a:lnTo>
                  <a:lnTo>
                    <a:pt x="66253" y="24876"/>
                  </a:lnTo>
                  <a:lnTo>
                    <a:pt x="66326" y="24483"/>
                  </a:lnTo>
                  <a:lnTo>
                    <a:pt x="66384" y="24075"/>
                  </a:lnTo>
                  <a:lnTo>
                    <a:pt x="66442" y="23667"/>
                  </a:lnTo>
                  <a:lnTo>
                    <a:pt x="66472" y="23260"/>
                  </a:lnTo>
                  <a:lnTo>
                    <a:pt x="66472" y="22837"/>
                  </a:lnTo>
                  <a:lnTo>
                    <a:pt x="66442" y="22429"/>
                  </a:lnTo>
                  <a:lnTo>
                    <a:pt x="66384" y="22007"/>
                  </a:lnTo>
                  <a:lnTo>
                    <a:pt x="66311" y="21599"/>
                  </a:lnTo>
                  <a:lnTo>
                    <a:pt x="66209" y="21191"/>
                  </a:lnTo>
                  <a:lnTo>
                    <a:pt x="66078" y="20798"/>
                  </a:lnTo>
                  <a:lnTo>
                    <a:pt x="65918" y="20419"/>
                  </a:lnTo>
                  <a:lnTo>
                    <a:pt x="65743" y="20055"/>
                  </a:lnTo>
                  <a:lnTo>
                    <a:pt x="65540" y="19720"/>
                  </a:lnTo>
                  <a:lnTo>
                    <a:pt x="65423" y="19546"/>
                  </a:lnTo>
                  <a:lnTo>
                    <a:pt x="65292" y="19400"/>
                  </a:lnTo>
                  <a:lnTo>
                    <a:pt x="65161" y="19254"/>
                  </a:lnTo>
                  <a:lnTo>
                    <a:pt x="65030" y="19109"/>
                  </a:lnTo>
                  <a:lnTo>
                    <a:pt x="64884" y="18978"/>
                  </a:lnTo>
                  <a:lnTo>
                    <a:pt x="64738" y="18847"/>
                  </a:lnTo>
                  <a:lnTo>
                    <a:pt x="64593" y="18730"/>
                  </a:lnTo>
                  <a:lnTo>
                    <a:pt x="64418" y="18614"/>
                  </a:lnTo>
                  <a:lnTo>
                    <a:pt x="64258" y="18512"/>
                  </a:lnTo>
                  <a:lnTo>
                    <a:pt x="64083" y="18424"/>
                  </a:lnTo>
                  <a:lnTo>
                    <a:pt x="63894" y="18351"/>
                  </a:lnTo>
                  <a:lnTo>
                    <a:pt x="63704" y="18279"/>
                  </a:lnTo>
                  <a:lnTo>
                    <a:pt x="63399" y="18191"/>
                  </a:lnTo>
                  <a:lnTo>
                    <a:pt x="63078" y="18118"/>
                  </a:lnTo>
                  <a:lnTo>
                    <a:pt x="62758" y="18089"/>
                  </a:lnTo>
                  <a:lnTo>
                    <a:pt x="62437" y="18060"/>
                  </a:lnTo>
                  <a:lnTo>
                    <a:pt x="62102" y="18060"/>
                  </a:lnTo>
                  <a:lnTo>
                    <a:pt x="61767" y="18075"/>
                  </a:lnTo>
                  <a:lnTo>
                    <a:pt x="61112" y="18104"/>
                  </a:lnTo>
                  <a:lnTo>
                    <a:pt x="60355" y="18133"/>
                  </a:lnTo>
                  <a:lnTo>
                    <a:pt x="59976" y="18147"/>
                  </a:lnTo>
                  <a:lnTo>
                    <a:pt x="59612" y="18133"/>
                  </a:lnTo>
                  <a:lnTo>
                    <a:pt x="59248" y="18089"/>
                  </a:lnTo>
                  <a:lnTo>
                    <a:pt x="58884" y="18031"/>
                  </a:lnTo>
                  <a:lnTo>
                    <a:pt x="58709" y="17987"/>
                  </a:lnTo>
                  <a:lnTo>
                    <a:pt x="58534" y="17929"/>
                  </a:lnTo>
                  <a:lnTo>
                    <a:pt x="58374" y="17871"/>
                  </a:lnTo>
                  <a:lnTo>
                    <a:pt x="58199" y="17783"/>
                  </a:lnTo>
                  <a:lnTo>
                    <a:pt x="58039" y="17696"/>
                  </a:lnTo>
                  <a:lnTo>
                    <a:pt x="57879" y="17609"/>
                  </a:lnTo>
                  <a:lnTo>
                    <a:pt x="57733" y="17507"/>
                  </a:lnTo>
                  <a:lnTo>
                    <a:pt x="57587" y="17390"/>
                  </a:lnTo>
                  <a:lnTo>
                    <a:pt x="57456" y="17274"/>
                  </a:lnTo>
                  <a:lnTo>
                    <a:pt x="57325" y="17157"/>
                  </a:lnTo>
                  <a:lnTo>
                    <a:pt x="57209" y="17026"/>
                  </a:lnTo>
                  <a:lnTo>
                    <a:pt x="57092" y="16880"/>
                  </a:lnTo>
                  <a:lnTo>
                    <a:pt x="56990" y="16735"/>
                  </a:lnTo>
                  <a:lnTo>
                    <a:pt x="56888" y="16589"/>
                  </a:lnTo>
                  <a:lnTo>
                    <a:pt x="56714" y="16269"/>
                  </a:lnTo>
                  <a:lnTo>
                    <a:pt x="56553" y="15934"/>
                  </a:lnTo>
                  <a:lnTo>
                    <a:pt x="56422" y="15584"/>
                  </a:lnTo>
                  <a:lnTo>
                    <a:pt x="56306" y="15220"/>
                  </a:lnTo>
                  <a:lnTo>
                    <a:pt x="56218" y="14856"/>
                  </a:lnTo>
                  <a:lnTo>
                    <a:pt x="56146" y="14463"/>
                  </a:lnTo>
                  <a:lnTo>
                    <a:pt x="56087" y="14084"/>
                  </a:lnTo>
                  <a:lnTo>
                    <a:pt x="56044" y="13691"/>
                  </a:lnTo>
                  <a:lnTo>
                    <a:pt x="56015" y="13298"/>
                  </a:lnTo>
                  <a:lnTo>
                    <a:pt x="56000" y="12919"/>
                  </a:lnTo>
                  <a:lnTo>
                    <a:pt x="56000" y="12540"/>
                  </a:lnTo>
                  <a:lnTo>
                    <a:pt x="56000" y="11783"/>
                  </a:lnTo>
                  <a:lnTo>
                    <a:pt x="55985" y="10996"/>
                  </a:lnTo>
                  <a:lnTo>
                    <a:pt x="55971" y="10618"/>
                  </a:lnTo>
                  <a:lnTo>
                    <a:pt x="55956" y="10225"/>
                  </a:lnTo>
                  <a:lnTo>
                    <a:pt x="55913" y="9846"/>
                  </a:lnTo>
                  <a:lnTo>
                    <a:pt x="55869" y="9467"/>
                  </a:lnTo>
                  <a:lnTo>
                    <a:pt x="55796" y="9103"/>
                  </a:lnTo>
                  <a:lnTo>
                    <a:pt x="55709" y="8739"/>
                  </a:lnTo>
                  <a:lnTo>
                    <a:pt x="55607" y="8389"/>
                  </a:lnTo>
                  <a:lnTo>
                    <a:pt x="55476" y="8054"/>
                  </a:lnTo>
                  <a:lnTo>
                    <a:pt x="55315" y="7719"/>
                  </a:lnTo>
                  <a:lnTo>
                    <a:pt x="55126" y="7414"/>
                  </a:lnTo>
                  <a:lnTo>
                    <a:pt x="55024" y="7268"/>
                  </a:lnTo>
                  <a:lnTo>
                    <a:pt x="54908" y="7122"/>
                  </a:lnTo>
                  <a:lnTo>
                    <a:pt x="54791" y="6977"/>
                  </a:lnTo>
                  <a:lnTo>
                    <a:pt x="54660" y="6846"/>
                  </a:lnTo>
                  <a:lnTo>
                    <a:pt x="54471" y="6671"/>
                  </a:lnTo>
                  <a:lnTo>
                    <a:pt x="54281" y="6511"/>
                  </a:lnTo>
                  <a:lnTo>
                    <a:pt x="54078" y="6380"/>
                  </a:lnTo>
                  <a:lnTo>
                    <a:pt x="53859" y="6249"/>
                  </a:lnTo>
                  <a:lnTo>
                    <a:pt x="53641" y="6147"/>
                  </a:lnTo>
                  <a:lnTo>
                    <a:pt x="53422" y="6059"/>
                  </a:lnTo>
                  <a:lnTo>
                    <a:pt x="53189" y="5986"/>
                  </a:lnTo>
                  <a:lnTo>
                    <a:pt x="52956" y="5928"/>
                  </a:lnTo>
                  <a:lnTo>
                    <a:pt x="52723" y="5884"/>
                  </a:lnTo>
                  <a:lnTo>
                    <a:pt x="52475" y="5855"/>
                  </a:lnTo>
                  <a:lnTo>
                    <a:pt x="52228" y="5841"/>
                  </a:lnTo>
                  <a:lnTo>
                    <a:pt x="51980" y="5841"/>
                  </a:lnTo>
                  <a:lnTo>
                    <a:pt x="51733" y="5855"/>
                  </a:lnTo>
                  <a:lnTo>
                    <a:pt x="51485" y="5884"/>
                  </a:lnTo>
                  <a:lnTo>
                    <a:pt x="51223" y="5914"/>
                  </a:lnTo>
                  <a:lnTo>
                    <a:pt x="50975" y="5972"/>
                  </a:lnTo>
                  <a:lnTo>
                    <a:pt x="50728" y="6030"/>
                  </a:lnTo>
                  <a:lnTo>
                    <a:pt x="50480" y="6103"/>
                  </a:lnTo>
                  <a:lnTo>
                    <a:pt x="50233" y="6190"/>
                  </a:lnTo>
                  <a:lnTo>
                    <a:pt x="49985" y="6292"/>
                  </a:lnTo>
                  <a:lnTo>
                    <a:pt x="49737" y="6409"/>
                  </a:lnTo>
                  <a:lnTo>
                    <a:pt x="49504" y="6525"/>
                  </a:lnTo>
                  <a:lnTo>
                    <a:pt x="49271" y="6656"/>
                  </a:lnTo>
                  <a:lnTo>
                    <a:pt x="49053" y="6787"/>
                  </a:lnTo>
                  <a:lnTo>
                    <a:pt x="48820" y="6933"/>
                  </a:lnTo>
                  <a:lnTo>
                    <a:pt x="48616" y="7093"/>
                  </a:lnTo>
                  <a:lnTo>
                    <a:pt x="48397" y="7268"/>
                  </a:lnTo>
                  <a:lnTo>
                    <a:pt x="48208" y="7443"/>
                  </a:lnTo>
                  <a:lnTo>
                    <a:pt x="48019" y="7618"/>
                  </a:lnTo>
                  <a:lnTo>
                    <a:pt x="47829" y="7807"/>
                  </a:lnTo>
                  <a:lnTo>
                    <a:pt x="47655" y="7996"/>
                  </a:lnTo>
                  <a:lnTo>
                    <a:pt x="47495" y="8200"/>
                  </a:lnTo>
                  <a:lnTo>
                    <a:pt x="47203" y="8622"/>
                  </a:lnTo>
                  <a:lnTo>
                    <a:pt x="46927" y="9059"/>
                  </a:lnTo>
                  <a:lnTo>
                    <a:pt x="46679" y="9511"/>
                  </a:lnTo>
                  <a:lnTo>
                    <a:pt x="46460" y="9962"/>
                  </a:lnTo>
                  <a:lnTo>
                    <a:pt x="46257" y="10428"/>
                  </a:lnTo>
                  <a:lnTo>
                    <a:pt x="46067" y="10909"/>
                  </a:lnTo>
                  <a:lnTo>
                    <a:pt x="45892" y="11390"/>
                  </a:lnTo>
                  <a:lnTo>
                    <a:pt x="45732" y="11885"/>
                  </a:lnTo>
                  <a:lnTo>
                    <a:pt x="45572" y="12380"/>
                  </a:lnTo>
                  <a:lnTo>
                    <a:pt x="45426" y="12875"/>
                  </a:lnTo>
                  <a:lnTo>
                    <a:pt x="45150" y="13895"/>
                  </a:lnTo>
                  <a:lnTo>
                    <a:pt x="44873" y="14900"/>
                  </a:lnTo>
                  <a:lnTo>
                    <a:pt x="44727" y="15395"/>
                  </a:lnTo>
                  <a:lnTo>
                    <a:pt x="44582" y="15890"/>
                  </a:lnTo>
                  <a:lnTo>
                    <a:pt x="44421" y="16385"/>
                  </a:lnTo>
                  <a:lnTo>
                    <a:pt x="44232" y="16880"/>
                  </a:lnTo>
                  <a:lnTo>
                    <a:pt x="44028" y="17361"/>
                  </a:lnTo>
                  <a:lnTo>
                    <a:pt x="43810" y="17856"/>
                  </a:lnTo>
                  <a:lnTo>
                    <a:pt x="43562" y="18322"/>
                  </a:lnTo>
                  <a:lnTo>
                    <a:pt x="43315" y="18788"/>
                  </a:lnTo>
                  <a:lnTo>
                    <a:pt x="43023" y="19225"/>
                  </a:lnTo>
                  <a:lnTo>
                    <a:pt x="42717" y="19648"/>
                  </a:lnTo>
                  <a:lnTo>
                    <a:pt x="42397" y="20055"/>
                  </a:lnTo>
                  <a:lnTo>
                    <a:pt x="42222" y="20245"/>
                  </a:lnTo>
                  <a:lnTo>
                    <a:pt x="42048" y="20419"/>
                  </a:lnTo>
                  <a:lnTo>
                    <a:pt x="41873" y="20594"/>
                  </a:lnTo>
                  <a:lnTo>
                    <a:pt x="41683" y="20769"/>
                  </a:lnTo>
                  <a:lnTo>
                    <a:pt x="41494" y="20929"/>
                  </a:lnTo>
                  <a:lnTo>
                    <a:pt x="41290" y="21075"/>
                  </a:lnTo>
                  <a:lnTo>
                    <a:pt x="41086" y="21221"/>
                  </a:lnTo>
                  <a:lnTo>
                    <a:pt x="40868" y="21352"/>
                  </a:lnTo>
                  <a:lnTo>
                    <a:pt x="40664" y="21483"/>
                  </a:lnTo>
                  <a:lnTo>
                    <a:pt x="40431" y="21585"/>
                  </a:lnTo>
                  <a:lnTo>
                    <a:pt x="40212" y="21687"/>
                  </a:lnTo>
                  <a:lnTo>
                    <a:pt x="39965" y="21789"/>
                  </a:lnTo>
                  <a:lnTo>
                    <a:pt x="39732" y="21861"/>
                  </a:lnTo>
                  <a:lnTo>
                    <a:pt x="39484" y="21934"/>
                  </a:lnTo>
                  <a:lnTo>
                    <a:pt x="39178" y="21992"/>
                  </a:lnTo>
                  <a:lnTo>
                    <a:pt x="38873" y="22051"/>
                  </a:lnTo>
                  <a:lnTo>
                    <a:pt x="38567" y="22080"/>
                  </a:lnTo>
                  <a:lnTo>
                    <a:pt x="37970" y="22080"/>
                  </a:lnTo>
                  <a:lnTo>
                    <a:pt x="37678" y="22051"/>
                  </a:lnTo>
                  <a:lnTo>
                    <a:pt x="37387" y="22007"/>
                  </a:lnTo>
                  <a:lnTo>
                    <a:pt x="37096" y="21949"/>
                  </a:lnTo>
                  <a:lnTo>
                    <a:pt x="36804" y="21876"/>
                  </a:lnTo>
                  <a:lnTo>
                    <a:pt x="36513" y="21789"/>
                  </a:lnTo>
                  <a:lnTo>
                    <a:pt x="36222" y="21701"/>
                  </a:lnTo>
                  <a:lnTo>
                    <a:pt x="35945" y="21585"/>
                  </a:lnTo>
                  <a:lnTo>
                    <a:pt x="35668" y="21454"/>
                  </a:lnTo>
                  <a:lnTo>
                    <a:pt x="35377" y="21322"/>
                  </a:lnTo>
                  <a:lnTo>
                    <a:pt x="35115" y="21177"/>
                  </a:lnTo>
                  <a:lnTo>
                    <a:pt x="34838" y="21017"/>
                  </a:lnTo>
                  <a:lnTo>
                    <a:pt x="34562" y="20856"/>
                  </a:lnTo>
                  <a:lnTo>
                    <a:pt x="34299" y="20682"/>
                  </a:lnTo>
                  <a:lnTo>
                    <a:pt x="33775" y="20303"/>
                  </a:lnTo>
                  <a:lnTo>
                    <a:pt x="33265" y="19895"/>
                  </a:lnTo>
                  <a:lnTo>
                    <a:pt x="32770" y="19473"/>
                  </a:lnTo>
                  <a:lnTo>
                    <a:pt x="32290" y="19021"/>
                  </a:lnTo>
                  <a:lnTo>
                    <a:pt x="31838" y="18555"/>
                  </a:lnTo>
                  <a:lnTo>
                    <a:pt x="31387" y="18089"/>
                  </a:lnTo>
                  <a:lnTo>
                    <a:pt x="30964" y="17623"/>
                  </a:lnTo>
                  <a:lnTo>
                    <a:pt x="30105" y="16676"/>
                  </a:lnTo>
                  <a:lnTo>
                    <a:pt x="29668" y="16196"/>
                  </a:lnTo>
                  <a:lnTo>
                    <a:pt x="29202" y="15730"/>
                  </a:lnTo>
                  <a:lnTo>
                    <a:pt x="28750" y="15278"/>
                  </a:lnTo>
                  <a:lnTo>
                    <a:pt x="28270" y="14841"/>
                  </a:lnTo>
                  <a:lnTo>
                    <a:pt x="27775" y="14419"/>
                  </a:lnTo>
                  <a:lnTo>
                    <a:pt x="27279" y="14026"/>
                  </a:lnTo>
                  <a:lnTo>
                    <a:pt x="27032" y="13836"/>
                  </a:lnTo>
                  <a:lnTo>
                    <a:pt x="26770" y="13662"/>
                  </a:lnTo>
                  <a:lnTo>
                    <a:pt x="26508" y="13501"/>
                  </a:lnTo>
                  <a:lnTo>
                    <a:pt x="26245" y="13341"/>
                  </a:lnTo>
                  <a:lnTo>
                    <a:pt x="25969" y="13196"/>
                  </a:lnTo>
                  <a:lnTo>
                    <a:pt x="25692" y="13050"/>
                  </a:lnTo>
                  <a:lnTo>
                    <a:pt x="25415" y="12933"/>
                  </a:lnTo>
                  <a:lnTo>
                    <a:pt x="25139" y="12817"/>
                  </a:lnTo>
                  <a:lnTo>
                    <a:pt x="24862" y="12715"/>
                  </a:lnTo>
                  <a:lnTo>
                    <a:pt x="24571" y="12628"/>
                  </a:lnTo>
                  <a:lnTo>
                    <a:pt x="24279" y="12555"/>
                  </a:lnTo>
                  <a:lnTo>
                    <a:pt x="23988" y="12497"/>
                  </a:lnTo>
                  <a:lnTo>
                    <a:pt x="23682" y="12453"/>
                  </a:lnTo>
                  <a:lnTo>
                    <a:pt x="23376" y="12424"/>
                  </a:lnTo>
                  <a:lnTo>
                    <a:pt x="23070" y="12409"/>
                  </a:lnTo>
                  <a:lnTo>
                    <a:pt x="22765" y="12424"/>
                  </a:lnTo>
                  <a:lnTo>
                    <a:pt x="22415" y="12453"/>
                  </a:lnTo>
                  <a:lnTo>
                    <a:pt x="22065" y="12497"/>
                  </a:lnTo>
                  <a:lnTo>
                    <a:pt x="21716" y="12569"/>
                  </a:lnTo>
                  <a:lnTo>
                    <a:pt x="21381" y="12642"/>
                  </a:lnTo>
                  <a:lnTo>
                    <a:pt x="21031" y="12744"/>
                  </a:lnTo>
                  <a:lnTo>
                    <a:pt x="20696" y="12861"/>
                  </a:lnTo>
                  <a:lnTo>
                    <a:pt x="20041" y="13094"/>
                  </a:lnTo>
                  <a:lnTo>
                    <a:pt x="18701" y="13633"/>
                  </a:lnTo>
                  <a:lnTo>
                    <a:pt x="18046" y="13895"/>
                  </a:lnTo>
                  <a:lnTo>
                    <a:pt x="17696" y="13997"/>
                  </a:lnTo>
                  <a:lnTo>
                    <a:pt x="17361" y="14113"/>
                  </a:lnTo>
                  <a:lnTo>
                    <a:pt x="16866" y="14244"/>
                  </a:lnTo>
                  <a:lnTo>
                    <a:pt x="16371" y="14346"/>
                  </a:lnTo>
                  <a:lnTo>
                    <a:pt x="15876" y="14419"/>
                  </a:lnTo>
                  <a:lnTo>
                    <a:pt x="15381" y="14463"/>
                  </a:lnTo>
                  <a:lnTo>
                    <a:pt x="14885" y="14492"/>
                  </a:lnTo>
                  <a:lnTo>
                    <a:pt x="14376" y="14492"/>
                  </a:lnTo>
                  <a:lnTo>
                    <a:pt x="13880" y="14463"/>
                  </a:lnTo>
                  <a:lnTo>
                    <a:pt x="13385" y="14419"/>
                  </a:lnTo>
                  <a:lnTo>
                    <a:pt x="12890" y="14346"/>
                  </a:lnTo>
                  <a:lnTo>
                    <a:pt x="12395" y="14259"/>
                  </a:lnTo>
                  <a:lnTo>
                    <a:pt x="11914" y="14142"/>
                  </a:lnTo>
                  <a:lnTo>
                    <a:pt x="11419" y="13997"/>
                  </a:lnTo>
                  <a:lnTo>
                    <a:pt x="10938" y="13851"/>
                  </a:lnTo>
                  <a:lnTo>
                    <a:pt x="10472" y="13662"/>
                  </a:lnTo>
                  <a:lnTo>
                    <a:pt x="9992" y="13472"/>
                  </a:lnTo>
                  <a:lnTo>
                    <a:pt x="9526" y="13254"/>
                  </a:lnTo>
                  <a:lnTo>
                    <a:pt x="9074" y="13021"/>
                  </a:lnTo>
                  <a:lnTo>
                    <a:pt x="8623" y="12773"/>
                  </a:lnTo>
                  <a:lnTo>
                    <a:pt x="8171" y="12511"/>
                  </a:lnTo>
                  <a:lnTo>
                    <a:pt x="7749" y="12234"/>
                  </a:lnTo>
                  <a:lnTo>
                    <a:pt x="7312" y="11929"/>
                  </a:lnTo>
                  <a:lnTo>
                    <a:pt x="6904" y="11623"/>
                  </a:lnTo>
                  <a:lnTo>
                    <a:pt x="6496" y="11288"/>
                  </a:lnTo>
                  <a:lnTo>
                    <a:pt x="6089" y="10953"/>
                  </a:lnTo>
                  <a:lnTo>
                    <a:pt x="5710" y="10603"/>
                  </a:lnTo>
                  <a:lnTo>
                    <a:pt x="5331" y="10239"/>
                  </a:lnTo>
                  <a:lnTo>
                    <a:pt x="4967" y="9860"/>
                  </a:lnTo>
                  <a:lnTo>
                    <a:pt x="4618" y="9482"/>
                  </a:lnTo>
                  <a:lnTo>
                    <a:pt x="4283" y="9089"/>
                  </a:lnTo>
                  <a:lnTo>
                    <a:pt x="3962" y="8681"/>
                  </a:lnTo>
                  <a:lnTo>
                    <a:pt x="3656" y="8258"/>
                  </a:lnTo>
                  <a:lnTo>
                    <a:pt x="3365" y="7836"/>
                  </a:lnTo>
                  <a:lnTo>
                    <a:pt x="3074" y="7385"/>
                  </a:lnTo>
                  <a:lnTo>
                    <a:pt x="2783" y="6933"/>
                  </a:lnTo>
                  <a:lnTo>
                    <a:pt x="2520" y="6467"/>
                  </a:lnTo>
                  <a:lnTo>
                    <a:pt x="2273" y="6001"/>
                  </a:lnTo>
                  <a:lnTo>
                    <a:pt x="2025" y="5520"/>
                  </a:lnTo>
                  <a:lnTo>
                    <a:pt x="1792" y="5040"/>
                  </a:lnTo>
                  <a:lnTo>
                    <a:pt x="1574" y="4559"/>
                  </a:lnTo>
                  <a:lnTo>
                    <a:pt x="1355" y="4064"/>
                  </a:lnTo>
                  <a:lnTo>
                    <a:pt x="1166" y="3569"/>
                  </a:lnTo>
                  <a:lnTo>
                    <a:pt x="962" y="3074"/>
                  </a:lnTo>
                  <a:lnTo>
                    <a:pt x="787" y="2564"/>
                  </a:lnTo>
                  <a:lnTo>
                    <a:pt x="612" y="2069"/>
                  </a:lnTo>
                  <a:lnTo>
                    <a:pt x="292" y="10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26;p3"/>
            <p:cNvGrpSpPr/>
            <p:nvPr/>
          </p:nvGrpSpPr>
          <p:grpSpPr>
            <a:xfrm rot="-3572504" flipH="1">
              <a:off x="-60306" y="4202395"/>
              <a:ext cx="829802" cy="659793"/>
              <a:chOff x="7917675" y="-1178675"/>
              <a:chExt cx="547275" cy="435150"/>
            </a:xfrm>
          </p:grpSpPr>
          <p:sp>
            <p:nvSpPr>
              <p:cNvPr id="27" name="Google Shape;27;p3"/>
              <p:cNvSpPr/>
              <p:nvPr/>
            </p:nvSpPr>
            <p:spPr>
              <a:xfrm>
                <a:off x="7917675" y="-1178675"/>
                <a:ext cx="297500" cy="329175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3167" extrusionOk="0">
                    <a:moveTo>
                      <a:pt x="4501" y="1"/>
                    </a:moveTo>
                    <a:lnTo>
                      <a:pt x="4268" y="15"/>
                    </a:lnTo>
                    <a:lnTo>
                      <a:pt x="4050" y="45"/>
                    </a:lnTo>
                    <a:lnTo>
                      <a:pt x="3831" y="74"/>
                    </a:lnTo>
                    <a:lnTo>
                      <a:pt x="3613" y="117"/>
                    </a:lnTo>
                    <a:lnTo>
                      <a:pt x="3394" y="176"/>
                    </a:lnTo>
                    <a:lnTo>
                      <a:pt x="3176" y="234"/>
                    </a:lnTo>
                    <a:lnTo>
                      <a:pt x="2972" y="307"/>
                    </a:lnTo>
                    <a:lnTo>
                      <a:pt x="2768" y="394"/>
                    </a:lnTo>
                    <a:lnTo>
                      <a:pt x="2564" y="481"/>
                    </a:lnTo>
                    <a:lnTo>
                      <a:pt x="2375" y="583"/>
                    </a:lnTo>
                    <a:lnTo>
                      <a:pt x="2185" y="700"/>
                    </a:lnTo>
                    <a:lnTo>
                      <a:pt x="1996" y="816"/>
                    </a:lnTo>
                    <a:lnTo>
                      <a:pt x="1807" y="948"/>
                    </a:lnTo>
                    <a:lnTo>
                      <a:pt x="1632" y="1093"/>
                    </a:lnTo>
                    <a:lnTo>
                      <a:pt x="1472" y="1239"/>
                    </a:lnTo>
                    <a:lnTo>
                      <a:pt x="1312" y="1399"/>
                    </a:lnTo>
                    <a:lnTo>
                      <a:pt x="1151" y="1559"/>
                    </a:lnTo>
                    <a:lnTo>
                      <a:pt x="1006" y="1734"/>
                    </a:lnTo>
                    <a:lnTo>
                      <a:pt x="875" y="1923"/>
                    </a:lnTo>
                    <a:lnTo>
                      <a:pt x="744" y="2113"/>
                    </a:lnTo>
                    <a:lnTo>
                      <a:pt x="627" y="2302"/>
                    </a:lnTo>
                    <a:lnTo>
                      <a:pt x="511" y="2506"/>
                    </a:lnTo>
                    <a:lnTo>
                      <a:pt x="409" y="2724"/>
                    </a:lnTo>
                    <a:lnTo>
                      <a:pt x="321" y="2943"/>
                    </a:lnTo>
                    <a:lnTo>
                      <a:pt x="234" y="3161"/>
                    </a:lnTo>
                    <a:lnTo>
                      <a:pt x="161" y="3394"/>
                    </a:lnTo>
                    <a:lnTo>
                      <a:pt x="117" y="3613"/>
                    </a:lnTo>
                    <a:lnTo>
                      <a:pt x="59" y="3846"/>
                    </a:lnTo>
                    <a:lnTo>
                      <a:pt x="30" y="4064"/>
                    </a:lnTo>
                    <a:lnTo>
                      <a:pt x="15" y="4297"/>
                    </a:lnTo>
                    <a:lnTo>
                      <a:pt x="1" y="4530"/>
                    </a:lnTo>
                    <a:lnTo>
                      <a:pt x="1" y="4749"/>
                    </a:lnTo>
                    <a:lnTo>
                      <a:pt x="15" y="4967"/>
                    </a:lnTo>
                    <a:lnTo>
                      <a:pt x="30" y="5200"/>
                    </a:lnTo>
                    <a:lnTo>
                      <a:pt x="74" y="5419"/>
                    </a:lnTo>
                    <a:lnTo>
                      <a:pt x="117" y="5637"/>
                    </a:lnTo>
                    <a:lnTo>
                      <a:pt x="161" y="5856"/>
                    </a:lnTo>
                    <a:lnTo>
                      <a:pt x="234" y="6060"/>
                    </a:lnTo>
                    <a:lnTo>
                      <a:pt x="307" y="6278"/>
                    </a:lnTo>
                    <a:lnTo>
                      <a:pt x="394" y="6482"/>
                    </a:lnTo>
                    <a:lnTo>
                      <a:pt x="481" y="6686"/>
                    </a:lnTo>
                    <a:lnTo>
                      <a:pt x="583" y="6875"/>
                    </a:lnTo>
                    <a:lnTo>
                      <a:pt x="700" y="7065"/>
                    </a:lnTo>
                    <a:lnTo>
                      <a:pt x="816" y="7254"/>
                    </a:lnTo>
                    <a:lnTo>
                      <a:pt x="948" y="7429"/>
                    </a:lnTo>
                    <a:lnTo>
                      <a:pt x="1093" y="7603"/>
                    </a:lnTo>
                    <a:lnTo>
                      <a:pt x="1239" y="7778"/>
                    </a:lnTo>
                    <a:lnTo>
                      <a:pt x="1399" y="7938"/>
                    </a:lnTo>
                    <a:lnTo>
                      <a:pt x="1559" y="8084"/>
                    </a:lnTo>
                    <a:lnTo>
                      <a:pt x="1734" y="8230"/>
                    </a:lnTo>
                    <a:lnTo>
                      <a:pt x="1923" y="8375"/>
                    </a:lnTo>
                    <a:lnTo>
                      <a:pt x="2113" y="8506"/>
                    </a:lnTo>
                    <a:lnTo>
                      <a:pt x="2302" y="8623"/>
                    </a:lnTo>
                    <a:lnTo>
                      <a:pt x="2506" y="8739"/>
                    </a:lnTo>
                    <a:lnTo>
                      <a:pt x="2724" y="8841"/>
                    </a:lnTo>
                    <a:lnTo>
                      <a:pt x="2943" y="8929"/>
                    </a:lnTo>
                    <a:lnTo>
                      <a:pt x="3176" y="9016"/>
                    </a:lnTo>
                    <a:lnTo>
                      <a:pt x="3423" y="9089"/>
                    </a:lnTo>
                    <a:lnTo>
                      <a:pt x="3671" y="9147"/>
                    </a:lnTo>
                    <a:lnTo>
                      <a:pt x="3904" y="9191"/>
                    </a:lnTo>
                    <a:lnTo>
                      <a:pt x="4880" y="9337"/>
                    </a:lnTo>
                    <a:lnTo>
                      <a:pt x="5390" y="9438"/>
                    </a:lnTo>
                    <a:lnTo>
                      <a:pt x="5899" y="9540"/>
                    </a:lnTo>
                    <a:lnTo>
                      <a:pt x="6424" y="9672"/>
                    </a:lnTo>
                    <a:lnTo>
                      <a:pt x="6963" y="9817"/>
                    </a:lnTo>
                    <a:lnTo>
                      <a:pt x="7487" y="9977"/>
                    </a:lnTo>
                    <a:lnTo>
                      <a:pt x="7997" y="10181"/>
                    </a:lnTo>
                    <a:lnTo>
                      <a:pt x="8244" y="10298"/>
                    </a:lnTo>
                    <a:lnTo>
                      <a:pt x="8506" y="10414"/>
                    </a:lnTo>
                    <a:lnTo>
                      <a:pt x="8739" y="10545"/>
                    </a:lnTo>
                    <a:lnTo>
                      <a:pt x="8987" y="10676"/>
                    </a:lnTo>
                    <a:lnTo>
                      <a:pt x="9220" y="10822"/>
                    </a:lnTo>
                    <a:lnTo>
                      <a:pt x="9453" y="10982"/>
                    </a:lnTo>
                    <a:lnTo>
                      <a:pt x="9671" y="11157"/>
                    </a:lnTo>
                    <a:lnTo>
                      <a:pt x="9890" y="11332"/>
                    </a:lnTo>
                    <a:lnTo>
                      <a:pt x="10094" y="11521"/>
                    </a:lnTo>
                    <a:lnTo>
                      <a:pt x="10283" y="11711"/>
                    </a:lnTo>
                    <a:lnTo>
                      <a:pt x="10473" y="11929"/>
                    </a:lnTo>
                    <a:lnTo>
                      <a:pt x="10662" y="12147"/>
                    </a:lnTo>
                    <a:lnTo>
                      <a:pt x="10822" y="12380"/>
                    </a:lnTo>
                    <a:lnTo>
                      <a:pt x="10982" y="12628"/>
                    </a:lnTo>
                    <a:lnTo>
                      <a:pt x="11128" y="12890"/>
                    </a:lnTo>
                    <a:lnTo>
                      <a:pt x="11259" y="13167"/>
                    </a:lnTo>
                    <a:lnTo>
                      <a:pt x="11303" y="13065"/>
                    </a:lnTo>
                    <a:lnTo>
                      <a:pt x="11390" y="12745"/>
                    </a:lnTo>
                    <a:lnTo>
                      <a:pt x="11507" y="12264"/>
                    </a:lnTo>
                    <a:lnTo>
                      <a:pt x="11638" y="11609"/>
                    </a:lnTo>
                    <a:lnTo>
                      <a:pt x="11710" y="11244"/>
                    </a:lnTo>
                    <a:lnTo>
                      <a:pt x="11769" y="10837"/>
                    </a:lnTo>
                    <a:lnTo>
                      <a:pt x="11812" y="10400"/>
                    </a:lnTo>
                    <a:lnTo>
                      <a:pt x="11856" y="9948"/>
                    </a:lnTo>
                    <a:lnTo>
                      <a:pt x="11885" y="9468"/>
                    </a:lnTo>
                    <a:lnTo>
                      <a:pt x="11900" y="8972"/>
                    </a:lnTo>
                    <a:lnTo>
                      <a:pt x="11885" y="8463"/>
                    </a:lnTo>
                    <a:lnTo>
                      <a:pt x="11856" y="7953"/>
                    </a:lnTo>
                    <a:lnTo>
                      <a:pt x="11812" y="7414"/>
                    </a:lnTo>
                    <a:lnTo>
                      <a:pt x="11725" y="6875"/>
                    </a:lnTo>
                    <a:lnTo>
                      <a:pt x="11623" y="6336"/>
                    </a:lnTo>
                    <a:lnTo>
                      <a:pt x="11477" y="5797"/>
                    </a:lnTo>
                    <a:lnTo>
                      <a:pt x="11390" y="5521"/>
                    </a:lnTo>
                    <a:lnTo>
                      <a:pt x="11303" y="5259"/>
                    </a:lnTo>
                    <a:lnTo>
                      <a:pt x="11201" y="4982"/>
                    </a:lnTo>
                    <a:lnTo>
                      <a:pt x="11084" y="4720"/>
                    </a:lnTo>
                    <a:lnTo>
                      <a:pt x="10968" y="4458"/>
                    </a:lnTo>
                    <a:lnTo>
                      <a:pt x="10837" y="4195"/>
                    </a:lnTo>
                    <a:lnTo>
                      <a:pt x="10691" y="3933"/>
                    </a:lnTo>
                    <a:lnTo>
                      <a:pt x="10545" y="3686"/>
                    </a:lnTo>
                    <a:lnTo>
                      <a:pt x="10371" y="3423"/>
                    </a:lnTo>
                    <a:lnTo>
                      <a:pt x="10196" y="3176"/>
                    </a:lnTo>
                    <a:lnTo>
                      <a:pt x="10006" y="2928"/>
                    </a:lnTo>
                    <a:lnTo>
                      <a:pt x="9803" y="2695"/>
                    </a:lnTo>
                    <a:lnTo>
                      <a:pt x="9599" y="2462"/>
                    </a:lnTo>
                    <a:lnTo>
                      <a:pt x="9366" y="2229"/>
                    </a:lnTo>
                    <a:lnTo>
                      <a:pt x="9133" y="2011"/>
                    </a:lnTo>
                    <a:lnTo>
                      <a:pt x="8870" y="1792"/>
                    </a:lnTo>
                    <a:lnTo>
                      <a:pt x="8608" y="1574"/>
                    </a:lnTo>
                    <a:lnTo>
                      <a:pt x="8317" y="1370"/>
                    </a:lnTo>
                    <a:lnTo>
                      <a:pt x="8026" y="1181"/>
                    </a:lnTo>
                    <a:lnTo>
                      <a:pt x="7705" y="991"/>
                    </a:lnTo>
                    <a:lnTo>
                      <a:pt x="7385" y="816"/>
                    </a:lnTo>
                    <a:lnTo>
                      <a:pt x="7035" y="642"/>
                    </a:lnTo>
                    <a:lnTo>
                      <a:pt x="6686" y="467"/>
                    </a:lnTo>
                    <a:lnTo>
                      <a:pt x="6307" y="321"/>
                    </a:lnTo>
                    <a:lnTo>
                      <a:pt x="6074" y="234"/>
                    </a:lnTo>
                    <a:lnTo>
                      <a:pt x="5856" y="176"/>
                    </a:lnTo>
                    <a:lnTo>
                      <a:pt x="5623" y="117"/>
                    </a:lnTo>
                    <a:lnTo>
                      <a:pt x="5404" y="74"/>
                    </a:lnTo>
                    <a:lnTo>
                      <a:pt x="5171" y="30"/>
                    </a:lnTo>
                    <a:lnTo>
                      <a:pt x="4953" y="15"/>
                    </a:lnTo>
                    <a:lnTo>
                      <a:pt x="4720" y="1"/>
                    </a:lnTo>
                    <a:close/>
                  </a:path>
                </a:pathLst>
              </a:custGeom>
              <a:solidFill>
                <a:srgbClr val="629DE5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8277775" y="-984950"/>
                <a:ext cx="187175" cy="241425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9657" extrusionOk="0">
                    <a:moveTo>
                      <a:pt x="4414" y="0"/>
                    </a:moveTo>
                    <a:lnTo>
                      <a:pt x="4108" y="15"/>
                    </a:lnTo>
                    <a:lnTo>
                      <a:pt x="3817" y="44"/>
                    </a:lnTo>
                    <a:lnTo>
                      <a:pt x="3525" y="117"/>
                    </a:lnTo>
                    <a:lnTo>
                      <a:pt x="3234" y="219"/>
                    </a:lnTo>
                    <a:lnTo>
                      <a:pt x="2943" y="350"/>
                    </a:lnTo>
                    <a:lnTo>
                      <a:pt x="2666" y="510"/>
                    </a:lnTo>
                    <a:lnTo>
                      <a:pt x="2448" y="670"/>
                    </a:lnTo>
                    <a:lnTo>
                      <a:pt x="2229" y="816"/>
                    </a:lnTo>
                    <a:lnTo>
                      <a:pt x="2025" y="976"/>
                    </a:lnTo>
                    <a:lnTo>
                      <a:pt x="1836" y="1151"/>
                    </a:lnTo>
                    <a:lnTo>
                      <a:pt x="1661" y="1311"/>
                    </a:lnTo>
                    <a:lnTo>
                      <a:pt x="1486" y="1486"/>
                    </a:lnTo>
                    <a:lnTo>
                      <a:pt x="1326" y="1660"/>
                    </a:lnTo>
                    <a:lnTo>
                      <a:pt x="1181" y="1835"/>
                    </a:lnTo>
                    <a:lnTo>
                      <a:pt x="1049" y="2010"/>
                    </a:lnTo>
                    <a:lnTo>
                      <a:pt x="918" y="2199"/>
                    </a:lnTo>
                    <a:lnTo>
                      <a:pt x="802" y="2374"/>
                    </a:lnTo>
                    <a:lnTo>
                      <a:pt x="685" y="2563"/>
                    </a:lnTo>
                    <a:lnTo>
                      <a:pt x="496" y="2927"/>
                    </a:lnTo>
                    <a:lnTo>
                      <a:pt x="350" y="3306"/>
                    </a:lnTo>
                    <a:lnTo>
                      <a:pt x="219" y="3685"/>
                    </a:lnTo>
                    <a:lnTo>
                      <a:pt x="132" y="4063"/>
                    </a:lnTo>
                    <a:lnTo>
                      <a:pt x="59" y="4457"/>
                    </a:lnTo>
                    <a:lnTo>
                      <a:pt x="15" y="4835"/>
                    </a:lnTo>
                    <a:lnTo>
                      <a:pt x="1" y="5199"/>
                    </a:lnTo>
                    <a:lnTo>
                      <a:pt x="1" y="5578"/>
                    </a:lnTo>
                    <a:lnTo>
                      <a:pt x="30" y="5942"/>
                    </a:lnTo>
                    <a:lnTo>
                      <a:pt x="59" y="6306"/>
                    </a:lnTo>
                    <a:lnTo>
                      <a:pt x="117" y="6641"/>
                    </a:lnTo>
                    <a:lnTo>
                      <a:pt x="190" y="6991"/>
                    </a:lnTo>
                    <a:lnTo>
                      <a:pt x="263" y="7311"/>
                    </a:lnTo>
                    <a:lnTo>
                      <a:pt x="350" y="7617"/>
                    </a:lnTo>
                    <a:lnTo>
                      <a:pt x="438" y="7908"/>
                    </a:lnTo>
                    <a:lnTo>
                      <a:pt x="525" y="8185"/>
                    </a:lnTo>
                    <a:lnTo>
                      <a:pt x="714" y="8680"/>
                    </a:lnTo>
                    <a:lnTo>
                      <a:pt x="889" y="9088"/>
                    </a:lnTo>
                    <a:lnTo>
                      <a:pt x="1035" y="9394"/>
                    </a:lnTo>
                    <a:lnTo>
                      <a:pt x="1181" y="9656"/>
                    </a:lnTo>
                    <a:lnTo>
                      <a:pt x="1224" y="9452"/>
                    </a:lnTo>
                    <a:lnTo>
                      <a:pt x="1297" y="9263"/>
                    </a:lnTo>
                    <a:lnTo>
                      <a:pt x="1355" y="9074"/>
                    </a:lnTo>
                    <a:lnTo>
                      <a:pt x="1443" y="8899"/>
                    </a:lnTo>
                    <a:lnTo>
                      <a:pt x="1530" y="8724"/>
                    </a:lnTo>
                    <a:lnTo>
                      <a:pt x="1617" y="8564"/>
                    </a:lnTo>
                    <a:lnTo>
                      <a:pt x="1719" y="8404"/>
                    </a:lnTo>
                    <a:lnTo>
                      <a:pt x="1836" y="8258"/>
                    </a:lnTo>
                    <a:lnTo>
                      <a:pt x="1952" y="8112"/>
                    </a:lnTo>
                    <a:lnTo>
                      <a:pt x="2069" y="7967"/>
                    </a:lnTo>
                    <a:lnTo>
                      <a:pt x="2331" y="7705"/>
                    </a:lnTo>
                    <a:lnTo>
                      <a:pt x="2622" y="7457"/>
                    </a:lnTo>
                    <a:lnTo>
                      <a:pt x="2914" y="7238"/>
                    </a:lnTo>
                    <a:lnTo>
                      <a:pt x="3234" y="7035"/>
                    </a:lnTo>
                    <a:lnTo>
                      <a:pt x="3554" y="6845"/>
                    </a:lnTo>
                    <a:lnTo>
                      <a:pt x="3875" y="6685"/>
                    </a:lnTo>
                    <a:lnTo>
                      <a:pt x="4210" y="6525"/>
                    </a:lnTo>
                    <a:lnTo>
                      <a:pt x="4530" y="6379"/>
                    </a:lnTo>
                    <a:lnTo>
                      <a:pt x="4851" y="6248"/>
                    </a:lnTo>
                    <a:lnTo>
                      <a:pt x="5477" y="6015"/>
                    </a:lnTo>
                    <a:lnTo>
                      <a:pt x="5623" y="5957"/>
                    </a:lnTo>
                    <a:lnTo>
                      <a:pt x="5783" y="5884"/>
                    </a:lnTo>
                    <a:lnTo>
                      <a:pt x="5928" y="5797"/>
                    </a:lnTo>
                    <a:lnTo>
                      <a:pt x="6074" y="5709"/>
                    </a:lnTo>
                    <a:lnTo>
                      <a:pt x="6336" y="5520"/>
                    </a:lnTo>
                    <a:lnTo>
                      <a:pt x="6569" y="5316"/>
                    </a:lnTo>
                    <a:lnTo>
                      <a:pt x="6773" y="5083"/>
                    </a:lnTo>
                    <a:lnTo>
                      <a:pt x="6948" y="4850"/>
                    </a:lnTo>
                    <a:lnTo>
                      <a:pt x="7108" y="4588"/>
                    </a:lnTo>
                    <a:lnTo>
                      <a:pt x="7239" y="4311"/>
                    </a:lnTo>
                    <a:lnTo>
                      <a:pt x="7341" y="4034"/>
                    </a:lnTo>
                    <a:lnTo>
                      <a:pt x="7414" y="3743"/>
                    </a:lnTo>
                    <a:lnTo>
                      <a:pt x="7458" y="3452"/>
                    </a:lnTo>
                    <a:lnTo>
                      <a:pt x="7487" y="3160"/>
                    </a:lnTo>
                    <a:lnTo>
                      <a:pt x="7472" y="2855"/>
                    </a:lnTo>
                    <a:lnTo>
                      <a:pt x="7429" y="2549"/>
                    </a:lnTo>
                    <a:lnTo>
                      <a:pt x="7356" y="2257"/>
                    </a:lnTo>
                    <a:lnTo>
                      <a:pt x="7268" y="1966"/>
                    </a:lnTo>
                    <a:lnTo>
                      <a:pt x="7137" y="1689"/>
                    </a:lnTo>
                    <a:lnTo>
                      <a:pt x="6977" y="1413"/>
                    </a:lnTo>
                    <a:lnTo>
                      <a:pt x="6788" y="1151"/>
                    </a:lnTo>
                    <a:lnTo>
                      <a:pt x="6569" y="918"/>
                    </a:lnTo>
                    <a:lnTo>
                      <a:pt x="6351" y="714"/>
                    </a:lnTo>
                    <a:lnTo>
                      <a:pt x="6103" y="524"/>
                    </a:lnTo>
                    <a:lnTo>
                      <a:pt x="5841" y="379"/>
                    </a:lnTo>
                    <a:lnTo>
                      <a:pt x="5579" y="248"/>
                    </a:lnTo>
                    <a:lnTo>
                      <a:pt x="5302" y="146"/>
                    </a:lnTo>
                    <a:lnTo>
                      <a:pt x="5011" y="73"/>
                    </a:lnTo>
                    <a:lnTo>
                      <a:pt x="4705" y="15"/>
                    </a:lnTo>
                    <a:lnTo>
                      <a:pt x="4414" y="0"/>
                    </a:lnTo>
                    <a:close/>
                  </a:path>
                </a:pathLst>
              </a:custGeom>
              <a:solidFill>
                <a:srgbClr val="629DE5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1255259" y="2338409"/>
            <a:ext cx="3074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4814641" y="2338409"/>
            <a:ext cx="3074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1255259" y="2548452"/>
            <a:ext cx="30741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14641" y="2548452"/>
            <a:ext cx="30741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/>
          <p:nvPr/>
        </p:nvSpPr>
        <p:spPr>
          <a:xfrm flipH="1"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 flipH="1"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 rot="10800000" flipH="1">
            <a:off x="-10" y="-27414"/>
            <a:ext cx="1605223" cy="112483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 rot="-7227496">
            <a:off x="-17006" y="3707095"/>
            <a:ext cx="829802" cy="659793"/>
            <a:chOff x="7917675" y="-1178675"/>
            <a:chExt cx="547275" cy="435150"/>
          </a:xfrm>
        </p:grpSpPr>
        <p:sp>
          <p:nvSpPr>
            <p:cNvPr id="54" name="Google Shape;54;p5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5"/>
          <p:cNvGrpSpPr/>
          <p:nvPr/>
        </p:nvGrpSpPr>
        <p:grpSpPr>
          <a:xfrm rot="1643791">
            <a:off x="8285111" y="202700"/>
            <a:ext cx="829810" cy="659800"/>
            <a:chOff x="7917675" y="-1178675"/>
            <a:chExt cx="547275" cy="435150"/>
          </a:xfrm>
        </p:grpSpPr>
        <p:sp>
          <p:nvSpPr>
            <p:cNvPr id="57" name="Google Shape;57;p5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5"/>
          <p:cNvSpPr/>
          <p:nvPr/>
        </p:nvSpPr>
        <p:spPr>
          <a:xfrm flipH="1">
            <a:off x="6857575" y="4417938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/>
          <p:nvPr/>
        </p:nvSpPr>
        <p:spPr>
          <a:xfrm flipH="1"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 flipH="1"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 rot="10800000">
            <a:off x="7118619" y="-192632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 rot="718971" flipH="1">
            <a:off x="59448" y="78959"/>
            <a:ext cx="829800" cy="659791"/>
            <a:chOff x="7917675" y="-1178675"/>
            <a:chExt cx="547275" cy="435150"/>
          </a:xfrm>
        </p:grpSpPr>
        <p:sp>
          <p:nvSpPr>
            <p:cNvPr id="67" name="Google Shape;67;p6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/>
          <p:nvPr/>
        </p:nvSpPr>
        <p:spPr>
          <a:xfrm>
            <a:off x="10175" y="4467975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 rot="1643791">
            <a:off x="8253736" y="3973800"/>
            <a:ext cx="829810" cy="659800"/>
            <a:chOff x="7917675" y="-1178675"/>
            <a:chExt cx="547275" cy="435150"/>
          </a:xfrm>
        </p:grpSpPr>
        <p:sp>
          <p:nvSpPr>
            <p:cNvPr id="71" name="Google Shape;71;p6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7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707494" y="445025"/>
            <a:ext cx="470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body" idx="1"/>
          </p:nvPr>
        </p:nvSpPr>
        <p:spPr>
          <a:xfrm>
            <a:off x="829594" y="1277688"/>
            <a:ext cx="4458900" cy="31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>
            <a:spLocks noGrp="1"/>
          </p:cNvSpPr>
          <p:nvPr>
            <p:ph type="pic" idx="2"/>
          </p:nvPr>
        </p:nvSpPr>
        <p:spPr>
          <a:xfrm>
            <a:off x="5690575" y="687400"/>
            <a:ext cx="2758500" cy="38085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7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7"/>
          <p:cNvGrpSpPr/>
          <p:nvPr/>
        </p:nvGrpSpPr>
        <p:grpSpPr>
          <a:xfrm rot="718971" flipH="1">
            <a:off x="59448" y="78959"/>
            <a:ext cx="829800" cy="659791"/>
            <a:chOff x="7917675" y="-1178675"/>
            <a:chExt cx="547275" cy="435150"/>
          </a:xfrm>
        </p:grpSpPr>
        <p:sp>
          <p:nvSpPr>
            <p:cNvPr id="81" name="Google Shape;81;p7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83;p7"/>
          <p:cNvSpPr/>
          <p:nvPr/>
        </p:nvSpPr>
        <p:spPr>
          <a:xfrm rot="-7851365">
            <a:off x="7000053" y="-429406"/>
            <a:ext cx="4581922" cy="1928814"/>
          </a:xfrm>
          <a:custGeom>
            <a:avLst/>
            <a:gdLst/>
            <a:ahLst/>
            <a:cxnLst/>
            <a:rect l="l" t="t" r="r" b="b"/>
            <a:pathLst>
              <a:path w="183266" h="77148" extrusionOk="0">
                <a:moveTo>
                  <a:pt x="13142" y="0"/>
                </a:moveTo>
                <a:lnTo>
                  <a:pt x="12554" y="21"/>
                </a:lnTo>
                <a:lnTo>
                  <a:pt x="11987" y="42"/>
                </a:lnTo>
                <a:lnTo>
                  <a:pt x="11420" y="84"/>
                </a:lnTo>
                <a:lnTo>
                  <a:pt x="10854" y="168"/>
                </a:lnTo>
                <a:lnTo>
                  <a:pt x="10308" y="252"/>
                </a:lnTo>
                <a:lnTo>
                  <a:pt x="9762" y="357"/>
                </a:lnTo>
                <a:lnTo>
                  <a:pt x="9216" y="462"/>
                </a:lnTo>
                <a:lnTo>
                  <a:pt x="8691" y="609"/>
                </a:lnTo>
                <a:lnTo>
                  <a:pt x="8187" y="756"/>
                </a:lnTo>
                <a:lnTo>
                  <a:pt x="7684" y="924"/>
                </a:lnTo>
                <a:lnTo>
                  <a:pt x="7201" y="1113"/>
                </a:lnTo>
                <a:lnTo>
                  <a:pt x="6718" y="1302"/>
                </a:lnTo>
                <a:lnTo>
                  <a:pt x="6256" y="1511"/>
                </a:lnTo>
                <a:lnTo>
                  <a:pt x="5794" y="1742"/>
                </a:lnTo>
                <a:lnTo>
                  <a:pt x="5354" y="1994"/>
                </a:lnTo>
                <a:lnTo>
                  <a:pt x="4934" y="2246"/>
                </a:lnTo>
                <a:lnTo>
                  <a:pt x="4535" y="2519"/>
                </a:lnTo>
                <a:lnTo>
                  <a:pt x="4136" y="2792"/>
                </a:lnTo>
                <a:lnTo>
                  <a:pt x="3758" y="3086"/>
                </a:lnTo>
                <a:lnTo>
                  <a:pt x="3380" y="3401"/>
                </a:lnTo>
                <a:lnTo>
                  <a:pt x="3044" y="3716"/>
                </a:lnTo>
                <a:lnTo>
                  <a:pt x="2708" y="4052"/>
                </a:lnTo>
                <a:lnTo>
                  <a:pt x="2394" y="4408"/>
                </a:lnTo>
                <a:lnTo>
                  <a:pt x="2100" y="4744"/>
                </a:lnTo>
                <a:lnTo>
                  <a:pt x="1806" y="5122"/>
                </a:lnTo>
                <a:lnTo>
                  <a:pt x="1554" y="5500"/>
                </a:lnTo>
                <a:lnTo>
                  <a:pt x="1302" y="5878"/>
                </a:lnTo>
                <a:lnTo>
                  <a:pt x="1092" y="6277"/>
                </a:lnTo>
                <a:lnTo>
                  <a:pt x="882" y="6697"/>
                </a:lnTo>
                <a:lnTo>
                  <a:pt x="693" y="7116"/>
                </a:lnTo>
                <a:lnTo>
                  <a:pt x="525" y="7536"/>
                </a:lnTo>
                <a:lnTo>
                  <a:pt x="378" y="7977"/>
                </a:lnTo>
                <a:lnTo>
                  <a:pt x="273" y="8418"/>
                </a:lnTo>
                <a:lnTo>
                  <a:pt x="168" y="8859"/>
                </a:lnTo>
                <a:lnTo>
                  <a:pt x="84" y="9321"/>
                </a:lnTo>
                <a:lnTo>
                  <a:pt x="42" y="9782"/>
                </a:lnTo>
                <a:lnTo>
                  <a:pt x="0" y="10265"/>
                </a:lnTo>
                <a:lnTo>
                  <a:pt x="0" y="10727"/>
                </a:lnTo>
                <a:lnTo>
                  <a:pt x="21" y="11210"/>
                </a:lnTo>
                <a:lnTo>
                  <a:pt x="63" y="11714"/>
                </a:lnTo>
                <a:lnTo>
                  <a:pt x="126" y="12218"/>
                </a:lnTo>
                <a:lnTo>
                  <a:pt x="210" y="12700"/>
                </a:lnTo>
                <a:lnTo>
                  <a:pt x="336" y="13225"/>
                </a:lnTo>
                <a:lnTo>
                  <a:pt x="483" y="13729"/>
                </a:lnTo>
                <a:lnTo>
                  <a:pt x="651" y="14254"/>
                </a:lnTo>
                <a:lnTo>
                  <a:pt x="840" y="14758"/>
                </a:lnTo>
                <a:lnTo>
                  <a:pt x="1071" y="15283"/>
                </a:lnTo>
                <a:lnTo>
                  <a:pt x="1323" y="15807"/>
                </a:lnTo>
                <a:lnTo>
                  <a:pt x="1596" y="16353"/>
                </a:lnTo>
                <a:lnTo>
                  <a:pt x="1911" y="16878"/>
                </a:lnTo>
                <a:lnTo>
                  <a:pt x="2247" y="17424"/>
                </a:lnTo>
                <a:lnTo>
                  <a:pt x="2624" y="17949"/>
                </a:lnTo>
                <a:lnTo>
                  <a:pt x="3023" y="18494"/>
                </a:lnTo>
                <a:lnTo>
                  <a:pt x="3443" y="19019"/>
                </a:lnTo>
                <a:lnTo>
                  <a:pt x="3905" y="19565"/>
                </a:lnTo>
                <a:lnTo>
                  <a:pt x="4409" y="20111"/>
                </a:lnTo>
                <a:lnTo>
                  <a:pt x="5626" y="21181"/>
                </a:lnTo>
                <a:lnTo>
                  <a:pt x="6823" y="22147"/>
                </a:lnTo>
                <a:lnTo>
                  <a:pt x="7999" y="23050"/>
                </a:lnTo>
                <a:lnTo>
                  <a:pt x="9132" y="23868"/>
                </a:lnTo>
                <a:lnTo>
                  <a:pt x="10224" y="24624"/>
                </a:lnTo>
                <a:lnTo>
                  <a:pt x="11315" y="25338"/>
                </a:lnTo>
                <a:lnTo>
                  <a:pt x="12365" y="25989"/>
                </a:lnTo>
                <a:lnTo>
                  <a:pt x="13394" y="26597"/>
                </a:lnTo>
                <a:lnTo>
                  <a:pt x="15367" y="27752"/>
                </a:lnTo>
                <a:lnTo>
                  <a:pt x="17235" y="28802"/>
                </a:lnTo>
                <a:lnTo>
                  <a:pt x="18138" y="29326"/>
                </a:lnTo>
                <a:lnTo>
                  <a:pt x="19020" y="29851"/>
                </a:lnTo>
                <a:lnTo>
                  <a:pt x="19880" y="30397"/>
                </a:lnTo>
                <a:lnTo>
                  <a:pt x="20720" y="30943"/>
                </a:lnTo>
                <a:lnTo>
                  <a:pt x="21518" y="31531"/>
                </a:lnTo>
                <a:lnTo>
                  <a:pt x="22315" y="32160"/>
                </a:lnTo>
                <a:lnTo>
                  <a:pt x="23092" y="32811"/>
                </a:lnTo>
                <a:lnTo>
                  <a:pt x="23470" y="33147"/>
                </a:lnTo>
                <a:lnTo>
                  <a:pt x="23848" y="33525"/>
                </a:lnTo>
                <a:lnTo>
                  <a:pt x="24226" y="33882"/>
                </a:lnTo>
                <a:lnTo>
                  <a:pt x="24583" y="34281"/>
                </a:lnTo>
                <a:lnTo>
                  <a:pt x="24940" y="34680"/>
                </a:lnTo>
                <a:lnTo>
                  <a:pt x="25296" y="35099"/>
                </a:lnTo>
                <a:lnTo>
                  <a:pt x="25653" y="35540"/>
                </a:lnTo>
                <a:lnTo>
                  <a:pt x="26010" y="36002"/>
                </a:lnTo>
                <a:lnTo>
                  <a:pt x="26346" y="36485"/>
                </a:lnTo>
                <a:lnTo>
                  <a:pt x="26703" y="36968"/>
                </a:lnTo>
                <a:lnTo>
                  <a:pt x="27039" y="37493"/>
                </a:lnTo>
                <a:lnTo>
                  <a:pt x="27354" y="38038"/>
                </a:lnTo>
                <a:lnTo>
                  <a:pt x="27690" y="38605"/>
                </a:lnTo>
                <a:lnTo>
                  <a:pt x="28025" y="39193"/>
                </a:lnTo>
                <a:lnTo>
                  <a:pt x="28340" y="39802"/>
                </a:lnTo>
                <a:lnTo>
                  <a:pt x="28655" y="40452"/>
                </a:lnTo>
                <a:lnTo>
                  <a:pt x="28970" y="41124"/>
                </a:lnTo>
                <a:lnTo>
                  <a:pt x="29285" y="41817"/>
                </a:lnTo>
                <a:lnTo>
                  <a:pt x="29600" y="42531"/>
                </a:lnTo>
                <a:lnTo>
                  <a:pt x="29894" y="43286"/>
                </a:lnTo>
                <a:lnTo>
                  <a:pt x="30188" y="44084"/>
                </a:lnTo>
                <a:lnTo>
                  <a:pt x="30503" y="44903"/>
                </a:lnTo>
                <a:lnTo>
                  <a:pt x="30796" y="45743"/>
                </a:lnTo>
                <a:lnTo>
                  <a:pt x="31090" y="46624"/>
                </a:lnTo>
                <a:lnTo>
                  <a:pt x="31363" y="47548"/>
                </a:lnTo>
                <a:lnTo>
                  <a:pt x="31657" y="48514"/>
                </a:lnTo>
                <a:lnTo>
                  <a:pt x="31909" y="49269"/>
                </a:lnTo>
                <a:lnTo>
                  <a:pt x="32182" y="50025"/>
                </a:lnTo>
                <a:lnTo>
                  <a:pt x="32476" y="50760"/>
                </a:lnTo>
                <a:lnTo>
                  <a:pt x="32791" y="51495"/>
                </a:lnTo>
                <a:lnTo>
                  <a:pt x="33148" y="52208"/>
                </a:lnTo>
                <a:lnTo>
                  <a:pt x="33525" y="52901"/>
                </a:lnTo>
                <a:lnTo>
                  <a:pt x="33903" y="53573"/>
                </a:lnTo>
                <a:lnTo>
                  <a:pt x="34323" y="54224"/>
                </a:lnTo>
                <a:lnTo>
                  <a:pt x="34764" y="54874"/>
                </a:lnTo>
                <a:lnTo>
                  <a:pt x="35226" y="55483"/>
                </a:lnTo>
                <a:lnTo>
                  <a:pt x="35709" y="56071"/>
                </a:lnTo>
                <a:lnTo>
                  <a:pt x="36212" y="56659"/>
                </a:lnTo>
                <a:lnTo>
                  <a:pt x="36758" y="57204"/>
                </a:lnTo>
                <a:lnTo>
                  <a:pt x="37304" y="57729"/>
                </a:lnTo>
                <a:lnTo>
                  <a:pt x="37871" y="58233"/>
                </a:lnTo>
                <a:lnTo>
                  <a:pt x="38438" y="58716"/>
                </a:lnTo>
                <a:lnTo>
                  <a:pt x="39046" y="59157"/>
                </a:lnTo>
                <a:lnTo>
                  <a:pt x="39676" y="59577"/>
                </a:lnTo>
                <a:lnTo>
                  <a:pt x="40306" y="59975"/>
                </a:lnTo>
                <a:lnTo>
                  <a:pt x="40978" y="60332"/>
                </a:lnTo>
                <a:lnTo>
                  <a:pt x="41650" y="60668"/>
                </a:lnTo>
                <a:lnTo>
                  <a:pt x="42342" y="60983"/>
                </a:lnTo>
                <a:lnTo>
                  <a:pt x="43056" y="61256"/>
                </a:lnTo>
                <a:lnTo>
                  <a:pt x="43770" y="61487"/>
                </a:lnTo>
                <a:lnTo>
                  <a:pt x="44505" y="61697"/>
                </a:lnTo>
                <a:lnTo>
                  <a:pt x="45260" y="61865"/>
                </a:lnTo>
                <a:lnTo>
                  <a:pt x="46037" y="62012"/>
                </a:lnTo>
                <a:lnTo>
                  <a:pt x="46814" y="62117"/>
                </a:lnTo>
                <a:lnTo>
                  <a:pt x="47611" y="62180"/>
                </a:lnTo>
                <a:lnTo>
                  <a:pt x="48409" y="62201"/>
                </a:lnTo>
                <a:lnTo>
                  <a:pt x="49228" y="62201"/>
                </a:lnTo>
                <a:lnTo>
                  <a:pt x="50068" y="62138"/>
                </a:lnTo>
                <a:lnTo>
                  <a:pt x="50592" y="62138"/>
                </a:lnTo>
                <a:lnTo>
                  <a:pt x="51117" y="62117"/>
                </a:lnTo>
                <a:lnTo>
                  <a:pt x="51621" y="62096"/>
                </a:lnTo>
                <a:lnTo>
                  <a:pt x="52146" y="62054"/>
                </a:lnTo>
                <a:lnTo>
                  <a:pt x="52650" y="61991"/>
                </a:lnTo>
                <a:lnTo>
                  <a:pt x="53174" y="61907"/>
                </a:lnTo>
                <a:lnTo>
                  <a:pt x="54182" y="61739"/>
                </a:lnTo>
                <a:lnTo>
                  <a:pt x="55169" y="61529"/>
                </a:lnTo>
                <a:lnTo>
                  <a:pt x="56155" y="61256"/>
                </a:lnTo>
                <a:lnTo>
                  <a:pt x="57142" y="60962"/>
                </a:lnTo>
                <a:lnTo>
                  <a:pt x="58108" y="60647"/>
                </a:lnTo>
                <a:lnTo>
                  <a:pt x="59073" y="60290"/>
                </a:lnTo>
                <a:lnTo>
                  <a:pt x="60018" y="59912"/>
                </a:lnTo>
                <a:lnTo>
                  <a:pt x="60963" y="59514"/>
                </a:lnTo>
                <a:lnTo>
                  <a:pt x="61907" y="59094"/>
                </a:lnTo>
                <a:lnTo>
                  <a:pt x="63797" y="58233"/>
                </a:lnTo>
                <a:lnTo>
                  <a:pt x="65665" y="57351"/>
                </a:lnTo>
                <a:lnTo>
                  <a:pt x="67533" y="56470"/>
                </a:lnTo>
                <a:lnTo>
                  <a:pt x="68478" y="56050"/>
                </a:lnTo>
                <a:lnTo>
                  <a:pt x="69423" y="55651"/>
                </a:lnTo>
                <a:lnTo>
                  <a:pt x="70367" y="55273"/>
                </a:lnTo>
                <a:lnTo>
                  <a:pt x="71312" y="54916"/>
                </a:lnTo>
                <a:lnTo>
                  <a:pt x="72278" y="54580"/>
                </a:lnTo>
                <a:lnTo>
                  <a:pt x="73243" y="54266"/>
                </a:lnTo>
                <a:lnTo>
                  <a:pt x="74209" y="53993"/>
                </a:lnTo>
                <a:lnTo>
                  <a:pt x="75196" y="53762"/>
                </a:lnTo>
                <a:lnTo>
                  <a:pt x="76182" y="53573"/>
                </a:lnTo>
                <a:lnTo>
                  <a:pt x="77190" y="53447"/>
                </a:lnTo>
                <a:lnTo>
                  <a:pt x="77694" y="53384"/>
                </a:lnTo>
                <a:lnTo>
                  <a:pt x="78219" y="53342"/>
                </a:lnTo>
                <a:lnTo>
                  <a:pt x="78722" y="53321"/>
                </a:lnTo>
                <a:lnTo>
                  <a:pt x="79247" y="53300"/>
                </a:lnTo>
                <a:lnTo>
                  <a:pt x="79751" y="53300"/>
                </a:lnTo>
                <a:lnTo>
                  <a:pt x="80276" y="53321"/>
                </a:lnTo>
                <a:lnTo>
                  <a:pt x="80822" y="53363"/>
                </a:lnTo>
                <a:lnTo>
                  <a:pt x="81346" y="53405"/>
                </a:lnTo>
                <a:lnTo>
                  <a:pt x="81892" y="53489"/>
                </a:lnTo>
                <a:lnTo>
                  <a:pt x="82438" y="53573"/>
                </a:lnTo>
                <a:lnTo>
                  <a:pt x="82963" y="53678"/>
                </a:lnTo>
                <a:lnTo>
                  <a:pt x="83488" y="53783"/>
                </a:lnTo>
                <a:lnTo>
                  <a:pt x="84012" y="53930"/>
                </a:lnTo>
                <a:lnTo>
                  <a:pt x="84516" y="54077"/>
                </a:lnTo>
                <a:lnTo>
                  <a:pt x="85041" y="54224"/>
                </a:lnTo>
                <a:lnTo>
                  <a:pt x="85545" y="54412"/>
                </a:lnTo>
                <a:lnTo>
                  <a:pt x="86028" y="54601"/>
                </a:lnTo>
                <a:lnTo>
                  <a:pt x="86511" y="54790"/>
                </a:lnTo>
                <a:lnTo>
                  <a:pt x="87476" y="55231"/>
                </a:lnTo>
                <a:lnTo>
                  <a:pt x="88421" y="55693"/>
                </a:lnTo>
                <a:lnTo>
                  <a:pt x="89345" y="56218"/>
                </a:lnTo>
                <a:lnTo>
                  <a:pt x="90268" y="56764"/>
                </a:lnTo>
                <a:lnTo>
                  <a:pt x="91171" y="57330"/>
                </a:lnTo>
                <a:lnTo>
                  <a:pt x="92053" y="57939"/>
                </a:lnTo>
                <a:lnTo>
                  <a:pt x="92934" y="58569"/>
                </a:lnTo>
                <a:lnTo>
                  <a:pt x="93795" y="59220"/>
                </a:lnTo>
                <a:lnTo>
                  <a:pt x="94656" y="59871"/>
                </a:lnTo>
                <a:lnTo>
                  <a:pt x="96356" y="61214"/>
                </a:lnTo>
                <a:lnTo>
                  <a:pt x="98077" y="62558"/>
                </a:lnTo>
                <a:lnTo>
                  <a:pt x="98938" y="63229"/>
                </a:lnTo>
                <a:lnTo>
                  <a:pt x="99799" y="63880"/>
                </a:lnTo>
                <a:lnTo>
                  <a:pt x="100659" y="64531"/>
                </a:lnTo>
                <a:lnTo>
                  <a:pt x="101541" y="65140"/>
                </a:lnTo>
                <a:lnTo>
                  <a:pt x="102444" y="65748"/>
                </a:lnTo>
                <a:lnTo>
                  <a:pt x="103347" y="66315"/>
                </a:lnTo>
                <a:lnTo>
                  <a:pt x="104249" y="66861"/>
                </a:lnTo>
                <a:lnTo>
                  <a:pt x="105194" y="67365"/>
                </a:lnTo>
                <a:lnTo>
                  <a:pt x="106139" y="67827"/>
                </a:lnTo>
                <a:lnTo>
                  <a:pt x="106621" y="68058"/>
                </a:lnTo>
                <a:lnTo>
                  <a:pt x="107104" y="68267"/>
                </a:lnTo>
                <a:lnTo>
                  <a:pt x="107587" y="68456"/>
                </a:lnTo>
                <a:lnTo>
                  <a:pt x="108091" y="68645"/>
                </a:lnTo>
                <a:lnTo>
                  <a:pt x="108595" y="68813"/>
                </a:lnTo>
                <a:lnTo>
                  <a:pt x="109119" y="68960"/>
                </a:lnTo>
                <a:lnTo>
                  <a:pt x="109623" y="69107"/>
                </a:lnTo>
                <a:lnTo>
                  <a:pt x="110148" y="69233"/>
                </a:lnTo>
                <a:lnTo>
                  <a:pt x="110673" y="69338"/>
                </a:lnTo>
                <a:lnTo>
                  <a:pt x="111219" y="69443"/>
                </a:lnTo>
                <a:lnTo>
                  <a:pt x="111639" y="69506"/>
                </a:lnTo>
                <a:lnTo>
                  <a:pt x="112058" y="69548"/>
                </a:lnTo>
                <a:lnTo>
                  <a:pt x="112856" y="69611"/>
                </a:lnTo>
                <a:lnTo>
                  <a:pt x="113675" y="69632"/>
                </a:lnTo>
                <a:lnTo>
                  <a:pt x="114473" y="69611"/>
                </a:lnTo>
                <a:lnTo>
                  <a:pt x="115270" y="69527"/>
                </a:lnTo>
                <a:lnTo>
                  <a:pt x="116047" y="69422"/>
                </a:lnTo>
                <a:lnTo>
                  <a:pt x="116824" y="69254"/>
                </a:lnTo>
                <a:lnTo>
                  <a:pt x="117579" y="69086"/>
                </a:lnTo>
                <a:lnTo>
                  <a:pt x="118356" y="68876"/>
                </a:lnTo>
                <a:lnTo>
                  <a:pt x="119112" y="68624"/>
                </a:lnTo>
                <a:lnTo>
                  <a:pt x="119868" y="68372"/>
                </a:lnTo>
                <a:lnTo>
                  <a:pt x="120602" y="68079"/>
                </a:lnTo>
                <a:lnTo>
                  <a:pt x="121358" y="67785"/>
                </a:lnTo>
                <a:lnTo>
                  <a:pt x="122093" y="67470"/>
                </a:lnTo>
                <a:lnTo>
                  <a:pt x="123583" y="66819"/>
                </a:lnTo>
                <a:lnTo>
                  <a:pt x="125053" y="66147"/>
                </a:lnTo>
                <a:lnTo>
                  <a:pt x="126543" y="65475"/>
                </a:lnTo>
                <a:lnTo>
                  <a:pt x="128034" y="64846"/>
                </a:lnTo>
                <a:lnTo>
                  <a:pt x="128768" y="64552"/>
                </a:lnTo>
                <a:lnTo>
                  <a:pt x="129524" y="64258"/>
                </a:lnTo>
                <a:lnTo>
                  <a:pt x="130280" y="64006"/>
                </a:lnTo>
                <a:lnTo>
                  <a:pt x="131036" y="63775"/>
                </a:lnTo>
                <a:lnTo>
                  <a:pt x="131812" y="63565"/>
                </a:lnTo>
                <a:lnTo>
                  <a:pt x="132589" y="63397"/>
                </a:lnTo>
                <a:lnTo>
                  <a:pt x="133366" y="63250"/>
                </a:lnTo>
                <a:lnTo>
                  <a:pt x="134164" y="63145"/>
                </a:lnTo>
                <a:lnTo>
                  <a:pt x="134961" y="63082"/>
                </a:lnTo>
                <a:lnTo>
                  <a:pt x="135759" y="63061"/>
                </a:lnTo>
                <a:lnTo>
                  <a:pt x="136200" y="63082"/>
                </a:lnTo>
                <a:lnTo>
                  <a:pt x="136620" y="63124"/>
                </a:lnTo>
                <a:lnTo>
                  <a:pt x="137019" y="63187"/>
                </a:lnTo>
                <a:lnTo>
                  <a:pt x="137438" y="63250"/>
                </a:lnTo>
                <a:lnTo>
                  <a:pt x="137837" y="63334"/>
                </a:lnTo>
                <a:lnTo>
                  <a:pt x="138215" y="63439"/>
                </a:lnTo>
                <a:lnTo>
                  <a:pt x="138614" y="63544"/>
                </a:lnTo>
                <a:lnTo>
                  <a:pt x="138971" y="63670"/>
                </a:lnTo>
                <a:lnTo>
                  <a:pt x="139349" y="63796"/>
                </a:lnTo>
                <a:lnTo>
                  <a:pt x="139706" y="63943"/>
                </a:lnTo>
                <a:lnTo>
                  <a:pt x="140419" y="64279"/>
                </a:lnTo>
                <a:lnTo>
                  <a:pt x="141112" y="64636"/>
                </a:lnTo>
                <a:lnTo>
                  <a:pt x="141784" y="65035"/>
                </a:lnTo>
                <a:lnTo>
                  <a:pt x="142435" y="65475"/>
                </a:lnTo>
                <a:lnTo>
                  <a:pt x="143064" y="65937"/>
                </a:lnTo>
                <a:lnTo>
                  <a:pt x="143673" y="66441"/>
                </a:lnTo>
                <a:lnTo>
                  <a:pt x="144282" y="66945"/>
                </a:lnTo>
                <a:lnTo>
                  <a:pt x="144891" y="67491"/>
                </a:lnTo>
                <a:lnTo>
                  <a:pt x="145478" y="68037"/>
                </a:lnTo>
                <a:lnTo>
                  <a:pt x="146633" y="69170"/>
                </a:lnTo>
                <a:lnTo>
                  <a:pt x="147788" y="70325"/>
                </a:lnTo>
                <a:lnTo>
                  <a:pt x="148963" y="71479"/>
                </a:lnTo>
                <a:lnTo>
                  <a:pt x="149551" y="72025"/>
                </a:lnTo>
                <a:lnTo>
                  <a:pt x="150160" y="72571"/>
                </a:lnTo>
                <a:lnTo>
                  <a:pt x="150769" y="73096"/>
                </a:lnTo>
                <a:lnTo>
                  <a:pt x="151377" y="73621"/>
                </a:lnTo>
                <a:lnTo>
                  <a:pt x="152028" y="74103"/>
                </a:lnTo>
                <a:lnTo>
                  <a:pt x="152679" y="74544"/>
                </a:lnTo>
                <a:lnTo>
                  <a:pt x="153351" y="74985"/>
                </a:lnTo>
                <a:lnTo>
                  <a:pt x="154043" y="75363"/>
                </a:lnTo>
                <a:lnTo>
                  <a:pt x="154757" y="75720"/>
                </a:lnTo>
                <a:lnTo>
                  <a:pt x="155114" y="75888"/>
                </a:lnTo>
                <a:lnTo>
                  <a:pt x="155492" y="76035"/>
                </a:lnTo>
                <a:lnTo>
                  <a:pt x="155870" y="76161"/>
                </a:lnTo>
                <a:lnTo>
                  <a:pt x="156269" y="76287"/>
                </a:lnTo>
                <a:lnTo>
                  <a:pt x="156668" y="76413"/>
                </a:lnTo>
                <a:lnTo>
                  <a:pt x="157066" y="76518"/>
                </a:lnTo>
                <a:lnTo>
                  <a:pt x="157864" y="76706"/>
                </a:lnTo>
                <a:lnTo>
                  <a:pt x="158683" y="76874"/>
                </a:lnTo>
                <a:lnTo>
                  <a:pt x="159501" y="77000"/>
                </a:lnTo>
                <a:lnTo>
                  <a:pt x="160320" y="77084"/>
                </a:lnTo>
                <a:lnTo>
                  <a:pt x="161139" y="77147"/>
                </a:lnTo>
                <a:lnTo>
                  <a:pt x="161958" y="77147"/>
                </a:lnTo>
                <a:lnTo>
                  <a:pt x="162755" y="77126"/>
                </a:lnTo>
                <a:lnTo>
                  <a:pt x="163574" y="77084"/>
                </a:lnTo>
                <a:lnTo>
                  <a:pt x="164393" y="76979"/>
                </a:lnTo>
                <a:lnTo>
                  <a:pt x="165190" y="76853"/>
                </a:lnTo>
                <a:lnTo>
                  <a:pt x="165988" y="76706"/>
                </a:lnTo>
                <a:lnTo>
                  <a:pt x="166765" y="76497"/>
                </a:lnTo>
                <a:lnTo>
                  <a:pt x="167563" y="76287"/>
                </a:lnTo>
                <a:lnTo>
                  <a:pt x="168339" y="76035"/>
                </a:lnTo>
                <a:lnTo>
                  <a:pt x="169095" y="75741"/>
                </a:lnTo>
                <a:lnTo>
                  <a:pt x="169851" y="75426"/>
                </a:lnTo>
                <a:lnTo>
                  <a:pt x="170586" y="75069"/>
                </a:lnTo>
                <a:lnTo>
                  <a:pt x="171299" y="74712"/>
                </a:lnTo>
                <a:lnTo>
                  <a:pt x="172013" y="74292"/>
                </a:lnTo>
                <a:lnTo>
                  <a:pt x="172706" y="73872"/>
                </a:lnTo>
                <a:lnTo>
                  <a:pt x="173399" y="73411"/>
                </a:lnTo>
                <a:lnTo>
                  <a:pt x="174049" y="72928"/>
                </a:lnTo>
                <a:lnTo>
                  <a:pt x="174700" y="72424"/>
                </a:lnTo>
                <a:lnTo>
                  <a:pt x="175309" y="71899"/>
                </a:lnTo>
                <a:lnTo>
                  <a:pt x="175918" y="71332"/>
                </a:lnTo>
                <a:lnTo>
                  <a:pt x="176505" y="70745"/>
                </a:lnTo>
                <a:lnTo>
                  <a:pt x="177051" y="70157"/>
                </a:lnTo>
                <a:lnTo>
                  <a:pt x="177597" y="69527"/>
                </a:lnTo>
                <a:lnTo>
                  <a:pt x="178101" y="68876"/>
                </a:lnTo>
                <a:lnTo>
                  <a:pt x="178584" y="68226"/>
                </a:lnTo>
                <a:lnTo>
                  <a:pt x="179025" y="67533"/>
                </a:lnTo>
                <a:lnTo>
                  <a:pt x="179444" y="66819"/>
                </a:lnTo>
                <a:lnTo>
                  <a:pt x="179906" y="66021"/>
                </a:lnTo>
                <a:lnTo>
                  <a:pt x="180326" y="65203"/>
                </a:lnTo>
                <a:lnTo>
                  <a:pt x="180704" y="64384"/>
                </a:lnTo>
                <a:lnTo>
                  <a:pt x="181061" y="63565"/>
                </a:lnTo>
                <a:lnTo>
                  <a:pt x="181397" y="62746"/>
                </a:lnTo>
                <a:lnTo>
                  <a:pt x="181712" y="61907"/>
                </a:lnTo>
                <a:lnTo>
                  <a:pt x="181984" y="61067"/>
                </a:lnTo>
                <a:lnTo>
                  <a:pt x="182236" y="60206"/>
                </a:lnTo>
                <a:lnTo>
                  <a:pt x="182446" y="59367"/>
                </a:lnTo>
                <a:lnTo>
                  <a:pt x="182635" y="58506"/>
                </a:lnTo>
                <a:lnTo>
                  <a:pt x="182803" y="57645"/>
                </a:lnTo>
                <a:lnTo>
                  <a:pt x="182950" y="56785"/>
                </a:lnTo>
                <a:lnTo>
                  <a:pt x="183055" y="55924"/>
                </a:lnTo>
                <a:lnTo>
                  <a:pt x="183160" y="55063"/>
                </a:lnTo>
                <a:lnTo>
                  <a:pt x="183223" y="54182"/>
                </a:lnTo>
                <a:lnTo>
                  <a:pt x="183244" y="53321"/>
                </a:lnTo>
                <a:lnTo>
                  <a:pt x="183265" y="52439"/>
                </a:lnTo>
                <a:lnTo>
                  <a:pt x="183265" y="51578"/>
                </a:lnTo>
                <a:lnTo>
                  <a:pt x="183223" y="50697"/>
                </a:lnTo>
                <a:lnTo>
                  <a:pt x="183181" y="49836"/>
                </a:lnTo>
                <a:lnTo>
                  <a:pt x="183097" y="48954"/>
                </a:lnTo>
                <a:lnTo>
                  <a:pt x="182992" y="48094"/>
                </a:lnTo>
                <a:lnTo>
                  <a:pt x="182866" y="47212"/>
                </a:lnTo>
                <a:lnTo>
                  <a:pt x="182719" y="46351"/>
                </a:lnTo>
                <a:lnTo>
                  <a:pt x="182551" y="45491"/>
                </a:lnTo>
                <a:lnTo>
                  <a:pt x="182362" y="44609"/>
                </a:lnTo>
                <a:lnTo>
                  <a:pt x="182152" y="43748"/>
                </a:lnTo>
                <a:lnTo>
                  <a:pt x="181921" y="42888"/>
                </a:lnTo>
                <a:lnTo>
                  <a:pt x="181691" y="42048"/>
                </a:lnTo>
                <a:lnTo>
                  <a:pt x="181418" y="41187"/>
                </a:lnTo>
                <a:lnTo>
                  <a:pt x="181124" y="40348"/>
                </a:lnTo>
                <a:lnTo>
                  <a:pt x="180809" y="39508"/>
                </a:lnTo>
                <a:lnTo>
                  <a:pt x="180494" y="38668"/>
                </a:lnTo>
                <a:lnTo>
                  <a:pt x="180137" y="37849"/>
                </a:lnTo>
                <a:lnTo>
                  <a:pt x="179780" y="37010"/>
                </a:lnTo>
                <a:lnTo>
                  <a:pt x="179402" y="36212"/>
                </a:lnTo>
                <a:lnTo>
                  <a:pt x="179004" y="35393"/>
                </a:lnTo>
                <a:lnTo>
                  <a:pt x="178605" y="34596"/>
                </a:lnTo>
                <a:lnTo>
                  <a:pt x="178164" y="33798"/>
                </a:lnTo>
                <a:lnTo>
                  <a:pt x="177723" y="33000"/>
                </a:lnTo>
                <a:lnTo>
                  <a:pt x="177261" y="32223"/>
                </a:lnTo>
                <a:lnTo>
                  <a:pt x="176778" y="31468"/>
                </a:lnTo>
                <a:lnTo>
                  <a:pt x="176296" y="30691"/>
                </a:lnTo>
                <a:lnTo>
                  <a:pt x="175792" y="29956"/>
                </a:lnTo>
                <a:lnTo>
                  <a:pt x="175267" y="29222"/>
                </a:lnTo>
                <a:lnTo>
                  <a:pt x="174721" y="28487"/>
                </a:lnTo>
                <a:lnTo>
                  <a:pt x="174175" y="27773"/>
                </a:lnTo>
                <a:lnTo>
                  <a:pt x="173629" y="27059"/>
                </a:lnTo>
                <a:lnTo>
                  <a:pt x="173042" y="26367"/>
                </a:lnTo>
                <a:lnTo>
                  <a:pt x="172454" y="25674"/>
                </a:lnTo>
                <a:lnTo>
                  <a:pt x="171866" y="25002"/>
                </a:lnTo>
                <a:lnTo>
                  <a:pt x="171257" y="24351"/>
                </a:lnTo>
                <a:lnTo>
                  <a:pt x="170628" y="23721"/>
                </a:lnTo>
                <a:lnTo>
                  <a:pt x="169998" y="23092"/>
                </a:lnTo>
                <a:lnTo>
                  <a:pt x="169368" y="22462"/>
                </a:lnTo>
                <a:lnTo>
                  <a:pt x="168696" y="21874"/>
                </a:lnTo>
                <a:lnTo>
                  <a:pt x="168045" y="21286"/>
                </a:lnTo>
                <a:lnTo>
                  <a:pt x="167374" y="20720"/>
                </a:lnTo>
                <a:lnTo>
                  <a:pt x="166681" y="20153"/>
                </a:lnTo>
                <a:lnTo>
                  <a:pt x="166009" y="19628"/>
                </a:lnTo>
                <a:lnTo>
                  <a:pt x="165295" y="19103"/>
                </a:lnTo>
                <a:lnTo>
                  <a:pt x="164603" y="18599"/>
                </a:lnTo>
                <a:lnTo>
                  <a:pt x="163889" y="18116"/>
                </a:lnTo>
                <a:lnTo>
                  <a:pt x="163154" y="17655"/>
                </a:lnTo>
                <a:lnTo>
                  <a:pt x="162587" y="17298"/>
                </a:lnTo>
                <a:lnTo>
                  <a:pt x="162000" y="16962"/>
                </a:lnTo>
                <a:lnTo>
                  <a:pt x="161433" y="16647"/>
                </a:lnTo>
                <a:lnTo>
                  <a:pt x="160866" y="16353"/>
                </a:lnTo>
                <a:lnTo>
                  <a:pt x="160278" y="16059"/>
                </a:lnTo>
                <a:lnTo>
                  <a:pt x="159690" y="15786"/>
                </a:lnTo>
                <a:lnTo>
                  <a:pt x="158536" y="15283"/>
                </a:lnTo>
                <a:lnTo>
                  <a:pt x="157381" y="14821"/>
                </a:lnTo>
                <a:lnTo>
                  <a:pt x="156206" y="14401"/>
                </a:lnTo>
                <a:lnTo>
                  <a:pt x="155030" y="14044"/>
                </a:lnTo>
                <a:lnTo>
                  <a:pt x="153855" y="13729"/>
                </a:lnTo>
                <a:lnTo>
                  <a:pt x="152679" y="13456"/>
                </a:lnTo>
                <a:lnTo>
                  <a:pt x="151503" y="13225"/>
                </a:lnTo>
                <a:lnTo>
                  <a:pt x="150307" y="13036"/>
                </a:lnTo>
                <a:lnTo>
                  <a:pt x="149131" y="12889"/>
                </a:lnTo>
                <a:lnTo>
                  <a:pt x="147935" y="12784"/>
                </a:lnTo>
                <a:lnTo>
                  <a:pt x="146738" y="12721"/>
                </a:lnTo>
                <a:lnTo>
                  <a:pt x="145541" y="12679"/>
                </a:lnTo>
                <a:lnTo>
                  <a:pt x="144345" y="12658"/>
                </a:lnTo>
                <a:lnTo>
                  <a:pt x="143127" y="12700"/>
                </a:lnTo>
                <a:lnTo>
                  <a:pt x="141931" y="12742"/>
                </a:lnTo>
                <a:lnTo>
                  <a:pt x="140734" y="12826"/>
                </a:lnTo>
                <a:lnTo>
                  <a:pt x="139517" y="12931"/>
                </a:lnTo>
                <a:lnTo>
                  <a:pt x="138299" y="13078"/>
                </a:lnTo>
                <a:lnTo>
                  <a:pt x="137081" y="13225"/>
                </a:lnTo>
                <a:lnTo>
                  <a:pt x="135885" y="13414"/>
                </a:lnTo>
                <a:lnTo>
                  <a:pt x="134667" y="13603"/>
                </a:lnTo>
                <a:lnTo>
                  <a:pt x="133450" y="13813"/>
                </a:lnTo>
                <a:lnTo>
                  <a:pt x="132232" y="14044"/>
                </a:lnTo>
                <a:lnTo>
                  <a:pt x="129776" y="14548"/>
                </a:lnTo>
                <a:lnTo>
                  <a:pt x="127341" y="15094"/>
                </a:lnTo>
                <a:lnTo>
                  <a:pt x="124885" y="15660"/>
                </a:lnTo>
                <a:lnTo>
                  <a:pt x="119973" y="16815"/>
                </a:lnTo>
                <a:lnTo>
                  <a:pt x="117516" y="17403"/>
                </a:lnTo>
                <a:lnTo>
                  <a:pt x="115060" y="17949"/>
                </a:lnTo>
                <a:lnTo>
                  <a:pt x="112604" y="18452"/>
                </a:lnTo>
                <a:lnTo>
                  <a:pt x="111387" y="18683"/>
                </a:lnTo>
                <a:lnTo>
                  <a:pt x="110169" y="18914"/>
                </a:lnTo>
                <a:lnTo>
                  <a:pt x="108931" y="19103"/>
                </a:lnTo>
                <a:lnTo>
                  <a:pt x="107713" y="19292"/>
                </a:lnTo>
                <a:lnTo>
                  <a:pt x="106495" y="19460"/>
                </a:lnTo>
                <a:lnTo>
                  <a:pt x="105278" y="19607"/>
                </a:lnTo>
                <a:lnTo>
                  <a:pt x="104039" y="19712"/>
                </a:lnTo>
                <a:lnTo>
                  <a:pt x="102822" y="19817"/>
                </a:lnTo>
                <a:lnTo>
                  <a:pt x="101604" y="19880"/>
                </a:lnTo>
                <a:lnTo>
                  <a:pt x="100387" y="19922"/>
                </a:lnTo>
                <a:lnTo>
                  <a:pt x="99190" y="19922"/>
                </a:lnTo>
                <a:lnTo>
                  <a:pt x="97972" y="19901"/>
                </a:lnTo>
                <a:lnTo>
                  <a:pt x="96755" y="19838"/>
                </a:lnTo>
                <a:lnTo>
                  <a:pt x="95558" y="19754"/>
                </a:lnTo>
                <a:lnTo>
                  <a:pt x="94341" y="19628"/>
                </a:lnTo>
                <a:lnTo>
                  <a:pt x="93144" y="19460"/>
                </a:lnTo>
                <a:lnTo>
                  <a:pt x="91948" y="19250"/>
                </a:lnTo>
                <a:lnTo>
                  <a:pt x="90751" y="18998"/>
                </a:lnTo>
                <a:lnTo>
                  <a:pt x="89554" y="18683"/>
                </a:lnTo>
                <a:lnTo>
                  <a:pt x="88358" y="18347"/>
                </a:lnTo>
                <a:lnTo>
                  <a:pt x="87161" y="17970"/>
                </a:lnTo>
                <a:lnTo>
                  <a:pt x="85986" y="17529"/>
                </a:lnTo>
                <a:lnTo>
                  <a:pt x="85209" y="17193"/>
                </a:lnTo>
                <a:lnTo>
                  <a:pt x="84453" y="16836"/>
                </a:lnTo>
                <a:lnTo>
                  <a:pt x="83698" y="16479"/>
                </a:lnTo>
                <a:lnTo>
                  <a:pt x="82963" y="16080"/>
                </a:lnTo>
                <a:lnTo>
                  <a:pt x="82228" y="15681"/>
                </a:lnTo>
                <a:lnTo>
                  <a:pt x="81514" y="15241"/>
                </a:lnTo>
                <a:lnTo>
                  <a:pt x="80801" y="14821"/>
                </a:lnTo>
                <a:lnTo>
                  <a:pt x="80087" y="14359"/>
                </a:lnTo>
                <a:lnTo>
                  <a:pt x="78701" y="13435"/>
                </a:lnTo>
                <a:lnTo>
                  <a:pt x="77316" y="12470"/>
                </a:lnTo>
                <a:lnTo>
                  <a:pt x="75972" y="11483"/>
                </a:lnTo>
                <a:lnTo>
                  <a:pt x="74608" y="10496"/>
                </a:lnTo>
                <a:lnTo>
                  <a:pt x="73243" y="9510"/>
                </a:lnTo>
                <a:lnTo>
                  <a:pt x="71879" y="8523"/>
                </a:lnTo>
                <a:lnTo>
                  <a:pt x="70493" y="7599"/>
                </a:lnTo>
                <a:lnTo>
                  <a:pt x="69801" y="7137"/>
                </a:lnTo>
                <a:lnTo>
                  <a:pt x="69087" y="6697"/>
                </a:lnTo>
                <a:lnTo>
                  <a:pt x="68373" y="6256"/>
                </a:lnTo>
                <a:lnTo>
                  <a:pt x="67659" y="5836"/>
                </a:lnTo>
                <a:lnTo>
                  <a:pt x="66925" y="5437"/>
                </a:lnTo>
                <a:lnTo>
                  <a:pt x="66169" y="5059"/>
                </a:lnTo>
                <a:lnTo>
                  <a:pt x="65434" y="4702"/>
                </a:lnTo>
                <a:lnTo>
                  <a:pt x="64657" y="4366"/>
                </a:lnTo>
                <a:lnTo>
                  <a:pt x="63881" y="4031"/>
                </a:lnTo>
                <a:lnTo>
                  <a:pt x="63104" y="3737"/>
                </a:lnTo>
                <a:lnTo>
                  <a:pt x="62411" y="3506"/>
                </a:lnTo>
                <a:lnTo>
                  <a:pt x="61739" y="3317"/>
                </a:lnTo>
                <a:lnTo>
                  <a:pt x="61047" y="3149"/>
                </a:lnTo>
                <a:lnTo>
                  <a:pt x="60375" y="3002"/>
                </a:lnTo>
                <a:lnTo>
                  <a:pt x="59703" y="2897"/>
                </a:lnTo>
                <a:lnTo>
                  <a:pt x="59010" y="2834"/>
                </a:lnTo>
                <a:lnTo>
                  <a:pt x="58339" y="2771"/>
                </a:lnTo>
                <a:lnTo>
                  <a:pt x="57646" y="2750"/>
                </a:lnTo>
                <a:lnTo>
                  <a:pt x="56974" y="2729"/>
                </a:lnTo>
                <a:lnTo>
                  <a:pt x="56302" y="2750"/>
                </a:lnTo>
                <a:lnTo>
                  <a:pt x="55610" y="2792"/>
                </a:lnTo>
                <a:lnTo>
                  <a:pt x="54938" y="2834"/>
                </a:lnTo>
                <a:lnTo>
                  <a:pt x="54266" y="2918"/>
                </a:lnTo>
                <a:lnTo>
                  <a:pt x="53573" y="3002"/>
                </a:lnTo>
                <a:lnTo>
                  <a:pt x="52902" y="3086"/>
                </a:lnTo>
                <a:lnTo>
                  <a:pt x="52230" y="3212"/>
                </a:lnTo>
                <a:lnTo>
                  <a:pt x="50865" y="3464"/>
                </a:lnTo>
                <a:lnTo>
                  <a:pt x="49522" y="3758"/>
                </a:lnTo>
                <a:lnTo>
                  <a:pt x="48157" y="4073"/>
                </a:lnTo>
                <a:lnTo>
                  <a:pt x="46814" y="4408"/>
                </a:lnTo>
                <a:lnTo>
                  <a:pt x="45449" y="4723"/>
                </a:lnTo>
                <a:lnTo>
                  <a:pt x="44106" y="5038"/>
                </a:lnTo>
                <a:lnTo>
                  <a:pt x="42762" y="5311"/>
                </a:lnTo>
                <a:lnTo>
                  <a:pt x="41419" y="5563"/>
                </a:lnTo>
                <a:lnTo>
                  <a:pt x="40642" y="5689"/>
                </a:lnTo>
                <a:lnTo>
                  <a:pt x="39886" y="5773"/>
                </a:lnTo>
                <a:lnTo>
                  <a:pt x="39130" y="5815"/>
                </a:lnTo>
                <a:lnTo>
                  <a:pt x="38375" y="5836"/>
                </a:lnTo>
                <a:lnTo>
                  <a:pt x="37619" y="5836"/>
                </a:lnTo>
                <a:lnTo>
                  <a:pt x="36884" y="5794"/>
                </a:lnTo>
                <a:lnTo>
                  <a:pt x="36129" y="5731"/>
                </a:lnTo>
                <a:lnTo>
                  <a:pt x="35394" y="5647"/>
                </a:lnTo>
                <a:lnTo>
                  <a:pt x="34659" y="5542"/>
                </a:lnTo>
                <a:lnTo>
                  <a:pt x="33924" y="5416"/>
                </a:lnTo>
                <a:lnTo>
                  <a:pt x="33190" y="5269"/>
                </a:lnTo>
                <a:lnTo>
                  <a:pt x="32455" y="5101"/>
                </a:lnTo>
                <a:lnTo>
                  <a:pt x="31741" y="4912"/>
                </a:lnTo>
                <a:lnTo>
                  <a:pt x="31006" y="4723"/>
                </a:lnTo>
                <a:lnTo>
                  <a:pt x="29558" y="4303"/>
                </a:lnTo>
                <a:lnTo>
                  <a:pt x="28130" y="3821"/>
                </a:lnTo>
                <a:lnTo>
                  <a:pt x="26682" y="3338"/>
                </a:lnTo>
                <a:lnTo>
                  <a:pt x="23827" y="2330"/>
                </a:lnTo>
                <a:lnTo>
                  <a:pt x="22399" y="1847"/>
                </a:lnTo>
                <a:lnTo>
                  <a:pt x="20951" y="1386"/>
                </a:lnTo>
                <a:lnTo>
                  <a:pt x="19502" y="966"/>
                </a:lnTo>
                <a:lnTo>
                  <a:pt x="18789" y="777"/>
                </a:lnTo>
                <a:lnTo>
                  <a:pt x="18054" y="609"/>
                </a:lnTo>
                <a:lnTo>
                  <a:pt x="17424" y="462"/>
                </a:lnTo>
                <a:lnTo>
                  <a:pt x="16794" y="336"/>
                </a:lnTo>
                <a:lnTo>
                  <a:pt x="16186" y="231"/>
                </a:lnTo>
                <a:lnTo>
                  <a:pt x="15556" y="147"/>
                </a:lnTo>
                <a:lnTo>
                  <a:pt x="14947" y="84"/>
                </a:lnTo>
                <a:lnTo>
                  <a:pt x="14338" y="42"/>
                </a:lnTo>
                <a:lnTo>
                  <a:pt x="1375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"/>
          <p:cNvSpPr/>
          <p:nvPr/>
        </p:nvSpPr>
        <p:spPr>
          <a:xfrm rot="-5400000">
            <a:off x="-2679800" y="4487946"/>
            <a:ext cx="4581650" cy="1928700"/>
          </a:xfrm>
          <a:custGeom>
            <a:avLst/>
            <a:gdLst/>
            <a:ahLst/>
            <a:cxnLst/>
            <a:rect l="l" t="t" r="r" b="b"/>
            <a:pathLst>
              <a:path w="183266" h="77148" extrusionOk="0">
                <a:moveTo>
                  <a:pt x="13142" y="0"/>
                </a:moveTo>
                <a:lnTo>
                  <a:pt x="12554" y="21"/>
                </a:lnTo>
                <a:lnTo>
                  <a:pt x="11987" y="42"/>
                </a:lnTo>
                <a:lnTo>
                  <a:pt x="11420" y="84"/>
                </a:lnTo>
                <a:lnTo>
                  <a:pt x="10854" y="168"/>
                </a:lnTo>
                <a:lnTo>
                  <a:pt x="10308" y="252"/>
                </a:lnTo>
                <a:lnTo>
                  <a:pt x="9762" y="357"/>
                </a:lnTo>
                <a:lnTo>
                  <a:pt x="9216" y="462"/>
                </a:lnTo>
                <a:lnTo>
                  <a:pt x="8691" y="609"/>
                </a:lnTo>
                <a:lnTo>
                  <a:pt x="8187" y="756"/>
                </a:lnTo>
                <a:lnTo>
                  <a:pt x="7684" y="924"/>
                </a:lnTo>
                <a:lnTo>
                  <a:pt x="7201" y="1113"/>
                </a:lnTo>
                <a:lnTo>
                  <a:pt x="6718" y="1302"/>
                </a:lnTo>
                <a:lnTo>
                  <a:pt x="6256" y="1511"/>
                </a:lnTo>
                <a:lnTo>
                  <a:pt x="5794" y="1742"/>
                </a:lnTo>
                <a:lnTo>
                  <a:pt x="5354" y="1994"/>
                </a:lnTo>
                <a:lnTo>
                  <a:pt x="4934" y="2246"/>
                </a:lnTo>
                <a:lnTo>
                  <a:pt x="4535" y="2519"/>
                </a:lnTo>
                <a:lnTo>
                  <a:pt x="4136" y="2792"/>
                </a:lnTo>
                <a:lnTo>
                  <a:pt x="3758" y="3086"/>
                </a:lnTo>
                <a:lnTo>
                  <a:pt x="3380" y="3401"/>
                </a:lnTo>
                <a:lnTo>
                  <a:pt x="3044" y="3716"/>
                </a:lnTo>
                <a:lnTo>
                  <a:pt x="2708" y="4052"/>
                </a:lnTo>
                <a:lnTo>
                  <a:pt x="2394" y="4408"/>
                </a:lnTo>
                <a:lnTo>
                  <a:pt x="2100" y="4744"/>
                </a:lnTo>
                <a:lnTo>
                  <a:pt x="1806" y="5122"/>
                </a:lnTo>
                <a:lnTo>
                  <a:pt x="1554" y="5500"/>
                </a:lnTo>
                <a:lnTo>
                  <a:pt x="1302" y="5878"/>
                </a:lnTo>
                <a:lnTo>
                  <a:pt x="1092" y="6277"/>
                </a:lnTo>
                <a:lnTo>
                  <a:pt x="882" y="6697"/>
                </a:lnTo>
                <a:lnTo>
                  <a:pt x="693" y="7116"/>
                </a:lnTo>
                <a:lnTo>
                  <a:pt x="525" y="7536"/>
                </a:lnTo>
                <a:lnTo>
                  <a:pt x="378" y="7977"/>
                </a:lnTo>
                <a:lnTo>
                  <a:pt x="273" y="8418"/>
                </a:lnTo>
                <a:lnTo>
                  <a:pt x="168" y="8859"/>
                </a:lnTo>
                <a:lnTo>
                  <a:pt x="84" y="9321"/>
                </a:lnTo>
                <a:lnTo>
                  <a:pt x="42" y="9782"/>
                </a:lnTo>
                <a:lnTo>
                  <a:pt x="0" y="10265"/>
                </a:lnTo>
                <a:lnTo>
                  <a:pt x="0" y="10727"/>
                </a:lnTo>
                <a:lnTo>
                  <a:pt x="21" y="11210"/>
                </a:lnTo>
                <a:lnTo>
                  <a:pt x="63" y="11714"/>
                </a:lnTo>
                <a:lnTo>
                  <a:pt x="126" y="12218"/>
                </a:lnTo>
                <a:lnTo>
                  <a:pt x="210" y="12700"/>
                </a:lnTo>
                <a:lnTo>
                  <a:pt x="336" y="13225"/>
                </a:lnTo>
                <a:lnTo>
                  <a:pt x="483" y="13729"/>
                </a:lnTo>
                <a:lnTo>
                  <a:pt x="651" y="14254"/>
                </a:lnTo>
                <a:lnTo>
                  <a:pt x="840" y="14758"/>
                </a:lnTo>
                <a:lnTo>
                  <a:pt x="1071" y="15283"/>
                </a:lnTo>
                <a:lnTo>
                  <a:pt x="1323" y="15807"/>
                </a:lnTo>
                <a:lnTo>
                  <a:pt x="1596" y="16353"/>
                </a:lnTo>
                <a:lnTo>
                  <a:pt x="1911" y="16878"/>
                </a:lnTo>
                <a:lnTo>
                  <a:pt x="2247" y="17424"/>
                </a:lnTo>
                <a:lnTo>
                  <a:pt x="2624" y="17949"/>
                </a:lnTo>
                <a:lnTo>
                  <a:pt x="3023" y="18494"/>
                </a:lnTo>
                <a:lnTo>
                  <a:pt x="3443" y="19019"/>
                </a:lnTo>
                <a:lnTo>
                  <a:pt x="3905" y="19565"/>
                </a:lnTo>
                <a:lnTo>
                  <a:pt x="4409" y="20111"/>
                </a:lnTo>
                <a:lnTo>
                  <a:pt x="5626" y="21181"/>
                </a:lnTo>
                <a:lnTo>
                  <a:pt x="6823" y="22147"/>
                </a:lnTo>
                <a:lnTo>
                  <a:pt x="7999" y="23050"/>
                </a:lnTo>
                <a:lnTo>
                  <a:pt x="9132" y="23868"/>
                </a:lnTo>
                <a:lnTo>
                  <a:pt x="10224" y="24624"/>
                </a:lnTo>
                <a:lnTo>
                  <a:pt x="11315" y="25338"/>
                </a:lnTo>
                <a:lnTo>
                  <a:pt x="12365" y="25989"/>
                </a:lnTo>
                <a:lnTo>
                  <a:pt x="13394" y="26597"/>
                </a:lnTo>
                <a:lnTo>
                  <a:pt x="15367" y="27752"/>
                </a:lnTo>
                <a:lnTo>
                  <a:pt x="17235" y="28802"/>
                </a:lnTo>
                <a:lnTo>
                  <a:pt x="18138" y="29326"/>
                </a:lnTo>
                <a:lnTo>
                  <a:pt x="19020" y="29851"/>
                </a:lnTo>
                <a:lnTo>
                  <a:pt x="19880" y="30397"/>
                </a:lnTo>
                <a:lnTo>
                  <a:pt x="20720" y="30943"/>
                </a:lnTo>
                <a:lnTo>
                  <a:pt x="21518" y="31531"/>
                </a:lnTo>
                <a:lnTo>
                  <a:pt x="22315" y="32160"/>
                </a:lnTo>
                <a:lnTo>
                  <a:pt x="23092" y="32811"/>
                </a:lnTo>
                <a:lnTo>
                  <a:pt x="23470" y="33147"/>
                </a:lnTo>
                <a:lnTo>
                  <a:pt x="23848" y="33525"/>
                </a:lnTo>
                <a:lnTo>
                  <a:pt x="24226" y="33882"/>
                </a:lnTo>
                <a:lnTo>
                  <a:pt x="24583" y="34281"/>
                </a:lnTo>
                <a:lnTo>
                  <a:pt x="24940" y="34680"/>
                </a:lnTo>
                <a:lnTo>
                  <a:pt x="25296" y="35099"/>
                </a:lnTo>
                <a:lnTo>
                  <a:pt x="25653" y="35540"/>
                </a:lnTo>
                <a:lnTo>
                  <a:pt x="26010" y="36002"/>
                </a:lnTo>
                <a:lnTo>
                  <a:pt x="26346" y="36485"/>
                </a:lnTo>
                <a:lnTo>
                  <a:pt x="26703" y="36968"/>
                </a:lnTo>
                <a:lnTo>
                  <a:pt x="27039" y="37493"/>
                </a:lnTo>
                <a:lnTo>
                  <a:pt x="27354" y="38038"/>
                </a:lnTo>
                <a:lnTo>
                  <a:pt x="27690" y="38605"/>
                </a:lnTo>
                <a:lnTo>
                  <a:pt x="28025" y="39193"/>
                </a:lnTo>
                <a:lnTo>
                  <a:pt x="28340" y="39802"/>
                </a:lnTo>
                <a:lnTo>
                  <a:pt x="28655" y="40452"/>
                </a:lnTo>
                <a:lnTo>
                  <a:pt x="28970" y="41124"/>
                </a:lnTo>
                <a:lnTo>
                  <a:pt x="29285" y="41817"/>
                </a:lnTo>
                <a:lnTo>
                  <a:pt x="29600" y="42531"/>
                </a:lnTo>
                <a:lnTo>
                  <a:pt x="29894" y="43286"/>
                </a:lnTo>
                <a:lnTo>
                  <a:pt x="30188" y="44084"/>
                </a:lnTo>
                <a:lnTo>
                  <a:pt x="30503" y="44903"/>
                </a:lnTo>
                <a:lnTo>
                  <a:pt x="30796" y="45743"/>
                </a:lnTo>
                <a:lnTo>
                  <a:pt x="31090" y="46624"/>
                </a:lnTo>
                <a:lnTo>
                  <a:pt x="31363" y="47548"/>
                </a:lnTo>
                <a:lnTo>
                  <a:pt x="31657" y="48514"/>
                </a:lnTo>
                <a:lnTo>
                  <a:pt x="31909" y="49269"/>
                </a:lnTo>
                <a:lnTo>
                  <a:pt x="32182" y="50025"/>
                </a:lnTo>
                <a:lnTo>
                  <a:pt x="32476" y="50760"/>
                </a:lnTo>
                <a:lnTo>
                  <a:pt x="32791" y="51495"/>
                </a:lnTo>
                <a:lnTo>
                  <a:pt x="33148" y="52208"/>
                </a:lnTo>
                <a:lnTo>
                  <a:pt x="33525" y="52901"/>
                </a:lnTo>
                <a:lnTo>
                  <a:pt x="33903" y="53573"/>
                </a:lnTo>
                <a:lnTo>
                  <a:pt x="34323" y="54224"/>
                </a:lnTo>
                <a:lnTo>
                  <a:pt x="34764" y="54874"/>
                </a:lnTo>
                <a:lnTo>
                  <a:pt x="35226" y="55483"/>
                </a:lnTo>
                <a:lnTo>
                  <a:pt x="35709" y="56071"/>
                </a:lnTo>
                <a:lnTo>
                  <a:pt x="36212" y="56659"/>
                </a:lnTo>
                <a:lnTo>
                  <a:pt x="36758" y="57204"/>
                </a:lnTo>
                <a:lnTo>
                  <a:pt x="37304" y="57729"/>
                </a:lnTo>
                <a:lnTo>
                  <a:pt x="37871" y="58233"/>
                </a:lnTo>
                <a:lnTo>
                  <a:pt x="38438" y="58716"/>
                </a:lnTo>
                <a:lnTo>
                  <a:pt x="39046" y="59157"/>
                </a:lnTo>
                <a:lnTo>
                  <a:pt x="39676" y="59577"/>
                </a:lnTo>
                <a:lnTo>
                  <a:pt x="40306" y="59975"/>
                </a:lnTo>
                <a:lnTo>
                  <a:pt x="40978" y="60332"/>
                </a:lnTo>
                <a:lnTo>
                  <a:pt x="41650" y="60668"/>
                </a:lnTo>
                <a:lnTo>
                  <a:pt x="42342" y="60983"/>
                </a:lnTo>
                <a:lnTo>
                  <a:pt x="43056" y="61256"/>
                </a:lnTo>
                <a:lnTo>
                  <a:pt x="43770" y="61487"/>
                </a:lnTo>
                <a:lnTo>
                  <a:pt x="44505" y="61697"/>
                </a:lnTo>
                <a:lnTo>
                  <a:pt x="45260" y="61865"/>
                </a:lnTo>
                <a:lnTo>
                  <a:pt x="46037" y="62012"/>
                </a:lnTo>
                <a:lnTo>
                  <a:pt x="46814" y="62117"/>
                </a:lnTo>
                <a:lnTo>
                  <a:pt x="47611" y="62180"/>
                </a:lnTo>
                <a:lnTo>
                  <a:pt x="48409" y="62201"/>
                </a:lnTo>
                <a:lnTo>
                  <a:pt x="49228" y="62201"/>
                </a:lnTo>
                <a:lnTo>
                  <a:pt x="50068" y="62138"/>
                </a:lnTo>
                <a:lnTo>
                  <a:pt x="50592" y="62138"/>
                </a:lnTo>
                <a:lnTo>
                  <a:pt x="51117" y="62117"/>
                </a:lnTo>
                <a:lnTo>
                  <a:pt x="51621" y="62096"/>
                </a:lnTo>
                <a:lnTo>
                  <a:pt x="52146" y="62054"/>
                </a:lnTo>
                <a:lnTo>
                  <a:pt x="52650" y="61991"/>
                </a:lnTo>
                <a:lnTo>
                  <a:pt x="53174" y="61907"/>
                </a:lnTo>
                <a:lnTo>
                  <a:pt x="54182" y="61739"/>
                </a:lnTo>
                <a:lnTo>
                  <a:pt x="55169" y="61529"/>
                </a:lnTo>
                <a:lnTo>
                  <a:pt x="56155" y="61256"/>
                </a:lnTo>
                <a:lnTo>
                  <a:pt x="57142" y="60962"/>
                </a:lnTo>
                <a:lnTo>
                  <a:pt x="58108" y="60647"/>
                </a:lnTo>
                <a:lnTo>
                  <a:pt x="59073" y="60290"/>
                </a:lnTo>
                <a:lnTo>
                  <a:pt x="60018" y="59912"/>
                </a:lnTo>
                <a:lnTo>
                  <a:pt x="60963" y="59514"/>
                </a:lnTo>
                <a:lnTo>
                  <a:pt x="61907" y="59094"/>
                </a:lnTo>
                <a:lnTo>
                  <a:pt x="63797" y="58233"/>
                </a:lnTo>
                <a:lnTo>
                  <a:pt x="65665" y="57351"/>
                </a:lnTo>
                <a:lnTo>
                  <a:pt x="67533" y="56470"/>
                </a:lnTo>
                <a:lnTo>
                  <a:pt x="68478" y="56050"/>
                </a:lnTo>
                <a:lnTo>
                  <a:pt x="69423" y="55651"/>
                </a:lnTo>
                <a:lnTo>
                  <a:pt x="70367" y="55273"/>
                </a:lnTo>
                <a:lnTo>
                  <a:pt x="71312" y="54916"/>
                </a:lnTo>
                <a:lnTo>
                  <a:pt x="72278" y="54580"/>
                </a:lnTo>
                <a:lnTo>
                  <a:pt x="73243" y="54266"/>
                </a:lnTo>
                <a:lnTo>
                  <a:pt x="74209" y="53993"/>
                </a:lnTo>
                <a:lnTo>
                  <a:pt x="75196" y="53762"/>
                </a:lnTo>
                <a:lnTo>
                  <a:pt x="76182" y="53573"/>
                </a:lnTo>
                <a:lnTo>
                  <a:pt x="77190" y="53447"/>
                </a:lnTo>
                <a:lnTo>
                  <a:pt x="77694" y="53384"/>
                </a:lnTo>
                <a:lnTo>
                  <a:pt x="78219" y="53342"/>
                </a:lnTo>
                <a:lnTo>
                  <a:pt x="78722" y="53321"/>
                </a:lnTo>
                <a:lnTo>
                  <a:pt x="79247" y="53300"/>
                </a:lnTo>
                <a:lnTo>
                  <a:pt x="79751" y="53300"/>
                </a:lnTo>
                <a:lnTo>
                  <a:pt x="80276" y="53321"/>
                </a:lnTo>
                <a:lnTo>
                  <a:pt x="80822" y="53363"/>
                </a:lnTo>
                <a:lnTo>
                  <a:pt x="81346" y="53405"/>
                </a:lnTo>
                <a:lnTo>
                  <a:pt x="81892" y="53489"/>
                </a:lnTo>
                <a:lnTo>
                  <a:pt x="82438" y="53573"/>
                </a:lnTo>
                <a:lnTo>
                  <a:pt x="82963" y="53678"/>
                </a:lnTo>
                <a:lnTo>
                  <a:pt x="83488" y="53783"/>
                </a:lnTo>
                <a:lnTo>
                  <a:pt x="84012" y="53930"/>
                </a:lnTo>
                <a:lnTo>
                  <a:pt x="84516" y="54077"/>
                </a:lnTo>
                <a:lnTo>
                  <a:pt x="85041" y="54224"/>
                </a:lnTo>
                <a:lnTo>
                  <a:pt x="85545" y="54412"/>
                </a:lnTo>
                <a:lnTo>
                  <a:pt x="86028" y="54601"/>
                </a:lnTo>
                <a:lnTo>
                  <a:pt x="86511" y="54790"/>
                </a:lnTo>
                <a:lnTo>
                  <a:pt x="87476" y="55231"/>
                </a:lnTo>
                <a:lnTo>
                  <a:pt x="88421" y="55693"/>
                </a:lnTo>
                <a:lnTo>
                  <a:pt x="89345" y="56218"/>
                </a:lnTo>
                <a:lnTo>
                  <a:pt x="90268" y="56764"/>
                </a:lnTo>
                <a:lnTo>
                  <a:pt x="91171" y="57330"/>
                </a:lnTo>
                <a:lnTo>
                  <a:pt x="92053" y="57939"/>
                </a:lnTo>
                <a:lnTo>
                  <a:pt x="92934" y="58569"/>
                </a:lnTo>
                <a:lnTo>
                  <a:pt x="93795" y="59220"/>
                </a:lnTo>
                <a:lnTo>
                  <a:pt x="94656" y="59871"/>
                </a:lnTo>
                <a:lnTo>
                  <a:pt x="96356" y="61214"/>
                </a:lnTo>
                <a:lnTo>
                  <a:pt x="98077" y="62558"/>
                </a:lnTo>
                <a:lnTo>
                  <a:pt x="98938" y="63229"/>
                </a:lnTo>
                <a:lnTo>
                  <a:pt x="99799" y="63880"/>
                </a:lnTo>
                <a:lnTo>
                  <a:pt x="100659" y="64531"/>
                </a:lnTo>
                <a:lnTo>
                  <a:pt x="101541" y="65140"/>
                </a:lnTo>
                <a:lnTo>
                  <a:pt x="102444" y="65748"/>
                </a:lnTo>
                <a:lnTo>
                  <a:pt x="103347" y="66315"/>
                </a:lnTo>
                <a:lnTo>
                  <a:pt x="104249" y="66861"/>
                </a:lnTo>
                <a:lnTo>
                  <a:pt x="105194" y="67365"/>
                </a:lnTo>
                <a:lnTo>
                  <a:pt x="106139" y="67827"/>
                </a:lnTo>
                <a:lnTo>
                  <a:pt x="106621" y="68058"/>
                </a:lnTo>
                <a:lnTo>
                  <a:pt x="107104" y="68267"/>
                </a:lnTo>
                <a:lnTo>
                  <a:pt x="107587" y="68456"/>
                </a:lnTo>
                <a:lnTo>
                  <a:pt x="108091" y="68645"/>
                </a:lnTo>
                <a:lnTo>
                  <a:pt x="108595" y="68813"/>
                </a:lnTo>
                <a:lnTo>
                  <a:pt x="109119" y="68960"/>
                </a:lnTo>
                <a:lnTo>
                  <a:pt x="109623" y="69107"/>
                </a:lnTo>
                <a:lnTo>
                  <a:pt x="110148" y="69233"/>
                </a:lnTo>
                <a:lnTo>
                  <a:pt x="110673" y="69338"/>
                </a:lnTo>
                <a:lnTo>
                  <a:pt x="111219" y="69443"/>
                </a:lnTo>
                <a:lnTo>
                  <a:pt x="111639" y="69506"/>
                </a:lnTo>
                <a:lnTo>
                  <a:pt x="112058" y="69548"/>
                </a:lnTo>
                <a:lnTo>
                  <a:pt x="112856" y="69611"/>
                </a:lnTo>
                <a:lnTo>
                  <a:pt x="113675" y="69632"/>
                </a:lnTo>
                <a:lnTo>
                  <a:pt x="114473" y="69611"/>
                </a:lnTo>
                <a:lnTo>
                  <a:pt x="115270" y="69527"/>
                </a:lnTo>
                <a:lnTo>
                  <a:pt x="116047" y="69422"/>
                </a:lnTo>
                <a:lnTo>
                  <a:pt x="116824" y="69254"/>
                </a:lnTo>
                <a:lnTo>
                  <a:pt x="117579" y="69086"/>
                </a:lnTo>
                <a:lnTo>
                  <a:pt x="118356" y="68876"/>
                </a:lnTo>
                <a:lnTo>
                  <a:pt x="119112" y="68624"/>
                </a:lnTo>
                <a:lnTo>
                  <a:pt x="119868" y="68372"/>
                </a:lnTo>
                <a:lnTo>
                  <a:pt x="120602" y="68079"/>
                </a:lnTo>
                <a:lnTo>
                  <a:pt x="121358" y="67785"/>
                </a:lnTo>
                <a:lnTo>
                  <a:pt x="122093" y="67470"/>
                </a:lnTo>
                <a:lnTo>
                  <a:pt x="123583" y="66819"/>
                </a:lnTo>
                <a:lnTo>
                  <a:pt x="125053" y="66147"/>
                </a:lnTo>
                <a:lnTo>
                  <a:pt x="126543" y="65475"/>
                </a:lnTo>
                <a:lnTo>
                  <a:pt x="128034" y="64846"/>
                </a:lnTo>
                <a:lnTo>
                  <a:pt x="128768" y="64552"/>
                </a:lnTo>
                <a:lnTo>
                  <a:pt x="129524" y="64258"/>
                </a:lnTo>
                <a:lnTo>
                  <a:pt x="130280" y="64006"/>
                </a:lnTo>
                <a:lnTo>
                  <a:pt x="131036" y="63775"/>
                </a:lnTo>
                <a:lnTo>
                  <a:pt x="131812" y="63565"/>
                </a:lnTo>
                <a:lnTo>
                  <a:pt x="132589" y="63397"/>
                </a:lnTo>
                <a:lnTo>
                  <a:pt x="133366" y="63250"/>
                </a:lnTo>
                <a:lnTo>
                  <a:pt x="134164" y="63145"/>
                </a:lnTo>
                <a:lnTo>
                  <a:pt x="134961" y="63082"/>
                </a:lnTo>
                <a:lnTo>
                  <a:pt x="135759" y="63061"/>
                </a:lnTo>
                <a:lnTo>
                  <a:pt x="136200" y="63082"/>
                </a:lnTo>
                <a:lnTo>
                  <a:pt x="136620" y="63124"/>
                </a:lnTo>
                <a:lnTo>
                  <a:pt x="137019" y="63187"/>
                </a:lnTo>
                <a:lnTo>
                  <a:pt x="137438" y="63250"/>
                </a:lnTo>
                <a:lnTo>
                  <a:pt x="137837" y="63334"/>
                </a:lnTo>
                <a:lnTo>
                  <a:pt x="138215" y="63439"/>
                </a:lnTo>
                <a:lnTo>
                  <a:pt x="138614" y="63544"/>
                </a:lnTo>
                <a:lnTo>
                  <a:pt x="138971" y="63670"/>
                </a:lnTo>
                <a:lnTo>
                  <a:pt x="139349" y="63796"/>
                </a:lnTo>
                <a:lnTo>
                  <a:pt x="139706" y="63943"/>
                </a:lnTo>
                <a:lnTo>
                  <a:pt x="140419" y="64279"/>
                </a:lnTo>
                <a:lnTo>
                  <a:pt x="141112" y="64636"/>
                </a:lnTo>
                <a:lnTo>
                  <a:pt x="141784" y="65035"/>
                </a:lnTo>
                <a:lnTo>
                  <a:pt x="142435" y="65475"/>
                </a:lnTo>
                <a:lnTo>
                  <a:pt x="143064" y="65937"/>
                </a:lnTo>
                <a:lnTo>
                  <a:pt x="143673" y="66441"/>
                </a:lnTo>
                <a:lnTo>
                  <a:pt x="144282" y="66945"/>
                </a:lnTo>
                <a:lnTo>
                  <a:pt x="144891" y="67491"/>
                </a:lnTo>
                <a:lnTo>
                  <a:pt x="145478" y="68037"/>
                </a:lnTo>
                <a:lnTo>
                  <a:pt x="146633" y="69170"/>
                </a:lnTo>
                <a:lnTo>
                  <a:pt x="147788" y="70325"/>
                </a:lnTo>
                <a:lnTo>
                  <a:pt x="148963" y="71479"/>
                </a:lnTo>
                <a:lnTo>
                  <a:pt x="149551" y="72025"/>
                </a:lnTo>
                <a:lnTo>
                  <a:pt x="150160" y="72571"/>
                </a:lnTo>
                <a:lnTo>
                  <a:pt x="150769" y="73096"/>
                </a:lnTo>
                <a:lnTo>
                  <a:pt x="151377" y="73621"/>
                </a:lnTo>
                <a:lnTo>
                  <a:pt x="152028" y="74103"/>
                </a:lnTo>
                <a:lnTo>
                  <a:pt x="152679" y="74544"/>
                </a:lnTo>
                <a:lnTo>
                  <a:pt x="153351" y="74985"/>
                </a:lnTo>
                <a:lnTo>
                  <a:pt x="154043" y="75363"/>
                </a:lnTo>
                <a:lnTo>
                  <a:pt x="154757" y="75720"/>
                </a:lnTo>
                <a:lnTo>
                  <a:pt x="155114" y="75888"/>
                </a:lnTo>
                <a:lnTo>
                  <a:pt x="155492" y="76035"/>
                </a:lnTo>
                <a:lnTo>
                  <a:pt x="155870" y="76161"/>
                </a:lnTo>
                <a:lnTo>
                  <a:pt x="156269" y="76287"/>
                </a:lnTo>
                <a:lnTo>
                  <a:pt x="156668" y="76413"/>
                </a:lnTo>
                <a:lnTo>
                  <a:pt x="157066" y="76518"/>
                </a:lnTo>
                <a:lnTo>
                  <a:pt x="157864" y="76706"/>
                </a:lnTo>
                <a:lnTo>
                  <a:pt x="158683" y="76874"/>
                </a:lnTo>
                <a:lnTo>
                  <a:pt x="159501" y="77000"/>
                </a:lnTo>
                <a:lnTo>
                  <a:pt x="160320" y="77084"/>
                </a:lnTo>
                <a:lnTo>
                  <a:pt x="161139" y="77147"/>
                </a:lnTo>
                <a:lnTo>
                  <a:pt x="161958" y="77147"/>
                </a:lnTo>
                <a:lnTo>
                  <a:pt x="162755" y="77126"/>
                </a:lnTo>
                <a:lnTo>
                  <a:pt x="163574" y="77084"/>
                </a:lnTo>
                <a:lnTo>
                  <a:pt x="164393" y="76979"/>
                </a:lnTo>
                <a:lnTo>
                  <a:pt x="165190" y="76853"/>
                </a:lnTo>
                <a:lnTo>
                  <a:pt x="165988" y="76706"/>
                </a:lnTo>
                <a:lnTo>
                  <a:pt x="166765" y="76497"/>
                </a:lnTo>
                <a:lnTo>
                  <a:pt x="167563" y="76287"/>
                </a:lnTo>
                <a:lnTo>
                  <a:pt x="168339" y="76035"/>
                </a:lnTo>
                <a:lnTo>
                  <a:pt x="169095" y="75741"/>
                </a:lnTo>
                <a:lnTo>
                  <a:pt x="169851" y="75426"/>
                </a:lnTo>
                <a:lnTo>
                  <a:pt x="170586" y="75069"/>
                </a:lnTo>
                <a:lnTo>
                  <a:pt x="171299" y="74712"/>
                </a:lnTo>
                <a:lnTo>
                  <a:pt x="172013" y="74292"/>
                </a:lnTo>
                <a:lnTo>
                  <a:pt x="172706" y="73872"/>
                </a:lnTo>
                <a:lnTo>
                  <a:pt x="173399" y="73411"/>
                </a:lnTo>
                <a:lnTo>
                  <a:pt x="174049" y="72928"/>
                </a:lnTo>
                <a:lnTo>
                  <a:pt x="174700" y="72424"/>
                </a:lnTo>
                <a:lnTo>
                  <a:pt x="175309" y="71899"/>
                </a:lnTo>
                <a:lnTo>
                  <a:pt x="175918" y="71332"/>
                </a:lnTo>
                <a:lnTo>
                  <a:pt x="176505" y="70745"/>
                </a:lnTo>
                <a:lnTo>
                  <a:pt x="177051" y="70157"/>
                </a:lnTo>
                <a:lnTo>
                  <a:pt x="177597" y="69527"/>
                </a:lnTo>
                <a:lnTo>
                  <a:pt x="178101" y="68876"/>
                </a:lnTo>
                <a:lnTo>
                  <a:pt x="178584" y="68226"/>
                </a:lnTo>
                <a:lnTo>
                  <a:pt x="179025" y="67533"/>
                </a:lnTo>
                <a:lnTo>
                  <a:pt x="179444" y="66819"/>
                </a:lnTo>
                <a:lnTo>
                  <a:pt x="179906" y="66021"/>
                </a:lnTo>
                <a:lnTo>
                  <a:pt x="180326" y="65203"/>
                </a:lnTo>
                <a:lnTo>
                  <a:pt x="180704" y="64384"/>
                </a:lnTo>
                <a:lnTo>
                  <a:pt x="181061" y="63565"/>
                </a:lnTo>
                <a:lnTo>
                  <a:pt x="181397" y="62746"/>
                </a:lnTo>
                <a:lnTo>
                  <a:pt x="181712" y="61907"/>
                </a:lnTo>
                <a:lnTo>
                  <a:pt x="181984" y="61067"/>
                </a:lnTo>
                <a:lnTo>
                  <a:pt x="182236" y="60206"/>
                </a:lnTo>
                <a:lnTo>
                  <a:pt x="182446" y="59367"/>
                </a:lnTo>
                <a:lnTo>
                  <a:pt x="182635" y="58506"/>
                </a:lnTo>
                <a:lnTo>
                  <a:pt x="182803" y="57645"/>
                </a:lnTo>
                <a:lnTo>
                  <a:pt x="182950" y="56785"/>
                </a:lnTo>
                <a:lnTo>
                  <a:pt x="183055" y="55924"/>
                </a:lnTo>
                <a:lnTo>
                  <a:pt x="183160" y="55063"/>
                </a:lnTo>
                <a:lnTo>
                  <a:pt x="183223" y="54182"/>
                </a:lnTo>
                <a:lnTo>
                  <a:pt x="183244" y="53321"/>
                </a:lnTo>
                <a:lnTo>
                  <a:pt x="183265" y="52439"/>
                </a:lnTo>
                <a:lnTo>
                  <a:pt x="183265" y="51578"/>
                </a:lnTo>
                <a:lnTo>
                  <a:pt x="183223" y="50697"/>
                </a:lnTo>
                <a:lnTo>
                  <a:pt x="183181" y="49836"/>
                </a:lnTo>
                <a:lnTo>
                  <a:pt x="183097" y="48954"/>
                </a:lnTo>
                <a:lnTo>
                  <a:pt x="182992" y="48094"/>
                </a:lnTo>
                <a:lnTo>
                  <a:pt x="182866" y="47212"/>
                </a:lnTo>
                <a:lnTo>
                  <a:pt x="182719" y="46351"/>
                </a:lnTo>
                <a:lnTo>
                  <a:pt x="182551" y="45491"/>
                </a:lnTo>
                <a:lnTo>
                  <a:pt x="182362" y="44609"/>
                </a:lnTo>
                <a:lnTo>
                  <a:pt x="182152" y="43748"/>
                </a:lnTo>
                <a:lnTo>
                  <a:pt x="181921" y="42888"/>
                </a:lnTo>
                <a:lnTo>
                  <a:pt x="181691" y="42048"/>
                </a:lnTo>
                <a:lnTo>
                  <a:pt x="181418" y="41187"/>
                </a:lnTo>
                <a:lnTo>
                  <a:pt x="181124" y="40348"/>
                </a:lnTo>
                <a:lnTo>
                  <a:pt x="180809" y="39508"/>
                </a:lnTo>
                <a:lnTo>
                  <a:pt x="180494" y="38668"/>
                </a:lnTo>
                <a:lnTo>
                  <a:pt x="180137" y="37849"/>
                </a:lnTo>
                <a:lnTo>
                  <a:pt x="179780" y="37010"/>
                </a:lnTo>
                <a:lnTo>
                  <a:pt x="179402" y="36212"/>
                </a:lnTo>
                <a:lnTo>
                  <a:pt x="179004" y="35393"/>
                </a:lnTo>
                <a:lnTo>
                  <a:pt x="178605" y="34596"/>
                </a:lnTo>
                <a:lnTo>
                  <a:pt x="178164" y="33798"/>
                </a:lnTo>
                <a:lnTo>
                  <a:pt x="177723" y="33000"/>
                </a:lnTo>
                <a:lnTo>
                  <a:pt x="177261" y="32223"/>
                </a:lnTo>
                <a:lnTo>
                  <a:pt x="176778" y="31468"/>
                </a:lnTo>
                <a:lnTo>
                  <a:pt x="176296" y="30691"/>
                </a:lnTo>
                <a:lnTo>
                  <a:pt x="175792" y="29956"/>
                </a:lnTo>
                <a:lnTo>
                  <a:pt x="175267" y="29222"/>
                </a:lnTo>
                <a:lnTo>
                  <a:pt x="174721" y="28487"/>
                </a:lnTo>
                <a:lnTo>
                  <a:pt x="174175" y="27773"/>
                </a:lnTo>
                <a:lnTo>
                  <a:pt x="173629" y="27059"/>
                </a:lnTo>
                <a:lnTo>
                  <a:pt x="173042" y="26367"/>
                </a:lnTo>
                <a:lnTo>
                  <a:pt x="172454" y="25674"/>
                </a:lnTo>
                <a:lnTo>
                  <a:pt x="171866" y="25002"/>
                </a:lnTo>
                <a:lnTo>
                  <a:pt x="171257" y="24351"/>
                </a:lnTo>
                <a:lnTo>
                  <a:pt x="170628" y="23721"/>
                </a:lnTo>
                <a:lnTo>
                  <a:pt x="169998" y="23092"/>
                </a:lnTo>
                <a:lnTo>
                  <a:pt x="169368" y="22462"/>
                </a:lnTo>
                <a:lnTo>
                  <a:pt x="168696" y="21874"/>
                </a:lnTo>
                <a:lnTo>
                  <a:pt x="168045" y="21286"/>
                </a:lnTo>
                <a:lnTo>
                  <a:pt x="167374" y="20720"/>
                </a:lnTo>
                <a:lnTo>
                  <a:pt x="166681" y="20153"/>
                </a:lnTo>
                <a:lnTo>
                  <a:pt x="166009" y="19628"/>
                </a:lnTo>
                <a:lnTo>
                  <a:pt x="165295" y="19103"/>
                </a:lnTo>
                <a:lnTo>
                  <a:pt x="164603" y="18599"/>
                </a:lnTo>
                <a:lnTo>
                  <a:pt x="163889" y="18116"/>
                </a:lnTo>
                <a:lnTo>
                  <a:pt x="163154" y="17655"/>
                </a:lnTo>
                <a:lnTo>
                  <a:pt x="162587" y="17298"/>
                </a:lnTo>
                <a:lnTo>
                  <a:pt x="162000" y="16962"/>
                </a:lnTo>
                <a:lnTo>
                  <a:pt x="161433" y="16647"/>
                </a:lnTo>
                <a:lnTo>
                  <a:pt x="160866" y="16353"/>
                </a:lnTo>
                <a:lnTo>
                  <a:pt x="160278" y="16059"/>
                </a:lnTo>
                <a:lnTo>
                  <a:pt x="159690" y="15786"/>
                </a:lnTo>
                <a:lnTo>
                  <a:pt x="158536" y="15283"/>
                </a:lnTo>
                <a:lnTo>
                  <a:pt x="157381" y="14821"/>
                </a:lnTo>
                <a:lnTo>
                  <a:pt x="156206" y="14401"/>
                </a:lnTo>
                <a:lnTo>
                  <a:pt x="155030" y="14044"/>
                </a:lnTo>
                <a:lnTo>
                  <a:pt x="153855" y="13729"/>
                </a:lnTo>
                <a:lnTo>
                  <a:pt x="152679" y="13456"/>
                </a:lnTo>
                <a:lnTo>
                  <a:pt x="151503" y="13225"/>
                </a:lnTo>
                <a:lnTo>
                  <a:pt x="150307" y="13036"/>
                </a:lnTo>
                <a:lnTo>
                  <a:pt x="149131" y="12889"/>
                </a:lnTo>
                <a:lnTo>
                  <a:pt x="147935" y="12784"/>
                </a:lnTo>
                <a:lnTo>
                  <a:pt x="146738" y="12721"/>
                </a:lnTo>
                <a:lnTo>
                  <a:pt x="145541" y="12679"/>
                </a:lnTo>
                <a:lnTo>
                  <a:pt x="144345" y="12658"/>
                </a:lnTo>
                <a:lnTo>
                  <a:pt x="143127" y="12700"/>
                </a:lnTo>
                <a:lnTo>
                  <a:pt x="141931" y="12742"/>
                </a:lnTo>
                <a:lnTo>
                  <a:pt x="140734" y="12826"/>
                </a:lnTo>
                <a:lnTo>
                  <a:pt x="139517" y="12931"/>
                </a:lnTo>
                <a:lnTo>
                  <a:pt x="138299" y="13078"/>
                </a:lnTo>
                <a:lnTo>
                  <a:pt x="137081" y="13225"/>
                </a:lnTo>
                <a:lnTo>
                  <a:pt x="135885" y="13414"/>
                </a:lnTo>
                <a:lnTo>
                  <a:pt x="134667" y="13603"/>
                </a:lnTo>
                <a:lnTo>
                  <a:pt x="133450" y="13813"/>
                </a:lnTo>
                <a:lnTo>
                  <a:pt x="132232" y="14044"/>
                </a:lnTo>
                <a:lnTo>
                  <a:pt x="129776" y="14548"/>
                </a:lnTo>
                <a:lnTo>
                  <a:pt x="127341" y="15094"/>
                </a:lnTo>
                <a:lnTo>
                  <a:pt x="124885" y="15660"/>
                </a:lnTo>
                <a:lnTo>
                  <a:pt x="119973" y="16815"/>
                </a:lnTo>
                <a:lnTo>
                  <a:pt x="117516" y="17403"/>
                </a:lnTo>
                <a:lnTo>
                  <a:pt x="115060" y="17949"/>
                </a:lnTo>
                <a:lnTo>
                  <a:pt x="112604" y="18452"/>
                </a:lnTo>
                <a:lnTo>
                  <a:pt x="111387" y="18683"/>
                </a:lnTo>
                <a:lnTo>
                  <a:pt x="110169" y="18914"/>
                </a:lnTo>
                <a:lnTo>
                  <a:pt x="108931" y="19103"/>
                </a:lnTo>
                <a:lnTo>
                  <a:pt x="107713" y="19292"/>
                </a:lnTo>
                <a:lnTo>
                  <a:pt x="106495" y="19460"/>
                </a:lnTo>
                <a:lnTo>
                  <a:pt x="105278" y="19607"/>
                </a:lnTo>
                <a:lnTo>
                  <a:pt x="104039" y="19712"/>
                </a:lnTo>
                <a:lnTo>
                  <a:pt x="102822" y="19817"/>
                </a:lnTo>
                <a:lnTo>
                  <a:pt x="101604" y="19880"/>
                </a:lnTo>
                <a:lnTo>
                  <a:pt x="100387" y="19922"/>
                </a:lnTo>
                <a:lnTo>
                  <a:pt x="99190" y="19922"/>
                </a:lnTo>
                <a:lnTo>
                  <a:pt x="97972" y="19901"/>
                </a:lnTo>
                <a:lnTo>
                  <a:pt x="96755" y="19838"/>
                </a:lnTo>
                <a:lnTo>
                  <a:pt x="95558" y="19754"/>
                </a:lnTo>
                <a:lnTo>
                  <a:pt x="94341" y="19628"/>
                </a:lnTo>
                <a:lnTo>
                  <a:pt x="93144" y="19460"/>
                </a:lnTo>
                <a:lnTo>
                  <a:pt x="91948" y="19250"/>
                </a:lnTo>
                <a:lnTo>
                  <a:pt x="90751" y="18998"/>
                </a:lnTo>
                <a:lnTo>
                  <a:pt x="89554" y="18683"/>
                </a:lnTo>
                <a:lnTo>
                  <a:pt x="88358" y="18347"/>
                </a:lnTo>
                <a:lnTo>
                  <a:pt x="87161" y="17970"/>
                </a:lnTo>
                <a:lnTo>
                  <a:pt x="85986" y="17529"/>
                </a:lnTo>
                <a:lnTo>
                  <a:pt x="85209" y="17193"/>
                </a:lnTo>
                <a:lnTo>
                  <a:pt x="84453" y="16836"/>
                </a:lnTo>
                <a:lnTo>
                  <a:pt x="83698" y="16479"/>
                </a:lnTo>
                <a:lnTo>
                  <a:pt x="82963" y="16080"/>
                </a:lnTo>
                <a:lnTo>
                  <a:pt x="82228" y="15681"/>
                </a:lnTo>
                <a:lnTo>
                  <a:pt x="81514" y="15241"/>
                </a:lnTo>
                <a:lnTo>
                  <a:pt x="80801" y="14821"/>
                </a:lnTo>
                <a:lnTo>
                  <a:pt x="80087" y="14359"/>
                </a:lnTo>
                <a:lnTo>
                  <a:pt x="78701" y="13435"/>
                </a:lnTo>
                <a:lnTo>
                  <a:pt x="77316" y="12470"/>
                </a:lnTo>
                <a:lnTo>
                  <a:pt x="75972" y="11483"/>
                </a:lnTo>
                <a:lnTo>
                  <a:pt x="74608" y="10496"/>
                </a:lnTo>
                <a:lnTo>
                  <a:pt x="73243" y="9510"/>
                </a:lnTo>
                <a:lnTo>
                  <a:pt x="71879" y="8523"/>
                </a:lnTo>
                <a:lnTo>
                  <a:pt x="70493" y="7599"/>
                </a:lnTo>
                <a:lnTo>
                  <a:pt x="69801" y="7137"/>
                </a:lnTo>
                <a:lnTo>
                  <a:pt x="69087" y="6697"/>
                </a:lnTo>
                <a:lnTo>
                  <a:pt x="68373" y="6256"/>
                </a:lnTo>
                <a:lnTo>
                  <a:pt x="67659" y="5836"/>
                </a:lnTo>
                <a:lnTo>
                  <a:pt x="66925" y="5437"/>
                </a:lnTo>
                <a:lnTo>
                  <a:pt x="66169" y="5059"/>
                </a:lnTo>
                <a:lnTo>
                  <a:pt x="65434" y="4702"/>
                </a:lnTo>
                <a:lnTo>
                  <a:pt x="64657" y="4366"/>
                </a:lnTo>
                <a:lnTo>
                  <a:pt x="63881" y="4031"/>
                </a:lnTo>
                <a:lnTo>
                  <a:pt x="63104" y="3737"/>
                </a:lnTo>
                <a:lnTo>
                  <a:pt x="62411" y="3506"/>
                </a:lnTo>
                <a:lnTo>
                  <a:pt x="61739" y="3317"/>
                </a:lnTo>
                <a:lnTo>
                  <a:pt x="61047" y="3149"/>
                </a:lnTo>
                <a:lnTo>
                  <a:pt x="60375" y="3002"/>
                </a:lnTo>
                <a:lnTo>
                  <a:pt x="59703" y="2897"/>
                </a:lnTo>
                <a:lnTo>
                  <a:pt x="59010" y="2834"/>
                </a:lnTo>
                <a:lnTo>
                  <a:pt x="58339" y="2771"/>
                </a:lnTo>
                <a:lnTo>
                  <a:pt x="57646" y="2750"/>
                </a:lnTo>
                <a:lnTo>
                  <a:pt x="56974" y="2729"/>
                </a:lnTo>
                <a:lnTo>
                  <a:pt x="56302" y="2750"/>
                </a:lnTo>
                <a:lnTo>
                  <a:pt x="55610" y="2792"/>
                </a:lnTo>
                <a:lnTo>
                  <a:pt x="54938" y="2834"/>
                </a:lnTo>
                <a:lnTo>
                  <a:pt x="54266" y="2918"/>
                </a:lnTo>
                <a:lnTo>
                  <a:pt x="53573" y="3002"/>
                </a:lnTo>
                <a:lnTo>
                  <a:pt x="52902" y="3086"/>
                </a:lnTo>
                <a:lnTo>
                  <a:pt x="52230" y="3212"/>
                </a:lnTo>
                <a:lnTo>
                  <a:pt x="50865" y="3464"/>
                </a:lnTo>
                <a:lnTo>
                  <a:pt x="49522" y="3758"/>
                </a:lnTo>
                <a:lnTo>
                  <a:pt x="48157" y="4073"/>
                </a:lnTo>
                <a:lnTo>
                  <a:pt x="46814" y="4408"/>
                </a:lnTo>
                <a:lnTo>
                  <a:pt x="45449" y="4723"/>
                </a:lnTo>
                <a:lnTo>
                  <a:pt x="44106" y="5038"/>
                </a:lnTo>
                <a:lnTo>
                  <a:pt x="42762" y="5311"/>
                </a:lnTo>
                <a:lnTo>
                  <a:pt x="41419" y="5563"/>
                </a:lnTo>
                <a:lnTo>
                  <a:pt x="40642" y="5689"/>
                </a:lnTo>
                <a:lnTo>
                  <a:pt x="39886" y="5773"/>
                </a:lnTo>
                <a:lnTo>
                  <a:pt x="39130" y="5815"/>
                </a:lnTo>
                <a:lnTo>
                  <a:pt x="38375" y="5836"/>
                </a:lnTo>
                <a:lnTo>
                  <a:pt x="37619" y="5836"/>
                </a:lnTo>
                <a:lnTo>
                  <a:pt x="36884" y="5794"/>
                </a:lnTo>
                <a:lnTo>
                  <a:pt x="36129" y="5731"/>
                </a:lnTo>
                <a:lnTo>
                  <a:pt x="35394" y="5647"/>
                </a:lnTo>
                <a:lnTo>
                  <a:pt x="34659" y="5542"/>
                </a:lnTo>
                <a:lnTo>
                  <a:pt x="33924" y="5416"/>
                </a:lnTo>
                <a:lnTo>
                  <a:pt x="33190" y="5269"/>
                </a:lnTo>
                <a:lnTo>
                  <a:pt x="32455" y="5101"/>
                </a:lnTo>
                <a:lnTo>
                  <a:pt x="31741" y="4912"/>
                </a:lnTo>
                <a:lnTo>
                  <a:pt x="31006" y="4723"/>
                </a:lnTo>
                <a:lnTo>
                  <a:pt x="29558" y="4303"/>
                </a:lnTo>
                <a:lnTo>
                  <a:pt x="28130" y="3821"/>
                </a:lnTo>
                <a:lnTo>
                  <a:pt x="26682" y="3338"/>
                </a:lnTo>
                <a:lnTo>
                  <a:pt x="23827" y="2330"/>
                </a:lnTo>
                <a:lnTo>
                  <a:pt x="22399" y="1847"/>
                </a:lnTo>
                <a:lnTo>
                  <a:pt x="20951" y="1386"/>
                </a:lnTo>
                <a:lnTo>
                  <a:pt x="19502" y="966"/>
                </a:lnTo>
                <a:lnTo>
                  <a:pt x="18789" y="777"/>
                </a:lnTo>
                <a:lnTo>
                  <a:pt x="18054" y="609"/>
                </a:lnTo>
                <a:lnTo>
                  <a:pt x="17424" y="462"/>
                </a:lnTo>
                <a:lnTo>
                  <a:pt x="16794" y="336"/>
                </a:lnTo>
                <a:lnTo>
                  <a:pt x="16186" y="231"/>
                </a:lnTo>
                <a:lnTo>
                  <a:pt x="15556" y="147"/>
                </a:lnTo>
                <a:lnTo>
                  <a:pt x="14947" y="84"/>
                </a:lnTo>
                <a:lnTo>
                  <a:pt x="14338" y="42"/>
                </a:lnTo>
                <a:lnTo>
                  <a:pt x="1375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9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-6" y="3800433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9"/>
          <p:cNvSpPr/>
          <p:nvPr/>
        </p:nvSpPr>
        <p:spPr>
          <a:xfrm flipH="1">
            <a:off x="7153269" y="3800433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"/>
          <p:cNvSpPr/>
          <p:nvPr/>
        </p:nvSpPr>
        <p:spPr>
          <a:xfrm rot="10800000" flipH="1">
            <a:off x="10175" y="-76207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9"/>
          <p:cNvGrpSpPr/>
          <p:nvPr/>
        </p:nvGrpSpPr>
        <p:grpSpPr>
          <a:xfrm rot="1643791">
            <a:off x="8253736" y="205083"/>
            <a:ext cx="829810" cy="659800"/>
            <a:chOff x="7917675" y="-1178675"/>
            <a:chExt cx="547275" cy="435150"/>
          </a:xfrm>
        </p:grpSpPr>
        <p:sp>
          <p:nvSpPr>
            <p:cNvPr id="104" name="Google Shape;104;p9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9"/>
          <p:cNvGrpSpPr/>
          <p:nvPr/>
        </p:nvGrpSpPr>
        <p:grpSpPr>
          <a:xfrm>
            <a:off x="-191361" y="4747465"/>
            <a:ext cx="9526722" cy="1247487"/>
            <a:chOff x="-191361" y="4747465"/>
            <a:chExt cx="9526722" cy="1247487"/>
          </a:xfrm>
        </p:grpSpPr>
        <p:sp>
          <p:nvSpPr>
            <p:cNvPr id="107" name="Google Shape;107;p9"/>
            <p:cNvSpPr/>
            <p:nvPr/>
          </p:nvSpPr>
          <p:spPr>
            <a:xfrm flipH="1">
              <a:off x="-191361" y="4747465"/>
              <a:ext cx="9526722" cy="1095087"/>
            </a:xfrm>
            <a:custGeom>
              <a:avLst/>
              <a:gdLst/>
              <a:ahLst/>
              <a:cxnLst/>
              <a:rect l="l" t="t" r="r" b="b"/>
              <a:pathLst>
                <a:path w="171290" h="35931" extrusionOk="0">
                  <a:moveTo>
                    <a:pt x="166513" y="1"/>
                  </a:moveTo>
                  <a:lnTo>
                    <a:pt x="166222" y="16"/>
                  </a:lnTo>
                  <a:lnTo>
                    <a:pt x="165916" y="30"/>
                  </a:lnTo>
                  <a:lnTo>
                    <a:pt x="165624" y="45"/>
                  </a:lnTo>
                  <a:lnTo>
                    <a:pt x="165348" y="74"/>
                  </a:lnTo>
                  <a:lnTo>
                    <a:pt x="164780" y="161"/>
                  </a:lnTo>
                  <a:lnTo>
                    <a:pt x="164226" y="278"/>
                  </a:lnTo>
                  <a:lnTo>
                    <a:pt x="163702" y="423"/>
                  </a:lnTo>
                  <a:lnTo>
                    <a:pt x="163178" y="584"/>
                  </a:lnTo>
                  <a:lnTo>
                    <a:pt x="162668" y="773"/>
                  </a:lnTo>
                  <a:lnTo>
                    <a:pt x="162187" y="977"/>
                  </a:lnTo>
                  <a:lnTo>
                    <a:pt x="161707" y="1195"/>
                  </a:lnTo>
                  <a:lnTo>
                    <a:pt x="161241" y="1414"/>
                  </a:lnTo>
                  <a:lnTo>
                    <a:pt x="160789" y="1661"/>
                  </a:lnTo>
                  <a:lnTo>
                    <a:pt x="160338" y="1909"/>
                  </a:lnTo>
                  <a:lnTo>
                    <a:pt x="159493" y="2419"/>
                  </a:lnTo>
                  <a:lnTo>
                    <a:pt x="158677" y="2914"/>
                  </a:lnTo>
                  <a:lnTo>
                    <a:pt x="157803" y="3438"/>
                  </a:lnTo>
                  <a:lnTo>
                    <a:pt x="156900" y="3933"/>
                  </a:lnTo>
                  <a:lnTo>
                    <a:pt x="155954" y="4429"/>
                  </a:lnTo>
                  <a:lnTo>
                    <a:pt x="154978" y="4895"/>
                  </a:lnTo>
                  <a:lnTo>
                    <a:pt x="153973" y="5361"/>
                  </a:lnTo>
                  <a:lnTo>
                    <a:pt x="152939" y="5798"/>
                  </a:lnTo>
                  <a:lnTo>
                    <a:pt x="151861" y="6220"/>
                  </a:lnTo>
                  <a:lnTo>
                    <a:pt x="150769" y="6628"/>
                  </a:lnTo>
                  <a:lnTo>
                    <a:pt x="149648" y="7006"/>
                  </a:lnTo>
                  <a:lnTo>
                    <a:pt x="148497" y="7385"/>
                  </a:lnTo>
                  <a:lnTo>
                    <a:pt x="147317" y="7720"/>
                  </a:lnTo>
                  <a:lnTo>
                    <a:pt x="146123" y="8055"/>
                  </a:lnTo>
                  <a:lnTo>
                    <a:pt x="144900" y="8361"/>
                  </a:lnTo>
                  <a:lnTo>
                    <a:pt x="143662" y="8652"/>
                  </a:lnTo>
                  <a:lnTo>
                    <a:pt x="142395" y="8914"/>
                  </a:lnTo>
                  <a:lnTo>
                    <a:pt x="141113" y="9162"/>
                  </a:lnTo>
                  <a:lnTo>
                    <a:pt x="139831" y="9380"/>
                  </a:lnTo>
                  <a:lnTo>
                    <a:pt x="138535" y="9570"/>
                  </a:lnTo>
                  <a:lnTo>
                    <a:pt x="137224" y="9744"/>
                  </a:lnTo>
                  <a:lnTo>
                    <a:pt x="135899" y="9890"/>
                  </a:lnTo>
                  <a:lnTo>
                    <a:pt x="134559" y="10007"/>
                  </a:lnTo>
                  <a:lnTo>
                    <a:pt x="133219" y="10079"/>
                  </a:lnTo>
                  <a:lnTo>
                    <a:pt x="131865" y="10138"/>
                  </a:lnTo>
                  <a:lnTo>
                    <a:pt x="131195" y="10152"/>
                  </a:lnTo>
                  <a:lnTo>
                    <a:pt x="129665" y="10152"/>
                  </a:lnTo>
                  <a:lnTo>
                    <a:pt x="128835" y="10123"/>
                  </a:lnTo>
                  <a:lnTo>
                    <a:pt x="127991" y="10094"/>
                  </a:lnTo>
                  <a:lnTo>
                    <a:pt x="127160" y="10036"/>
                  </a:lnTo>
                  <a:lnTo>
                    <a:pt x="126316" y="9963"/>
                  </a:lnTo>
                  <a:lnTo>
                    <a:pt x="125500" y="9890"/>
                  </a:lnTo>
                  <a:lnTo>
                    <a:pt x="124670" y="9788"/>
                  </a:lnTo>
                  <a:lnTo>
                    <a:pt x="123869" y="9672"/>
                  </a:lnTo>
                  <a:lnTo>
                    <a:pt x="122995" y="9511"/>
                  </a:lnTo>
                  <a:lnTo>
                    <a:pt x="122136" y="9351"/>
                  </a:lnTo>
                  <a:lnTo>
                    <a:pt x="121306" y="9176"/>
                  </a:lnTo>
                  <a:lnTo>
                    <a:pt x="120475" y="8973"/>
                  </a:lnTo>
                  <a:lnTo>
                    <a:pt x="119660" y="8769"/>
                  </a:lnTo>
                  <a:lnTo>
                    <a:pt x="118859" y="8550"/>
                  </a:lnTo>
                  <a:lnTo>
                    <a:pt x="118058" y="8332"/>
                  </a:lnTo>
                  <a:lnTo>
                    <a:pt x="117257" y="8099"/>
                  </a:lnTo>
                  <a:lnTo>
                    <a:pt x="115698" y="7618"/>
                  </a:lnTo>
                  <a:lnTo>
                    <a:pt x="114126" y="7123"/>
                  </a:lnTo>
                  <a:lnTo>
                    <a:pt x="112567" y="6642"/>
                  </a:lnTo>
                  <a:lnTo>
                    <a:pt x="110980" y="6176"/>
                  </a:lnTo>
                  <a:lnTo>
                    <a:pt x="109625" y="5798"/>
                  </a:lnTo>
                  <a:lnTo>
                    <a:pt x="108242" y="5463"/>
                  </a:lnTo>
                  <a:lnTo>
                    <a:pt x="106843" y="5128"/>
                  </a:lnTo>
                  <a:lnTo>
                    <a:pt x="105416" y="4836"/>
                  </a:lnTo>
                  <a:lnTo>
                    <a:pt x="103960" y="4560"/>
                  </a:lnTo>
                  <a:lnTo>
                    <a:pt x="102503" y="4312"/>
                  </a:lnTo>
                  <a:lnTo>
                    <a:pt x="101018" y="4079"/>
                  </a:lnTo>
                  <a:lnTo>
                    <a:pt x="99532" y="3875"/>
                  </a:lnTo>
                  <a:lnTo>
                    <a:pt x="98018" y="3686"/>
                  </a:lnTo>
                  <a:lnTo>
                    <a:pt x="96503" y="3526"/>
                  </a:lnTo>
                  <a:lnTo>
                    <a:pt x="94974" y="3394"/>
                  </a:lnTo>
                  <a:lnTo>
                    <a:pt x="93444" y="3292"/>
                  </a:lnTo>
                  <a:lnTo>
                    <a:pt x="91901" y="3205"/>
                  </a:lnTo>
                  <a:lnTo>
                    <a:pt x="90357" y="3147"/>
                  </a:lnTo>
                  <a:lnTo>
                    <a:pt x="88813" y="3103"/>
                  </a:lnTo>
                  <a:lnTo>
                    <a:pt x="87255" y="3089"/>
                  </a:lnTo>
                  <a:lnTo>
                    <a:pt x="85594" y="3103"/>
                  </a:lnTo>
                  <a:lnTo>
                    <a:pt x="83934" y="3147"/>
                  </a:lnTo>
                  <a:lnTo>
                    <a:pt x="82274" y="3220"/>
                  </a:lnTo>
                  <a:lnTo>
                    <a:pt x="80628" y="3322"/>
                  </a:lnTo>
                  <a:lnTo>
                    <a:pt x="78982" y="3453"/>
                  </a:lnTo>
                  <a:lnTo>
                    <a:pt x="77351" y="3613"/>
                  </a:lnTo>
                  <a:lnTo>
                    <a:pt x="75734" y="3788"/>
                  </a:lnTo>
                  <a:lnTo>
                    <a:pt x="74118" y="4006"/>
                  </a:lnTo>
                  <a:lnTo>
                    <a:pt x="72938" y="4181"/>
                  </a:lnTo>
                  <a:lnTo>
                    <a:pt x="71773" y="4385"/>
                  </a:lnTo>
                  <a:lnTo>
                    <a:pt x="70593" y="4589"/>
                  </a:lnTo>
                  <a:lnTo>
                    <a:pt x="69443" y="4793"/>
                  </a:lnTo>
                  <a:lnTo>
                    <a:pt x="67142" y="5244"/>
                  </a:lnTo>
                  <a:lnTo>
                    <a:pt x="64855" y="5725"/>
                  </a:lnTo>
                  <a:lnTo>
                    <a:pt x="62583" y="6205"/>
                  </a:lnTo>
                  <a:lnTo>
                    <a:pt x="60296" y="6671"/>
                  </a:lnTo>
                  <a:lnTo>
                    <a:pt x="57995" y="7137"/>
                  </a:lnTo>
                  <a:lnTo>
                    <a:pt x="56845" y="7341"/>
                  </a:lnTo>
                  <a:lnTo>
                    <a:pt x="55680" y="7560"/>
                  </a:lnTo>
                  <a:lnTo>
                    <a:pt x="54194" y="7793"/>
                  </a:lnTo>
                  <a:lnTo>
                    <a:pt x="52708" y="8026"/>
                  </a:lnTo>
                  <a:lnTo>
                    <a:pt x="51194" y="8215"/>
                  </a:lnTo>
                  <a:lnTo>
                    <a:pt x="49665" y="8390"/>
                  </a:lnTo>
                  <a:lnTo>
                    <a:pt x="48121" y="8521"/>
                  </a:lnTo>
                  <a:lnTo>
                    <a:pt x="47349" y="8579"/>
                  </a:lnTo>
                  <a:lnTo>
                    <a:pt x="46577" y="8623"/>
                  </a:lnTo>
                  <a:lnTo>
                    <a:pt x="45805" y="8667"/>
                  </a:lnTo>
                  <a:lnTo>
                    <a:pt x="45033" y="8696"/>
                  </a:lnTo>
                  <a:lnTo>
                    <a:pt x="44261" y="8710"/>
                  </a:lnTo>
                  <a:lnTo>
                    <a:pt x="42572" y="8710"/>
                  </a:lnTo>
                  <a:lnTo>
                    <a:pt x="41654" y="8681"/>
                  </a:lnTo>
                  <a:lnTo>
                    <a:pt x="40751" y="8638"/>
                  </a:lnTo>
                  <a:lnTo>
                    <a:pt x="39834" y="8579"/>
                  </a:lnTo>
                  <a:lnTo>
                    <a:pt x="38931" y="8492"/>
                  </a:lnTo>
                  <a:lnTo>
                    <a:pt x="38042" y="8390"/>
                  </a:lnTo>
                  <a:lnTo>
                    <a:pt x="37154" y="8273"/>
                  </a:lnTo>
                  <a:lnTo>
                    <a:pt x="36280" y="8128"/>
                  </a:lnTo>
                  <a:lnTo>
                    <a:pt x="35421" y="7968"/>
                  </a:lnTo>
                  <a:lnTo>
                    <a:pt x="34576" y="7793"/>
                  </a:lnTo>
                  <a:lnTo>
                    <a:pt x="33746" y="7604"/>
                  </a:lnTo>
                  <a:lnTo>
                    <a:pt x="32945" y="7385"/>
                  </a:lnTo>
                  <a:lnTo>
                    <a:pt x="32144" y="7167"/>
                  </a:lnTo>
                  <a:lnTo>
                    <a:pt x="31357" y="6934"/>
                  </a:lnTo>
                  <a:lnTo>
                    <a:pt x="30585" y="6686"/>
                  </a:lnTo>
                  <a:lnTo>
                    <a:pt x="29828" y="6438"/>
                  </a:lnTo>
                  <a:lnTo>
                    <a:pt x="28313" y="5914"/>
                  </a:lnTo>
                  <a:lnTo>
                    <a:pt x="26813" y="5375"/>
                  </a:lnTo>
                  <a:lnTo>
                    <a:pt x="25313" y="4851"/>
                  </a:lnTo>
                  <a:lnTo>
                    <a:pt x="23799" y="4327"/>
                  </a:lnTo>
                  <a:lnTo>
                    <a:pt x="23143" y="4123"/>
                  </a:lnTo>
                  <a:lnTo>
                    <a:pt x="22488" y="3904"/>
                  </a:lnTo>
                  <a:lnTo>
                    <a:pt x="21818" y="3715"/>
                  </a:lnTo>
                  <a:lnTo>
                    <a:pt x="21133" y="3511"/>
                  </a:lnTo>
                  <a:lnTo>
                    <a:pt x="20434" y="3336"/>
                  </a:lnTo>
                  <a:lnTo>
                    <a:pt x="19735" y="3161"/>
                  </a:lnTo>
                  <a:lnTo>
                    <a:pt x="19022" y="3001"/>
                  </a:lnTo>
                  <a:lnTo>
                    <a:pt x="18308" y="2841"/>
                  </a:lnTo>
                  <a:lnTo>
                    <a:pt x="17580" y="2710"/>
                  </a:lnTo>
                  <a:lnTo>
                    <a:pt x="16837" y="2579"/>
                  </a:lnTo>
                  <a:lnTo>
                    <a:pt x="16094" y="2477"/>
                  </a:lnTo>
                  <a:lnTo>
                    <a:pt x="15351" y="2390"/>
                  </a:lnTo>
                  <a:lnTo>
                    <a:pt x="14609" y="2317"/>
                  </a:lnTo>
                  <a:lnTo>
                    <a:pt x="13851" y="2258"/>
                  </a:lnTo>
                  <a:lnTo>
                    <a:pt x="13094" y="2229"/>
                  </a:lnTo>
                  <a:lnTo>
                    <a:pt x="12337" y="2215"/>
                  </a:lnTo>
                  <a:lnTo>
                    <a:pt x="11769" y="2229"/>
                  </a:lnTo>
                  <a:lnTo>
                    <a:pt x="11186" y="2244"/>
                  </a:lnTo>
                  <a:lnTo>
                    <a:pt x="10618" y="2273"/>
                  </a:lnTo>
                  <a:lnTo>
                    <a:pt x="10035" y="2331"/>
                  </a:lnTo>
                  <a:lnTo>
                    <a:pt x="9599" y="2375"/>
                  </a:lnTo>
                  <a:lnTo>
                    <a:pt x="9162" y="2433"/>
                  </a:lnTo>
                  <a:lnTo>
                    <a:pt x="8725" y="2491"/>
                  </a:lnTo>
                  <a:lnTo>
                    <a:pt x="8302" y="2564"/>
                  </a:lnTo>
                  <a:lnTo>
                    <a:pt x="7895" y="2652"/>
                  </a:lnTo>
                  <a:lnTo>
                    <a:pt x="7487" y="2739"/>
                  </a:lnTo>
                  <a:lnTo>
                    <a:pt x="7079" y="2841"/>
                  </a:lnTo>
                  <a:lnTo>
                    <a:pt x="6700" y="2943"/>
                  </a:lnTo>
                  <a:lnTo>
                    <a:pt x="6307" y="3045"/>
                  </a:lnTo>
                  <a:lnTo>
                    <a:pt x="5943" y="3161"/>
                  </a:lnTo>
                  <a:lnTo>
                    <a:pt x="5564" y="3292"/>
                  </a:lnTo>
                  <a:lnTo>
                    <a:pt x="5215" y="3424"/>
                  </a:lnTo>
                  <a:lnTo>
                    <a:pt x="4865" y="3555"/>
                  </a:lnTo>
                  <a:lnTo>
                    <a:pt x="4516" y="3700"/>
                  </a:lnTo>
                  <a:lnTo>
                    <a:pt x="4195" y="3846"/>
                  </a:lnTo>
                  <a:lnTo>
                    <a:pt x="3860" y="4006"/>
                  </a:lnTo>
                  <a:lnTo>
                    <a:pt x="3554" y="4166"/>
                  </a:lnTo>
                  <a:lnTo>
                    <a:pt x="3249" y="4327"/>
                  </a:lnTo>
                  <a:lnTo>
                    <a:pt x="2957" y="4501"/>
                  </a:lnTo>
                  <a:lnTo>
                    <a:pt x="2666" y="4676"/>
                  </a:lnTo>
                  <a:lnTo>
                    <a:pt x="2389" y="4851"/>
                  </a:lnTo>
                  <a:lnTo>
                    <a:pt x="2127" y="5040"/>
                  </a:lnTo>
                  <a:lnTo>
                    <a:pt x="1865" y="5230"/>
                  </a:lnTo>
                  <a:lnTo>
                    <a:pt x="1617" y="5419"/>
                  </a:lnTo>
                  <a:lnTo>
                    <a:pt x="1384" y="5608"/>
                  </a:lnTo>
                  <a:lnTo>
                    <a:pt x="1151" y="5812"/>
                  </a:lnTo>
                  <a:lnTo>
                    <a:pt x="933" y="6001"/>
                  </a:lnTo>
                  <a:lnTo>
                    <a:pt x="729" y="6205"/>
                  </a:lnTo>
                  <a:lnTo>
                    <a:pt x="525" y="6424"/>
                  </a:lnTo>
                  <a:lnTo>
                    <a:pt x="350" y="6628"/>
                  </a:lnTo>
                  <a:lnTo>
                    <a:pt x="176" y="6832"/>
                  </a:lnTo>
                  <a:lnTo>
                    <a:pt x="1" y="7050"/>
                  </a:lnTo>
                  <a:lnTo>
                    <a:pt x="1" y="14405"/>
                  </a:lnTo>
                  <a:lnTo>
                    <a:pt x="190" y="14915"/>
                  </a:lnTo>
                  <a:lnTo>
                    <a:pt x="379" y="15439"/>
                  </a:lnTo>
                  <a:lnTo>
                    <a:pt x="525" y="15978"/>
                  </a:lnTo>
                  <a:lnTo>
                    <a:pt x="598" y="16240"/>
                  </a:lnTo>
                  <a:lnTo>
                    <a:pt x="642" y="16517"/>
                  </a:lnTo>
                  <a:lnTo>
                    <a:pt x="700" y="16852"/>
                  </a:lnTo>
                  <a:lnTo>
                    <a:pt x="714" y="17201"/>
                  </a:lnTo>
                  <a:lnTo>
                    <a:pt x="714" y="17551"/>
                  </a:lnTo>
                  <a:lnTo>
                    <a:pt x="700" y="17915"/>
                  </a:lnTo>
                  <a:lnTo>
                    <a:pt x="656" y="18265"/>
                  </a:lnTo>
                  <a:lnTo>
                    <a:pt x="598" y="18614"/>
                  </a:lnTo>
                  <a:lnTo>
                    <a:pt x="452" y="19342"/>
                  </a:lnTo>
                  <a:lnTo>
                    <a:pt x="307" y="20056"/>
                  </a:lnTo>
                  <a:lnTo>
                    <a:pt x="161" y="20770"/>
                  </a:lnTo>
                  <a:lnTo>
                    <a:pt x="88" y="21134"/>
                  </a:lnTo>
                  <a:lnTo>
                    <a:pt x="44" y="21483"/>
                  </a:lnTo>
                  <a:lnTo>
                    <a:pt x="15" y="21833"/>
                  </a:lnTo>
                  <a:lnTo>
                    <a:pt x="1" y="22182"/>
                  </a:lnTo>
                  <a:lnTo>
                    <a:pt x="1" y="35931"/>
                  </a:lnTo>
                  <a:lnTo>
                    <a:pt x="171290" y="35931"/>
                  </a:lnTo>
                  <a:lnTo>
                    <a:pt x="171290" y="28445"/>
                  </a:lnTo>
                  <a:lnTo>
                    <a:pt x="171290" y="4734"/>
                  </a:lnTo>
                  <a:lnTo>
                    <a:pt x="171290" y="1705"/>
                  </a:lnTo>
                  <a:lnTo>
                    <a:pt x="171130" y="1545"/>
                  </a:lnTo>
                  <a:lnTo>
                    <a:pt x="170969" y="1399"/>
                  </a:lnTo>
                  <a:lnTo>
                    <a:pt x="170795" y="1254"/>
                  </a:lnTo>
                  <a:lnTo>
                    <a:pt x="170605" y="1108"/>
                  </a:lnTo>
                  <a:lnTo>
                    <a:pt x="170401" y="977"/>
                  </a:lnTo>
                  <a:lnTo>
                    <a:pt x="170198" y="846"/>
                  </a:lnTo>
                  <a:lnTo>
                    <a:pt x="169965" y="729"/>
                  </a:lnTo>
                  <a:lnTo>
                    <a:pt x="169731" y="613"/>
                  </a:lnTo>
                  <a:lnTo>
                    <a:pt x="169484" y="511"/>
                  </a:lnTo>
                  <a:lnTo>
                    <a:pt x="169222" y="423"/>
                  </a:lnTo>
                  <a:lnTo>
                    <a:pt x="168960" y="336"/>
                  </a:lnTo>
                  <a:lnTo>
                    <a:pt x="168668" y="249"/>
                  </a:lnTo>
                  <a:lnTo>
                    <a:pt x="168362" y="190"/>
                  </a:lnTo>
                  <a:lnTo>
                    <a:pt x="168057" y="132"/>
                  </a:lnTo>
                  <a:lnTo>
                    <a:pt x="167722" y="88"/>
                  </a:lnTo>
                  <a:lnTo>
                    <a:pt x="167372" y="45"/>
                  </a:lnTo>
                  <a:lnTo>
                    <a:pt x="166935" y="16"/>
                  </a:lnTo>
                  <a:lnTo>
                    <a:pt x="1665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 flipH="1">
              <a:off x="-191361" y="4899865"/>
              <a:ext cx="9526722" cy="1095087"/>
            </a:xfrm>
            <a:custGeom>
              <a:avLst/>
              <a:gdLst/>
              <a:ahLst/>
              <a:cxnLst/>
              <a:rect l="l" t="t" r="r" b="b"/>
              <a:pathLst>
                <a:path w="171290" h="35931" extrusionOk="0">
                  <a:moveTo>
                    <a:pt x="166513" y="1"/>
                  </a:moveTo>
                  <a:lnTo>
                    <a:pt x="166222" y="16"/>
                  </a:lnTo>
                  <a:lnTo>
                    <a:pt x="165916" y="30"/>
                  </a:lnTo>
                  <a:lnTo>
                    <a:pt x="165624" y="45"/>
                  </a:lnTo>
                  <a:lnTo>
                    <a:pt x="165348" y="74"/>
                  </a:lnTo>
                  <a:lnTo>
                    <a:pt x="164780" y="161"/>
                  </a:lnTo>
                  <a:lnTo>
                    <a:pt x="164226" y="278"/>
                  </a:lnTo>
                  <a:lnTo>
                    <a:pt x="163702" y="423"/>
                  </a:lnTo>
                  <a:lnTo>
                    <a:pt x="163178" y="584"/>
                  </a:lnTo>
                  <a:lnTo>
                    <a:pt x="162668" y="773"/>
                  </a:lnTo>
                  <a:lnTo>
                    <a:pt x="162187" y="977"/>
                  </a:lnTo>
                  <a:lnTo>
                    <a:pt x="161707" y="1195"/>
                  </a:lnTo>
                  <a:lnTo>
                    <a:pt x="161241" y="1414"/>
                  </a:lnTo>
                  <a:lnTo>
                    <a:pt x="160789" y="1661"/>
                  </a:lnTo>
                  <a:lnTo>
                    <a:pt x="160338" y="1909"/>
                  </a:lnTo>
                  <a:lnTo>
                    <a:pt x="159493" y="2419"/>
                  </a:lnTo>
                  <a:lnTo>
                    <a:pt x="158677" y="2914"/>
                  </a:lnTo>
                  <a:lnTo>
                    <a:pt x="157803" y="3438"/>
                  </a:lnTo>
                  <a:lnTo>
                    <a:pt x="156900" y="3933"/>
                  </a:lnTo>
                  <a:lnTo>
                    <a:pt x="155954" y="4429"/>
                  </a:lnTo>
                  <a:lnTo>
                    <a:pt x="154978" y="4895"/>
                  </a:lnTo>
                  <a:lnTo>
                    <a:pt x="153973" y="5361"/>
                  </a:lnTo>
                  <a:lnTo>
                    <a:pt x="152939" y="5798"/>
                  </a:lnTo>
                  <a:lnTo>
                    <a:pt x="151861" y="6220"/>
                  </a:lnTo>
                  <a:lnTo>
                    <a:pt x="150769" y="6628"/>
                  </a:lnTo>
                  <a:lnTo>
                    <a:pt x="149648" y="7006"/>
                  </a:lnTo>
                  <a:lnTo>
                    <a:pt x="148497" y="7385"/>
                  </a:lnTo>
                  <a:lnTo>
                    <a:pt x="147317" y="7720"/>
                  </a:lnTo>
                  <a:lnTo>
                    <a:pt x="146123" y="8055"/>
                  </a:lnTo>
                  <a:lnTo>
                    <a:pt x="144900" y="8361"/>
                  </a:lnTo>
                  <a:lnTo>
                    <a:pt x="143662" y="8652"/>
                  </a:lnTo>
                  <a:lnTo>
                    <a:pt x="142395" y="8914"/>
                  </a:lnTo>
                  <a:lnTo>
                    <a:pt x="141113" y="9162"/>
                  </a:lnTo>
                  <a:lnTo>
                    <a:pt x="139831" y="9380"/>
                  </a:lnTo>
                  <a:lnTo>
                    <a:pt x="138535" y="9570"/>
                  </a:lnTo>
                  <a:lnTo>
                    <a:pt x="137224" y="9744"/>
                  </a:lnTo>
                  <a:lnTo>
                    <a:pt x="135899" y="9890"/>
                  </a:lnTo>
                  <a:lnTo>
                    <a:pt x="134559" y="10007"/>
                  </a:lnTo>
                  <a:lnTo>
                    <a:pt x="133219" y="10079"/>
                  </a:lnTo>
                  <a:lnTo>
                    <a:pt x="131865" y="10138"/>
                  </a:lnTo>
                  <a:lnTo>
                    <a:pt x="131195" y="10152"/>
                  </a:lnTo>
                  <a:lnTo>
                    <a:pt x="129665" y="10152"/>
                  </a:lnTo>
                  <a:lnTo>
                    <a:pt x="128835" y="10123"/>
                  </a:lnTo>
                  <a:lnTo>
                    <a:pt x="127991" y="10094"/>
                  </a:lnTo>
                  <a:lnTo>
                    <a:pt x="127160" y="10036"/>
                  </a:lnTo>
                  <a:lnTo>
                    <a:pt x="126316" y="9963"/>
                  </a:lnTo>
                  <a:lnTo>
                    <a:pt x="125500" y="9890"/>
                  </a:lnTo>
                  <a:lnTo>
                    <a:pt x="124670" y="9788"/>
                  </a:lnTo>
                  <a:lnTo>
                    <a:pt x="123869" y="9672"/>
                  </a:lnTo>
                  <a:lnTo>
                    <a:pt x="122995" y="9511"/>
                  </a:lnTo>
                  <a:lnTo>
                    <a:pt x="122136" y="9351"/>
                  </a:lnTo>
                  <a:lnTo>
                    <a:pt x="121306" y="9176"/>
                  </a:lnTo>
                  <a:lnTo>
                    <a:pt x="120475" y="8973"/>
                  </a:lnTo>
                  <a:lnTo>
                    <a:pt x="119660" y="8769"/>
                  </a:lnTo>
                  <a:lnTo>
                    <a:pt x="118859" y="8550"/>
                  </a:lnTo>
                  <a:lnTo>
                    <a:pt x="118058" y="8332"/>
                  </a:lnTo>
                  <a:lnTo>
                    <a:pt x="117257" y="8099"/>
                  </a:lnTo>
                  <a:lnTo>
                    <a:pt x="115698" y="7618"/>
                  </a:lnTo>
                  <a:lnTo>
                    <a:pt x="114126" y="7123"/>
                  </a:lnTo>
                  <a:lnTo>
                    <a:pt x="112567" y="6642"/>
                  </a:lnTo>
                  <a:lnTo>
                    <a:pt x="110980" y="6176"/>
                  </a:lnTo>
                  <a:lnTo>
                    <a:pt x="109625" y="5798"/>
                  </a:lnTo>
                  <a:lnTo>
                    <a:pt x="108242" y="5463"/>
                  </a:lnTo>
                  <a:lnTo>
                    <a:pt x="106843" y="5128"/>
                  </a:lnTo>
                  <a:lnTo>
                    <a:pt x="105416" y="4836"/>
                  </a:lnTo>
                  <a:lnTo>
                    <a:pt x="103960" y="4560"/>
                  </a:lnTo>
                  <a:lnTo>
                    <a:pt x="102503" y="4312"/>
                  </a:lnTo>
                  <a:lnTo>
                    <a:pt x="101018" y="4079"/>
                  </a:lnTo>
                  <a:lnTo>
                    <a:pt x="99532" y="3875"/>
                  </a:lnTo>
                  <a:lnTo>
                    <a:pt x="98018" y="3686"/>
                  </a:lnTo>
                  <a:lnTo>
                    <a:pt x="96503" y="3526"/>
                  </a:lnTo>
                  <a:lnTo>
                    <a:pt x="94974" y="3394"/>
                  </a:lnTo>
                  <a:lnTo>
                    <a:pt x="93444" y="3292"/>
                  </a:lnTo>
                  <a:lnTo>
                    <a:pt x="91901" y="3205"/>
                  </a:lnTo>
                  <a:lnTo>
                    <a:pt x="90357" y="3147"/>
                  </a:lnTo>
                  <a:lnTo>
                    <a:pt x="88813" y="3103"/>
                  </a:lnTo>
                  <a:lnTo>
                    <a:pt x="87255" y="3089"/>
                  </a:lnTo>
                  <a:lnTo>
                    <a:pt x="85594" y="3103"/>
                  </a:lnTo>
                  <a:lnTo>
                    <a:pt x="83934" y="3147"/>
                  </a:lnTo>
                  <a:lnTo>
                    <a:pt x="82274" y="3220"/>
                  </a:lnTo>
                  <a:lnTo>
                    <a:pt x="80628" y="3322"/>
                  </a:lnTo>
                  <a:lnTo>
                    <a:pt x="78982" y="3453"/>
                  </a:lnTo>
                  <a:lnTo>
                    <a:pt x="77351" y="3613"/>
                  </a:lnTo>
                  <a:lnTo>
                    <a:pt x="75734" y="3788"/>
                  </a:lnTo>
                  <a:lnTo>
                    <a:pt x="74118" y="4006"/>
                  </a:lnTo>
                  <a:lnTo>
                    <a:pt x="72938" y="4181"/>
                  </a:lnTo>
                  <a:lnTo>
                    <a:pt x="71773" y="4385"/>
                  </a:lnTo>
                  <a:lnTo>
                    <a:pt x="70593" y="4589"/>
                  </a:lnTo>
                  <a:lnTo>
                    <a:pt x="69443" y="4793"/>
                  </a:lnTo>
                  <a:lnTo>
                    <a:pt x="67142" y="5244"/>
                  </a:lnTo>
                  <a:lnTo>
                    <a:pt x="64855" y="5725"/>
                  </a:lnTo>
                  <a:lnTo>
                    <a:pt x="62583" y="6205"/>
                  </a:lnTo>
                  <a:lnTo>
                    <a:pt x="60296" y="6671"/>
                  </a:lnTo>
                  <a:lnTo>
                    <a:pt x="57995" y="7137"/>
                  </a:lnTo>
                  <a:lnTo>
                    <a:pt x="56845" y="7341"/>
                  </a:lnTo>
                  <a:lnTo>
                    <a:pt x="55680" y="7560"/>
                  </a:lnTo>
                  <a:lnTo>
                    <a:pt x="54194" y="7793"/>
                  </a:lnTo>
                  <a:lnTo>
                    <a:pt x="52708" y="8026"/>
                  </a:lnTo>
                  <a:lnTo>
                    <a:pt x="51194" y="8215"/>
                  </a:lnTo>
                  <a:lnTo>
                    <a:pt x="49665" y="8390"/>
                  </a:lnTo>
                  <a:lnTo>
                    <a:pt x="48121" y="8521"/>
                  </a:lnTo>
                  <a:lnTo>
                    <a:pt x="47349" y="8579"/>
                  </a:lnTo>
                  <a:lnTo>
                    <a:pt x="46577" y="8623"/>
                  </a:lnTo>
                  <a:lnTo>
                    <a:pt x="45805" y="8667"/>
                  </a:lnTo>
                  <a:lnTo>
                    <a:pt x="45033" y="8696"/>
                  </a:lnTo>
                  <a:lnTo>
                    <a:pt x="44261" y="8710"/>
                  </a:lnTo>
                  <a:lnTo>
                    <a:pt x="42572" y="8710"/>
                  </a:lnTo>
                  <a:lnTo>
                    <a:pt x="41654" y="8681"/>
                  </a:lnTo>
                  <a:lnTo>
                    <a:pt x="40751" y="8638"/>
                  </a:lnTo>
                  <a:lnTo>
                    <a:pt x="39834" y="8579"/>
                  </a:lnTo>
                  <a:lnTo>
                    <a:pt x="38931" y="8492"/>
                  </a:lnTo>
                  <a:lnTo>
                    <a:pt x="38042" y="8390"/>
                  </a:lnTo>
                  <a:lnTo>
                    <a:pt x="37154" y="8273"/>
                  </a:lnTo>
                  <a:lnTo>
                    <a:pt x="36280" y="8128"/>
                  </a:lnTo>
                  <a:lnTo>
                    <a:pt x="35421" y="7968"/>
                  </a:lnTo>
                  <a:lnTo>
                    <a:pt x="34576" y="7793"/>
                  </a:lnTo>
                  <a:lnTo>
                    <a:pt x="33746" y="7604"/>
                  </a:lnTo>
                  <a:lnTo>
                    <a:pt x="32945" y="7385"/>
                  </a:lnTo>
                  <a:lnTo>
                    <a:pt x="32144" y="7167"/>
                  </a:lnTo>
                  <a:lnTo>
                    <a:pt x="31357" y="6934"/>
                  </a:lnTo>
                  <a:lnTo>
                    <a:pt x="30585" y="6686"/>
                  </a:lnTo>
                  <a:lnTo>
                    <a:pt x="29828" y="6438"/>
                  </a:lnTo>
                  <a:lnTo>
                    <a:pt x="28313" y="5914"/>
                  </a:lnTo>
                  <a:lnTo>
                    <a:pt x="26813" y="5375"/>
                  </a:lnTo>
                  <a:lnTo>
                    <a:pt x="25313" y="4851"/>
                  </a:lnTo>
                  <a:lnTo>
                    <a:pt x="23799" y="4327"/>
                  </a:lnTo>
                  <a:lnTo>
                    <a:pt x="23143" y="4123"/>
                  </a:lnTo>
                  <a:lnTo>
                    <a:pt x="22488" y="3904"/>
                  </a:lnTo>
                  <a:lnTo>
                    <a:pt x="21818" y="3715"/>
                  </a:lnTo>
                  <a:lnTo>
                    <a:pt x="21133" y="3511"/>
                  </a:lnTo>
                  <a:lnTo>
                    <a:pt x="20434" y="3336"/>
                  </a:lnTo>
                  <a:lnTo>
                    <a:pt x="19735" y="3161"/>
                  </a:lnTo>
                  <a:lnTo>
                    <a:pt x="19022" y="3001"/>
                  </a:lnTo>
                  <a:lnTo>
                    <a:pt x="18308" y="2841"/>
                  </a:lnTo>
                  <a:lnTo>
                    <a:pt x="17580" y="2710"/>
                  </a:lnTo>
                  <a:lnTo>
                    <a:pt x="16837" y="2579"/>
                  </a:lnTo>
                  <a:lnTo>
                    <a:pt x="16094" y="2477"/>
                  </a:lnTo>
                  <a:lnTo>
                    <a:pt x="15351" y="2390"/>
                  </a:lnTo>
                  <a:lnTo>
                    <a:pt x="14609" y="2317"/>
                  </a:lnTo>
                  <a:lnTo>
                    <a:pt x="13851" y="2258"/>
                  </a:lnTo>
                  <a:lnTo>
                    <a:pt x="13094" y="2229"/>
                  </a:lnTo>
                  <a:lnTo>
                    <a:pt x="12337" y="2215"/>
                  </a:lnTo>
                  <a:lnTo>
                    <a:pt x="11769" y="2229"/>
                  </a:lnTo>
                  <a:lnTo>
                    <a:pt x="11186" y="2244"/>
                  </a:lnTo>
                  <a:lnTo>
                    <a:pt x="10618" y="2273"/>
                  </a:lnTo>
                  <a:lnTo>
                    <a:pt x="10035" y="2331"/>
                  </a:lnTo>
                  <a:lnTo>
                    <a:pt x="9599" y="2375"/>
                  </a:lnTo>
                  <a:lnTo>
                    <a:pt x="9162" y="2433"/>
                  </a:lnTo>
                  <a:lnTo>
                    <a:pt x="8725" y="2491"/>
                  </a:lnTo>
                  <a:lnTo>
                    <a:pt x="8302" y="2564"/>
                  </a:lnTo>
                  <a:lnTo>
                    <a:pt x="7895" y="2652"/>
                  </a:lnTo>
                  <a:lnTo>
                    <a:pt x="7487" y="2739"/>
                  </a:lnTo>
                  <a:lnTo>
                    <a:pt x="7079" y="2841"/>
                  </a:lnTo>
                  <a:lnTo>
                    <a:pt x="6700" y="2943"/>
                  </a:lnTo>
                  <a:lnTo>
                    <a:pt x="6307" y="3045"/>
                  </a:lnTo>
                  <a:lnTo>
                    <a:pt x="5943" y="3161"/>
                  </a:lnTo>
                  <a:lnTo>
                    <a:pt x="5564" y="3292"/>
                  </a:lnTo>
                  <a:lnTo>
                    <a:pt x="5215" y="3424"/>
                  </a:lnTo>
                  <a:lnTo>
                    <a:pt x="4865" y="3555"/>
                  </a:lnTo>
                  <a:lnTo>
                    <a:pt x="4516" y="3700"/>
                  </a:lnTo>
                  <a:lnTo>
                    <a:pt x="4195" y="3846"/>
                  </a:lnTo>
                  <a:lnTo>
                    <a:pt x="3860" y="4006"/>
                  </a:lnTo>
                  <a:lnTo>
                    <a:pt x="3554" y="4166"/>
                  </a:lnTo>
                  <a:lnTo>
                    <a:pt x="3249" y="4327"/>
                  </a:lnTo>
                  <a:lnTo>
                    <a:pt x="2957" y="4501"/>
                  </a:lnTo>
                  <a:lnTo>
                    <a:pt x="2666" y="4676"/>
                  </a:lnTo>
                  <a:lnTo>
                    <a:pt x="2389" y="4851"/>
                  </a:lnTo>
                  <a:lnTo>
                    <a:pt x="2127" y="5040"/>
                  </a:lnTo>
                  <a:lnTo>
                    <a:pt x="1865" y="5230"/>
                  </a:lnTo>
                  <a:lnTo>
                    <a:pt x="1617" y="5419"/>
                  </a:lnTo>
                  <a:lnTo>
                    <a:pt x="1384" y="5608"/>
                  </a:lnTo>
                  <a:lnTo>
                    <a:pt x="1151" y="5812"/>
                  </a:lnTo>
                  <a:lnTo>
                    <a:pt x="933" y="6001"/>
                  </a:lnTo>
                  <a:lnTo>
                    <a:pt x="729" y="6205"/>
                  </a:lnTo>
                  <a:lnTo>
                    <a:pt x="525" y="6424"/>
                  </a:lnTo>
                  <a:lnTo>
                    <a:pt x="350" y="6628"/>
                  </a:lnTo>
                  <a:lnTo>
                    <a:pt x="176" y="6832"/>
                  </a:lnTo>
                  <a:lnTo>
                    <a:pt x="1" y="7050"/>
                  </a:lnTo>
                  <a:lnTo>
                    <a:pt x="1" y="14405"/>
                  </a:lnTo>
                  <a:lnTo>
                    <a:pt x="190" y="14915"/>
                  </a:lnTo>
                  <a:lnTo>
                    <a:pt x="379" y="15439"/>
                  </a:lnTo>
                  <a:lnTo>
                    <a:pt x="525" y="15978"/>
                  </a:lnTo>
                  <a:lnTo>
                    <a:pt x="598" y="16240"/>
                  </a:lnTo>
                  <a:lnTo>
                    <a:pt x="642" y="16517"/>
                  </a:lnTo>
                  <a:lnTo>
                    <a:pt x="700" y="16852"/>
                  </a:lnTo>
                  <a:lnTo>
                    <a:pt x="714" y="17201"/>
                  </a:lnTo>
                  <a:lnTo>
                    <a:pt x="714" y="17551"/>
                  </a:lnTo>
                  <a:lnTo>
                    <a:pt x="700" y="17915"/>
                  </a:lnTo>
                  <a:lnTo>
                    <a:pt x="656" y="18265"/>
                  </a:lnTo>
                  <a:lnTo>
                    <a:pt x="598" y="18614"/>
                  </a:lnTo>
                  <a:lnTo>
                    <a:pt x="452" y="19342"/>
                  </a:lnTo>
                  <a:lnTo>
                    <a:pt x="307" y="20056"/>
                  </a:lnTo>
                  <a:lnTo>
                    <a:pt x="161" y="20770"/>
                  </a:lnTo>
                  <a:lnTo>
                    <a:pt x="88" y="21134"/>
                  </a:lnTo>
                  <a:lnTo>
                    <a:pt x="44" y="21483"/>
                  </a:lnTo>
                  <a:lnTo>
                    <a:pt x="15" y="21833"/>
                  </a:lnTo>
                  <a:lnTo>
                    <a:pt x="1" y="22182"/>
                  </a:lnTo>
                  <a:lnTo>
                    <a:pt x="1" y="35931"/>
                  </a:lnTo>
                  <a:lnTo>
                    <a:pt x="171290" y="35931"/>
                  </a:lnTo>
                  <a:lnTo>
                    <a:pt x="171290" y="28445"/>
                  </a:lnTo>
                  <a:lnTo>
                    <a:pt x="171290" y="4734"/>
                  </a:lnTo>
                  <a:lnTo>
                    <a:pt x="171290" y="1705"/>
                  </a:lnTo>
                  <a:lnTo>
                    <a:pt x="171130" y="1545"/>
                  </a:lnTo>
                  <a:lnTo>
                    <a:pt x="170969" y="1399"/>
                  </a:lnTo>
                  <a:lnTo>
                    <a:pt x="170795" y="1254"/>
                  </a:lnTo>
                  <a:lnTo>
                    <a:pt x="170605" y="1108"/>
                  </a:lnTo>
                  <a:lnTo>
                    <a:pt x="170401" y="977"/>
                  </a:lnTo>
                  <a:lnTo>
                    <a:pt x="170198" y="846"/>
                  </a:lnTo>
                  <a:lnTo>
                    <a:pt x="169965" y="729"/>
                  </a:lnTo>
                  <a:lnTo>
                    <a:pt x="169731" y="613"/>
                  </a:lnTo>
                  <a:lnTo>
                    <a:pt x="169484" y="511"/>
                  </a:lnTo>
                  <a:lnTo>
                    <a:pt x="169222" y="423"/>
                  </a:lnTo>
                  <a:lnTo>
                    <a:pt x="168960" y="336"/>
                  </a:lnTo>
                  <a:lnTo>
                    <a:pt x="168668" y="249"/>
                  </a:lnTo>
                  <a:lnTo>
                    <a:pt x="168362" y="190"/>
                  </a:lnTo>
                  <a:lnTo>
                    <a:pt x="168057" y="132"/>
                  </a:lnTo>
                  <a:lnTo>
                    <a:pt x="167722" y="88"/>
                  </a:lnTo>
                  <a:lnTo>
                    <a:pt x="167372" y="45"/>
                  </a:lnTo>
                  <a:lnTo>
                    <a:pt x="166935" y="16"/>
                  </a:lnTo>
                  <a:lnTo>
                    <a:pt x="166513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1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5" name="Google Shape;115;p11"/>
          <p:cNvSpPr txBox="1">
            <a:spLocks noGrp="1"/>
          </p:cNvSpPr>
          <p:nvPr>
            <p:ph type="subTitle" idx="1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11"/>
          <p:cNvSpPr/>
          <p:nvPr/>
        </p:nvSpPr>
        <p:spPr>
          <a:xfrm rot="10800000" flipH="1">
            <a:off x="-6" y="-152407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 rot="10800000">
            <a:off x="7153269" y="-152407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10175" y="4467975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11"/>
          <p:cNvGrpSpPr/>
          <p:nvPr/>
        </p:nvGrpSpPr>
        <p:grpSpPr>
          <a:xfrm rot="1643791">
            <a:off x="8253736" y="3973800"/>
            <a:ext cx="829810" cy="659800"/>
            <a:chOff x="7917675" y="-1178675"/>
            <a:chExt cx="547275" cy="435150"/>
          </a:xfrm>
        </p:grpSpPr>
        <p:sp>
          <p:nvSpPr>
            <p:cNvPr id="120" name="Google Shape;120;p11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11"/>
          <p:cNvGrpSpPr/>
          <p:nvPr/>
        </p:nvGrpSpPr>
        <p:grpSpPr>
          <a:xfrm>
            <a:off x="-191361" y="4747465"/>
            <a:ext cx="9526722" cy="1247487"/>
            <a:chOff x="-191361" y="4747465"/>
            <a:chExt cx="9526722" cy="1247487"/>
          </a:xfrm>
        </p:grpSpPr>
        <p:sp>
          <p:nvSpPr>
            <p:cNvPr id="123" name="Google Shape;123;p11"/>
            <p:cNvSpPr/>
            <p:nvPr/>
          </p:nvSpPr>
          <p:spPr>
            <a:xfrm flipH="1">
              <a:off x="-191361" y="4747465"/>
              <a:ext cx="9526722" cy="1095087"/>
            </a:xfrm>
            <a:custGeom>
              <a:avLst/>
              <a:gdLst/>
              <a:ahLst/>
              <a:cxnLst/>
              <a:rect l="l" t="t" r="r" b="b"/>
              <a:pathLst>
                <a:path w="171290" h="35931" extrusionOk="0">
                  <a:moveTo>
                    <a:pt x="166513" y="1"/>
                  </a:moveTo>
                  <a:lnTo>
                    <a:pt x="166222" y="16"/>
                  </a:lnTo>
                  <a:lnTo>
                    <a:pt x="165916" y="30"/>
                  </a:lnTo>
                  <a:lnTo>
                    <a:pt x="165624" y="45"/>
                  </a:lnTo>
                  <a:lnTo>
                    <a:pt x="165348" y="74"/>
                  </a:lnTo>
                  <a:lnTo>
                    <a:pt x="164780" y="161"/>
                  </a:lnTo>
                  <a:lnTo>
                    <a:pt x="164226" y="278"/>
                  </a:lnTo>
                  <a:lnTo>
                    <a:pt x="163702" y="423"/>
                  </a:lnTo>
                  <a:lnTo>
                    <a:pt x="163178" y="584"/>
                  </a:lnTo>
                  <a:lnTo>
                    <a:pt x="162668" y="773"/>
                  </a:lnTo>
                  <a:lnTo>
                    <a:pt x="162187" y="977"/>
                  </a:lnTo>
                  <a:lnTo>
                    <a:pt x="161707" y="1195"/>
                  </a:lnTo>
                  <a:lnTo>
                    <a:pt x="161241" y="1414"/>
                  </a:lnTo>
                  <a:lnTo>
                    <a:pt x="160789" y="1661"/>
                  </a:lnTo>
                  <a:lnTo>
                    <a:pt x="160338" y="1909"/>
                  </a:lnTo>
                  <a:lnTo>
                    <a:pt x="159493" y="2419"/>
                  </a:lnTo>
                  <a:lnTo>
                    <a:pt x="158677" y="2914"/>
                  </a:lnTo>
                  <a:lnTo>
                    <a:pt x="157803" y="3438"/>
                  </a:lnTo>
                  <a:lnTo>
                    <a:pt x="156900" y="3933"/>
                  </a:lnTo>
                  <a:lnTo>
                    <a:pt x="155954" y="4429"/>
                  </a:lnTo>
                  <a:lnTo>
                    <a:pt x="154978" y="4895"/>
                  </a:lnTo>
                  <a:lnTo>
                    <a:pt x="153973" y="5361"/>
                  </a:lnTo>
                  <a:lnTo>
                    <a:pt x="152939" y="5798"/>
                  </a:lnTo>
                  <a:lnTo>
                    <a:pt x="151861" y="6220"/>
                  </a:lnTo>
                  <a:lnTo>
                    <a:pt x="150769" y="6628"/>
                  </a:lnTo>
                  <a:lnTo>
                    <a:pt x="149648" y="7006"/>
                  </a:lnTo>
                  <a:lnTo>
                    <a:pt x="148497" y="7385"/>
                  </a:lnTo>
                  <a:lnTo>
                    <a:pt x="147317" y="7720"/>
                  </a:lnTo>
                  <a:lnTo>
                    <a:pt x="146123" y="8055"/>
                  </a:lnTo>
                  <a:lnTo>
                    <a:pt x="144900" y="8361"/>
                  </a:lnTo>
                  <a:lnTo>
                    <a:pt x="143662" y="8652"/>
                  </a:lnTo>
                  <a:lnTo>
                    <a:pt x="142395" y="8914"/>
                  </a:lnTo>
                  <a:lnTo>
                    <a:pt x="141113" y="9162"/>
                  </a:lnTo>
                  <a:lnTo>
                    <a:pt x="139831" y="9380"/>
                  </a:lnTo>
                  <a:lnTo>
                    <a:pt x="138535" y="9570"/>
                  </a:lnTo>
                  <a:lnTo>
                    <a:pt x="137224" y="9744"/>
                  </a:lnTo>
                  <a:lnTo>
                    <a:pt x="135899" y="9890"/>
                  </a:lnTo>
                  <a:lnTo>
                    <a:pt x="134559" y="10007"/>
                  </a:lnTo>
                  <a:lnTo>
                    <a:pt x="133219" y="10079"/>
                  </a:lnTo>
                  <a:lnTo>
                    <a:pt x="131865" y="10138"/>
                  </a:lnTo>
                  <a:lnTo>
                    <a:pt x="131195" y="10152"/>
                  </a:lnTo>
                  <a:lnTo>
                    <a:pt x="129665" y="10152"/>
                  </a:lnTo>
                  <a:lnTo>
                    <a:pt x="128835" y="10123"/>
                  </a:lnTo>
                  <a:lnTo>
                    <a:pt x="127991" y="10094"/>
                  </a:lnTo>
                  <a:lnTo>
                    <a:pt x="127160" y="10036"/>
                  </a:lnTo>
                  <a:lnTo>
                    <a:pt x="126316" y="9963"/>
                  </a:lnTo>
                  <a:lnTo>
                    <a:pt x="125500" y="9890"/>
                  </a:lnTo>
                  <a:lnTo>
                    <a:pt x="124670" y="9788"/>
                  </a:lnTo>
                  <a:lnTo>
                    <a:pt x="123869" y="9672"/>
                  </a:lnTo>
                  <a:lnTo>
                    <a:pt x="122995" y="9511"/>
                  </a:lnTo>
                  <a:lnTo>
                    <a:pt x="122136" y="9351"/>
                  </a:lnTo>
                  <a:lnTo>
                    <a:pt x="121306" y="9176"/>
                  </a:lnTo>
                  <a:lnTo>
                    <a:pt x="120475" y="8973"/>
                  </a:lnTo>
                  <a:lnTo>
                    <a:pt x="119660" y="8769"/>
                  </a:lnTo>
                  <a:lnTo>
                    <a:pt x="118859" y="8550"/>
                  </a:lnTo>
                  <a:lnTo>
                    <a:pt x="118058" y="8332"/>
                  </a:lnTo>
                  <a:lnTo>
                    <a:pt x="117257" y="8099"/>
                  </a:lnTo>
                  <a:lnTo>
                    <a:pt x="115698" y="7618"/>
                  </a:lnTo>
                  <a:lnTo>
                    <a:pt x="114126" y="7123"/>
                  </a:lnTo>
                  <a:lnTo>
                    <a:pt x="112567" y="6642"/>
                  </a:lnTo>
                  <a:lnTo>
                    <a:pt x="110980" y="6176"/>
                  </a:lnTo>
                  <a:lnTo>
                    <a:pt x="109625" y="5798"/>
                  </a:lnTo>
                  <a:lnTo>
                    <a:pt x="108242" y="5463"/>
                  </a:lnTo>
                  <a:lnTo>
                    <a:pt x="106843" y="5128"/>
                  </a:lnTo>
                  <a:lnTo>
                    <a:pt x="105416" y="4836"/>
                  </a:lnTo>
                  <a:lnTo>
                    <a:pt x="103960" y="4560"/>
                  </a:lnTo>
                  <a:lnTo>
                    <a:pt x="102503" y="4312"/>
                  </a:lnTo>
                  <a:lnTo>
                    <a:pt x="101018" y="4079"/>
                  </a:lnTo>
                  <a:lnTo>
                    <a:pt x="99532" y="3875"/>
                  </a:lnTo>
                  <a:lnTo>
                    <a:pt x="98018" y="3686"/>
                  </a:lnTo>
                  <a:lnTo>
                    <a:pt x="96503" y="3526"/>
                  </a:lnTo>
                  <a:lnTo>
                    <a:pt x="94974" y="3394"/>
                  </a:lnTo>
                  <a:lnTo>
                    <a:pt x="93444" y="3292"/>
                  </a:lnTo>
                  <a:lnTo>
                    <a:pt x="91901" y="3205"/>
                  </a:lnTo>
                  <a:lnTo>
                    <a:pt x="90357" y="3147"/>
                  </a:lnTo>
                  <a:lnTo>
                    <a:pt x="88813" y="3103"/>
                  </a:lnTo>
                  <a:lnTo>
                    <a:pt x="87255" y="3089"/>
                  </a:lnTo>
                  <a:lnTo>
                    <a:pt x="85594" y="3103"/>
                  </a:lnTo>
                  <a:lnTo>
                    <a:pt x="83934" y="3147"/>
                  </a:lnTo>
                  <a:lnTo>
                    <a:pt x="82274" y="3220"/>
                  </a:lnTo>
                  <a:lnTo>
                    <a:pt x="80628" y="3322"/>
                  </a:lnTo>
                  <a:lnTo>
                    <a:pt x="78982" y="3453"/>
                  </a:lnTo>
                  <a:lnTo>
                    <a:pt x="77351" y="3613"/>
                  </a:lnTo>
                  <a:lnTo>
                    <a:pt x="75734" y="3788"/>
                  </a:lnTo>
                  <a:lnTo>
                    <a:pt x="74118" y="4006"/>
                  </a:lnTo>
                  <a:lnTo>
                    <a:pt x="72938" y="4181"/>
                  </a:lnTo>
                  <a:lnTo>
                    <a:pt x="71773" y="4385"/>
                  </a:lnTo>
                  <a:lnTo>
                    <a:pt x="70593" y="4589"/>
                  </a:lnTo>
                  <a:lnTo>
                    <a:pt x="69443" y="4793"/>
                  </a:lnTo>
                  <a:lnTo>
                    <a:pt x="67142" y="5244"/>
                  </a:lnTo>
                  <a:lnTo>
                    <a:pt x="64855" y="5725"/>
                  </a:lnTo>
                  <a:lnTo>
                    <a:pt x="62583" y="6205"/>
                  </a:lnTo>
                  <a:lnTo>
                    <a:pt x="60296" y="6671"/>
                  </a:lnTo>
                  <a:lnTo>
                    <a:pt x="57995" y="7137"/>
                  </a:lnTo>
                  <a:lnTo>
                    <a:pt x="56845" y="7341"/>
                  </a:lnTo>
                  <a:lnTo>
                    <a:pt x="55680" y="7560"/>
                  </a:lnTo>
                  <a:lnTo>
                    <a:pt x="54194" y="7793"/>
                  </a:lnTo>
                  <a:lnTo>
                    <a:pt x="52708" y="8026"/>
                  </a:lnTo>
                  <a:lnTo>
                    <a:pt x="51194" y="8215"/>
                  </a:lnTo>
                  <a:lnTo>
                    <a:pt x="49665" y="8390"/>
                  </a:lnTo>
                  <a:lnTo>
                    <a:pt x="48121" y="8521"/>
                  </a:lnTo>
                  <a:lnTo>
                    <a:pt x="47349" y="8579"/>
                  </a:lnTo>
                  <a:lnTo>
                    <a:pt x="46577" y="8623"/>
                  </a:lnTo>
                  <a:lnTo>
                    <a:pt x="45805" y="8667"/>
                  </a:lnTo>
                  <a:lnTo>
                    <a:pt x="45033" y="8696"/>
                  </a:lnTo>
                  <a:lnTo>
                    <a:pt x="44261" y="8710"/>
                  </a:lnTo>
                  <a:lnTo>
                    <a:pt x="42572" y="8710"/>
                  </a:lnTo>
                  <a:lnTo>
                    <a:pt x="41654" y="8681"/>
                  </a:lnTo>
                  <a:lnTo>
                    <a:pt x="40751" y="8638"/>
                  </a:lnTo>
                  <a:lnTo>
                    <a:pt x="39834" y="8579"/>
                  </a:lnTo>
                  <a:lnTo>
                    <a:pt x="38931" y="8492"/>
                  </a:lnTo>
                  <a:lnTo>
                    <a:pt x="38042" y="8390"/>
                  </a:lnTo>
                  <a:lnTo>
                    <a:pt x="37154" y="8273"/>
                  </a:lnTo>
                  <a:lnTo>
                    <a:pt x="36280" y="8128"/>
                  </a:lnTo>
                  <a:lnTo>
                    <a:pt x="35421" y="7968"/>
                  </a:lnTo>
                  <a:lnTo>
                    <a:pt x="34576" y="7793"/>
                  </a:lnTo>
                  <a:lnTo>
                    <a:pt x="33746" y="7604"/>
                  </a:lnTo>
                  <a:lnTo>
                    <a:pt x="32945" y="7385"/>
                  </a:lnTo>
                  <a:lnTo>
                    <a:pt x="32144" y="7167"/>
                  </a:lnTo>
                  <a:lnTo>
                    <a:pt x="31357" y="6934"/>
                  </a:lnTo>
                  <a:lnTo>
                    <a:pt x="30585" y="6686"/>
                  </a:lnTo>
                  <a:lnTo>
                    <a:pt x="29828" y="6438"/>
                  </a:lnTo>
                  <a:lnTo>
                    <a:pt x="28313" y="5914"/>
                  </a:lnTo>
                  <a:lnTo>
                    <a:pt x="26813" y="5375"/>
                  </a:lnTo>
                  <a:lnTo>
                    <a:pt x="25313" y="4851"/>
                  </a:lnTo>
                  <a:lnTo>
                    <a:pt x="23799" y="4327"/>
                  </a:lnTo>
                  <a:lnTo>
                    <a:pt x="23143" y="4123"/>
                  </a:lnTo>
                  <a:lnTo>
                    <a:pt x="22488" y="3904"/>
                  </a:lnTo>
                  <a:lnTo>
                    <a:pt x="21818" y="3715"/>
                  </a:lnTo>
                  <a:lnTo>
                    <a:pt x="21133" y="3511"/>
                  </a:lnTo>
                  <a:lnTo>
                    <a:pt x="20434" y="3336"/>
                  </a:lnTo>
                  <a:lnTo>
                    <a:pt x="19735" y="3161"/>
                  </a:lnTo>
                  <a:lnTo>
                    <a:pt x="19022" y="3001"/>
                  </a:lnTo>
                  <a:lnTo>
                    <a:pt x="18308" y="2841"/>
                  </a:lnTo>
                  <a:lnTo>
                    <a:pt x="17580" y="2710"/>
                  </a:lnTo>
                  <a:lnTo>
                    <a:pt x="16837" y="2579"/>
                  </a:lnTo>
                  <a:lnTo>
                    <a:pt x="16094" y="2477"/>
                  </a:lnTo>
                  <a:lnTo>
                    <a:pt x="15351" y="2390"/>
                  </a:lnTo>
                  <a:lnTo>
                    <a:pt x="14609" y="2317"/>
                  </a:lnTo>
                  <a:lnTo>
                    <a:pt x="13851" y="2258"/>
                  </a:lnTo>
                  <a:lnTo>
                    <a:pt x="13094" y="2229"/>
                  </a:lnTo>
                  <a:lnTo>
                    <a:pt x="12337" y="2215"/>
                  </a:lnTo>
                  <a:lnTo>
                    <a:pt x="11769" y="2229"/>
                  </a:lnTo>
                  <a:lnTo>
                    <a:pt x="11186" y="2244"/>
                  </a:lnTo>
                  <a:lnTo>
                    <a:pt x="10618" y="2273"/>
                  </a:lnTo>
                  <a:lnTo>
                    <a:pt x="10035" y="2331"/>
                  </a:lnTo>
                  <a:lnTo>
                    <a:pt x="9599" y="2375"/>
                  </a:lnTo>
                  <a:lnTo>
                    <a:pt x="9162" y="2433"/>
                  </a:lnTo>
                  <a:lnTo>
                    <a:pt x="8725" y="2491"/>
                  </a:lnTo>
                  <a:lnTo>
                    <a:pt x="8302" y="2564"/>
                  </a:lnTo>
                  <a:lnTo>
                    <a:pt x="7895" y="2652"/>
                  </a:lnTo>
                  <a:lnTo>
                    <a:pt x="7487" y="2739"/>
                  </a:lnTo>
                  <a:lnTo>
                    <a:pt x="7079" y="2841"/>
                  </a:lnTo>
                  <a:lnTo>
                    <a:pt x="6700" y="2943"/>
                  </a:lnTo>
                  <a:lnTo>
                    <a:pt x="6307" y="3045"/>
                  </a:lnTo>
                  <a:lnTo>
                    <a:pt x="5943" y="3161"/>
                  </a:lnTo>
                  <a:lnTo>
                    <a:pt x="5564" y="3292"/>
                  </a:lnTo>
                  <a:lnTo>
                    <a:pt x="5215" y="3424"/>
                  </a:lnTo>
                  <a:lnTo>
                    <a:pt x="4865" y="3555"/>
                  </a:lnTo>
                  <a:lnTo>
                    <a:pt x="4516" y="3700"/>
                  </a:lnTo>
                  <a:lnTo>
                    <a:pt x="4195" y="3846"/>
                  </a:lnTo>
                  <a:lnTo>
                    <a:pt x="3860" y="4006"/>
                  </a:lnTo>
                  <a:lnTo>
                    <a:pt x="3554" y="4166"/>
                  </a:lnTo>
                  <a:lnTo>
                    <a:pt x="3249" y="4327"/>
                  </a:lnTo>
                  <a:lnTo>
                    <a:pt x="2957" y="4501"/>
                  </a:lnTo>
                  <a:lnTo>
                    <a:pt x="2666" y="4676"/>
                  </a:lnTo>
                  <a:lnTo>
                    <a:pt x="2389" y="4851"/>
                  </a:lnTo>
                  <a:lnTo>
                    <a:pt x="2127" y="5040"/>
                  </a:lnTo>
                  <a:lnTo>
                    <a:pt x="1865" y="5230"/>
                  </a:lnTo>
                  <a:lnTo>
                    <a:pt x="1617" y="5419"/>
                  </a:lnTo>
                  <a:lnTo>
                    <a:pt x="1384" y="5608"/>
                  </a:lnTo>
                  <a:lnTo>
                    <a:pt x="1151" y="5812"/>
                  </a:lnTo>
                  <a:lnTo>
                    <a:pt x="933" y="6001"/>
                  </a:lnTo>
                  <a:lnTo>
                    <a:pt x="729" y="6205"/>
                  </a:lnTo>
                  <a:lnTo>
                    <a:pt x="525" y="6424"/>
                  </a:lnTo>
                  <a:lnTo>
                    <a:pt x="350" y="6628"/>
                  </a:lnTo>
                  <a:lnTo>
                    <a:pt x="176" y="6832"/>
                  </a:lnTo>
                  <a:lnTo>
                    <a:pt x="1" y="7050"/>
                  </a:lnTo>
                  <a:lnTo>
                    <a:pt x="1" y="14405"/>
                  </a:lnTo>
                  <a:lnTo>
                    <a:pt x="190" y="14915"/>
                  </a:lnTo>
                  <a:lnTo>
                    <a:pt x="379" y="15439"/>
                  </a:lnTo>
                  <a:lnTo>
                    <a:pt x="525" y="15978"/>
                  </a:lnTo>
                  <a:lnTo>
                    <a:pt x="598" y="16240"/>
                  </a:lnTo>
                  <a:lnTo>
                    <a:pt x="642" y="16517"/>
                  </a:lnTo>
                  <a:lnTo>
                    <a:pt x="700" y="16852"/>
                  </a:lnTo>
                  <a:lnTo>
                    <a:pt x="714" y="17201"/>
                  </a:lnTo>
                  <a:lnTo>
                    <a:pt x="714" y="17551"/>
                  </a:lnTo>
                  <a:lnTo>
                    <a:pt x="700" y="17915"/>
                  </a:lnTo>
                  <a:lnTo>
                    <a:pt x="656" y="18265"/>
                  </a:lnTo>
                  <a:lnTo>
                    <a:pt x="598" y="18614"/>
                  </a:lnTo>
                  <a:lnTo>
                    <a:pt x="452" y="19342"/>
                  </a:lnTo>
                  <a:lnTo>
                    <a:pt x="307" y="20056"/>
                  </a:lnTo>
                  <a:lnTo>
                    <a:pt x="161" y="20770"/>
                  </a:lnTo>
                  <a:lnTo>
                    <a:pt x="88" y="21134"/>
                  </a:lnTo>
                  <a:lnTo>
                    <a:pt x="44" y="21483"/>
                  </a:lnTo>
                  <a:lnTo>
                    <a:pt x="15" y="21833"/>
                  </a:lnTo>
                  <a:lnTo>
                    <a:pt x="1" y="22182"/>
                  </a:lnTo>
                  <a:lnTo>
                    <a:pt x="1" y="35931"/>
                  </a:lnTo>
                  <a:lnTo>
                    <a:pt x="171290" y="35931"/>
                  </a:lnTo>
                  <a:lnTo>
                    <a:pt x="171290" y="28445"/>
                  </a:lnTo>
                  <a:lnTo>
                    <a:pt x="171290" y="4734"/>
                  </a:lnTo>
                  <a:lnTo>
                    <a:pt x="171290" y="1705"/>
                  </a:lnTo>
                  <a:lnTo>
                    <a:pt x="171130" y="1545"/>
                  </a:lnTo>
                  <a:lnTo>
                    <a:pt x="170969" y="1399"/>
                  </a:lnTo>
                  <a:lnTo>
                    <a:pt x="170795" y="1254"/>
                  </a:lnTo>
                  <a:lnTo>
                    <a:pt x="170605" y="1108"/>
                  </a:lnTo>
                  <a:lnTo>
                    <a:pt x="170401" y="977"/>
                  </a:lnTo>
                  <a:lnTo>
                    <a:pt x="170198" y="846"/>
                  </a:lnTo>
                  <a:lnTo>
                    <a:pt x="169965" y="729"/>
                  </a:lnTo>
                  <a:lnTo>
                    <a:pt x="169731" y="613"/>
                  </a:lnTo>
                  <a:lnTo>
                    <a:pt x="169484" y="511"/>
                  </a:lnTo>
                  <a:lnTo>
                    <a:pt x="169222" y="423"/>
                  </a:lnTo>
                  <a:lnTo>
                    <a:pt x="168960" y="336"/>
                  </a:lnTo>
                  <a:lnTo>
                    <a:pt x="168668" y="249"/>
                  </a:lnTo>
                  <a:lnTo>
                    <a:pt x="168362" y="190"/>
                  </a:lnTo>
                  <a:lnTo>
                    <a:pt x="168057" y="132"/>
                  </a:lnTo>
                  <a:lnTo>
                    <a:pt x="167722" y="88"/>
                  </a:lnTo>
                  <a:lnTo>
                    <a:pt x="167372" y="45"/>
                  </a:lnTo>
                  <a:lnTo>
                    <a:pt x="166935" y="16"/>
                  </a:lnTo>
                  <a:lnTo>
                    <a:pt x="1665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-191361" y="4899865"/>
              <a:ext cx="9526722" cy="1095087"/>
            </a:xfrm>
            <a:custGeom>
              <a:avLst/>
              <a:gdLst/>
              <a:ahLst/>
              <a:cxnLst/>
              <a:rect l="l" t="t" r="r" b="b"/>
              <a:pathLst>
                <a:path w="171290" h="35931" extrusionOk="0">
                  <a:moveTo>
                    <a:pt x="166513" y="1"/>
                  </a:moveTo>
                  <a:lnTo>
                    <a:pt x="166222" y="16"/>
                  </a:lnTo>
                  <a:lnTo>
                    <a:pt x="165916" y="30"/>
                  </a:lnTo>
                  <a:lnTo>
                    <a:pt x="165624" y="45"/>
                  </a:lnTo>
                  <a:lnTo>
                    <a:pt x="165348" y="74"/>
                  </a:lnTo>
                  <a:lnTo>
                    <a:pt x="164780" y="161"/>
                  </a:lnTo>
                  <a:lnTo>
                    <a:pt x="164226" y="278"/>
                  </a:lnTo>
                  <a:lnTo>
                    <a:pt x="163702" y="423"/>
                  </a:lnTo>
                  <a:lnTo>
                    <a:pt x="163178" y="584"/>
                  </a:lnTo>
                  <a:lnTo>
                    <a:pt x="162668" y="773"/>
                  </a:lnTo>
                  <a:lnTo>
                    <a:pt x="162187" y="977"/>
                  </a:lnTo>
                  <a:lnTo>
                    <a:pt x="161707" y="1195"/>
                  </a:lnTo>
                  <a:lnTo>
                    <a:pt x="161241" y="1414"/>
                  </a:lnTo>
                  <a:lnTo>
                    <a:pt x="160789" y="1661"/>
                  </a:lnTo>
                  <a:lnTo>
                    <a:pt x="160338" y="1909"/>
                  </a:lnTo>
                  <a:lnTo>
                    <a:pt x="159493" y="2419"/>
                  </a:lnTo>
                  <a:lnTo>
                    <a:pt x="158677" y="2914"/>
                  </a:lnTo>
                  <a:lnTo>
                    <a:pt x="157803" y="3438"/>
                  </a:lnTo>
                  <a:lnTo>
                    <a:pt x="156900" y="3933"/>
                  </a:lnTo>
                  <a:lnTo>
                    <a:pt x="155954" y="4429"/>
                  </a:lnTo>
                  <a:lnTo>
                    <a:pt x="154978" y="4895"/>
                  </a:lnTo>
                  <a:lnTo>
                    <a:pt x="153973" y="5361"/>
                  </a:lnTo>
                  <a:lnTo>
                    <a:pt x="152939" y="5798"/>
                  </a:lnTo>
                  <a:lnTo>
                    <a:pt x="151861" y="6220"/>
                  </a:lnTo>
                  <a:lnTo>
                    <a:pt x="150769" y="6628"/>
                  </a:lnTo>
                  <a:lnTo>
                    <a:pt x="149648" y="7006"/>
                  </a:lnTo>
                  <a:lnTo>
                    <a:pt x="148497" y="7385"/>
                  </a:lnTo>
                  <a:lnTo>
                    <a:pt x="147317" y="7720"/>
                  </a:lnTo>
                  <a:lnTo>
                    <a:pt x="146123" y="8055"/>
                  </a:lnTo>
                  <a:lnTo>
                    <a:pt x="144900" y="8361"/>
                  </a:lnTo>
                  <a:lnTo>
                    <a:pt x="143662" y="8652"/>
                  </a:lnTo>
                  <a:lnTo>
                    <a:pt x="142395" y="8914"/>
                  </a:lnTo>
                  <a:lnTo>
                    <a:pt x="141113" y="9162"/>
                  </a:lnTo>
                  <a:lnTo>
                    <a:pt x="139831" y="9380"/>
                  </a:lnTo>
                  <a:lnTo>
                    <a:pt x="138535" y="9570"/>
                  </a:lnTo>
                  <a:lnTo>
                    <a:pt x="137224" y="9744"/>
                  </a:lnTo>
                  <a:lnTo>
                    <a:pt x="135899" y="9890"/>
                  </a:lnTo>
                  <a:lnTo>
                    <a:pt x="134559" y="10007"/>
                  </a:lnTo>
                  <a:lnTo>
                    <a:pt x="133219" y="10079"/>
                  </a:lnTo>
                  <a:lnTo>
                    <a:pt x="131865" y="10138"/>
                  </a:lnTo>
                  <a:lnTo>
                    <a:pt x="131195" y="10152"/>
                  </a:lnTo>
                  <a:lnTo>
                    <a:pt x="129665" y="10152"/>
                  </a:lnTo>
                  <a:lnTo>
                    <a:pt x="128835" y="10123"/>
                  </a:lnTo>
                  <a:lnTo>
                    <a:pt x="127991" y="10094"/>
                  </a:lnTo>
                  <a:lnTo>
                    <a:pt x="127160" y="10036"/>
                  </a:lnTo>
                  <a:lnTo>
                    <a:pt x="126316" y="9963"/>
                  </a:lnTo>
                  <a:lnTo>
                    <a:pt x="125500" y="9890"/>
                  </a:lnTo>
                  <a:lnTo>
                    <a:pt x="124670" y="9788"/>
                  </a:lnTo>
                  <a:lnTo>
                    <a:pt x="123869" y="9672"/>
                  </a:lnTo>
                  <a:lnTo>
                    <a:pt x="122995" y="9511"/>
                  </a:lnTo>
                  <a:lnTo>
                    <a:pt x="122136" y="9351"/>
                  </a:lnTo>
                  <a:lnTo>
                    <a:pt x="121306" y="9176"/>
                  </a:lnTo>
                  <a:lnTo>
                    <a:pt x="120475" y="8973"/>
                  </a:lnTo>
                  <a:lnTo>
                    <a:pt x="119660" y="8769"/>
                  </a:lnTo>
                  <a:lnTo>
                    <a:pt x="118859" y="8550"/>
                  </a:lnTo>
                  <a:lnTo>
                    <a:pt x="118058" y="8332"/>
                  </a:lnTo>
                  <a:lnTo>
                    <a:pt x="117257" y="8099"/>
                  </a:lnTo>
                  <a:lnTo>
                    <a:pt x="115698" y="7618"/>
                  </a:lnTo>
                  <a:lnTo>
                    <a:pt x="114126" y="7123"/>
                  </a:lnTo>
                  <a:lnTo>
                    <a:pt x="112567" y="6642"/>
                  </a:lnTo>
                  <a:lnTo>
                    <a:pt x="110980" y="6176"/>
                  </a:lnTo>
                  <a:lnTo>
                    <a:pt x="109625" y="5798"/>
                  </a:lnTo>
                  <a:lnTo>
                    <a:pt x="108242" y="5463"/>
                  </a:lnTo>
                  <a:lnTo>
                    <a:pt x="106843" y="5128"/>
                  </a:lnTo>
                  <a:lnTo>
                    <a:pt x="105416" y="4836"/>
                  </a:lnTo>
                  <a:lnTo>
                    <a:pt x="103960" y="4560"/>
                  </a:lnTo>
                  <a:lnTo>
                    <a:pt x="102503" y="4312"/>
                  </a:lnTo>
                  <a:lnTo>
                    <a:pt x="101018" y="4079"/>
                  </a:lnTo>
                  <a:lnTo>
                    <a:pt x="99532" y="3875"/>
                  </a:lnTo>
                  <a:lnTo>
                    <a:pt x="98018" y="3686"/>
                  </a:lnTo>
                  <a:lnTo>
                    <a:pt x="96503" y="3526"/>
                  </a:lnTo>
                  <a:lnTo>
                    <a:pt x="94974" y="3394"/>
                  </a:lnTo>
                  <a:lnTo>
                    <a:pt x="93444" y="3292"/>
                  </a:lnTo>
                  <a:lnTo>
                    <a:pt x="91901" y="3205"/>
                  </a:lnTo>
                  <a:lnTo>
                    <a:pt x="90357" y="3147"/>
                  </a:lnTo>
                  <a:lnTo>
                    <a:pt x="88813" y="3103"/>
                  </a:lnTo>
                  <a:lnTo>
                    <a:pt x="87255" y="3089"/>
                  </a:lnTo>
                  <a:lnTo>
                    <a:pt x="85594" y="3103"/>
                  </a:lnTo>
                  <a:lnTo>
                    <a:pt x="83934" y="3147"/>
                  </a:lnTo>
                  <a:lnTo>
                    <a:pt x="82274" y="3220"/>
                  </a:lnTo>
                  <a:lnTo>
                    <a:pt x="80628" y="3322"/>
                  </a:lnTo>
                  <a:lnTo>
                    <a:pt x="78982" y="3453"/>
                  </a:lnTo>
                  <a:lnTo>
                    <a:pt x="77351" y="3613"/>
                  </a:lnTo>
                  <a:lnTo>
                    <a:pt x="75734" y="3788"/>
                  </a:lnTo>
                  <a:lnTo>
                    <a:pt x="74118" y="4006"/>
                  </a:lnTo>
                  <a:lnTo>
                    <a:pt x="72938" y="4181"/>
                  </a:lnTo>
                  <a:lnTo>
                    <a:pt x="71773" y="4385"/>
                  </a:lnTo>
                  <a:lnTo>
                    <a:pt x="70593" y="4589"/>
                  </a:lnTo>
                  <a:lnTo>
                    <a:pt x="69443" y="4793"/>
                  </a:lnTo>
                  <a:lnTo>
                    <a:pt x="67142" y="5244"/>
                  </a:lnTo>
                  <a:lnTo>
                    <a:pt x="64855" y="5725"/>
                  </a:lnTo>
                  <a:lnTo>
                    <a:pt x="62583" y="6205"/>
                  </a:lnTo>
                  <a:lnTo>
                    <a:pt x="60296" y="6671"/>
                  </a:lnTo>
                  <a:lnTo>
                    <a:pt x="57995" y="7137"/>
                  </a:lnTo>
                  <a:lnTo>
                    <a:pt x="56845" y="7341"/>
                  </a:lnTo>
                  <a:lnTo>
                    <a:pt x="55680" y="7560"/>
                  </a:lnTo>
                  <a:lnTo>
                    <a:pt x="54194" y="7793"/>
                  </a:lnTo>
                  <a:lnTo>
                    <a:pt x="52708" y="8026"/>
                  </a:lnTo>
                  <a:lnTo>
                    <a:pt x="51194" y="8215"/>
                  </a:lnTo>
                  <a:lnTo>
                    <a:pt x="49665" y="8390"/>
                  </a:lnTo>
                  <a:lnTo>
                    <a:pt x="48121" y="8521"/>
                  </a:lnTo>
                  <a:lnTo>
                    <a:pt x="47349" y="8579"/>
                  </a:lnTo>
                  <a:lnTo>
                    <a:pt x="46577" y="8623"/>
                  </a:lnTo>
                  <a:lnTo>
                    <a:pt x="45805" y="8667"/>
                  </a:lnTo>
                  <a:lnTo>
                    <a:pt x="45033" y="8696"/>
                  </a:lnTo>
                  <a:lnTo>
                    <a:pt x="44261" y="8710"/>
                  </a:lnTo>
                  <a:lnTo>
                    <a:pt x="42572" y="8710"/>
                  </a:lnTo>
                  <a:lnTo>
                    <a:pt x="41654" y="8681"/>
                  </a:lnTo>
                  <a:lnTo>
                    <a:pt x="40751" y="8638"/>
                  </a:lnTo>
                  <a:lnTo>
                    <a:pt x="39834" y="8579"/>
                  </a:lnTo>
                  <a:lnTo>
                    <a:pt x="38931" y="8492"/>
                  </a:lnTo>
                  <a:lnTo>
                    <a:pt x="38042" y="8390"/>
                  </a:lnTo>
                  <a:lnTo>
                    <a:pt x="37154" y="8273"/>
                  </a:lnTo>
                  <a:lnTo>
                    <a:pt x="36280" y="8128"/>
                  </a:lnTo>
                  <a:lnTo>
                    <a:pt x="35421" y="7968"/>
                  </a:lnTo>
                  <a:lnTo>
                    <a:pt x="34576" y="7793"/>
                  </a:lnTo>
                  <a:lnTo>
                    <a:pt x="33746" y="7604"/>
                  </a:lnTo>
                  <a:lnTo>
                    <a:pt x="32945" y="7385"/>
                  </a:lnTo>
                  <a:lnTo>
                    <a:pt x="32144" y="7167"/>
                  </a:lnTo>
                  <a:lnTo>
                    <a:pt x="31357" y="6934"/>
                  </a:lnTo>
                  <a:lnTo>
                    <a:pt x="30585" y="6686"/>
                  </a:lnTo>
                  <a:lnTo>
                    <a:pt x="29828" y="6438"/>
                  </a:lnTo>
                  <a:lnTo>
                    <a:pt x="28313" y="5914"/>
                  </a:lnTo>
                  <a:lnTo>
                    <a:pt x="26813" y="5375"/>
                  </a:lnTo>
                  <a:lnTo>
                    <a:pt x="25313" y="4851"/>
                  </a:lnTo>
                  <a:lnTo>
                    <a:pt x="23799" y="4327"/>
                  </a:lnTo>
                  <a:lnTo>
                    <a:pt x="23143" y="4123"/>
                  </a:lnTo>
                  <a:lnTo>
                    <a:pt x="22488" y="3904"/>
                  </a:lnTo>
                  <a:lnTo>
                    <a:pt x="21818" y="3715"/>
                  </a:lnTo>
                  <a:lnTo>
                    <a:pt x="21133" y="3511"/>
                  </a:lnTo>
                  <a:lnTo>
                    <a:pt x="20434" y="3336"/>
                  </a:lnTo>
                  <a:lnTo>
                    <a:pt x="19735" y="3161"/>
                  </a:lnTo>
                  <a:lnTo>
                    <a:pt x="19022" y="3001"/>
                  </a:lnTo>
                  <a:lnTo>
                    <a:pt x="18308" y="2841"/>
                  </a:lnTo>
                  <a:lnTo>
                    <a:pt x="17580" y="2710"/>
                  </a:lnTo>
                  <a:lnTo>
                    <a:pt x="16837" y="2579"/>
                  </a:lnTo>
                  <a:lnTo>
                    <a:pt x="16094" y="2477"/>
                  </a:lnTo>
                  <a:lnTo>
                    <a:pt x="15351" y="2390"/>
                  </a:lnTo>
                  <a:lnTo>
                    <a:pt x="14609" y="2317"/>
                  </a:lnTo>
                  <a:lnTo>
                    <a:pt x="13851" y="2258"/>
                  </a:lnTo>
                  <a:lnTo>
                    <a:pt x="13094" y="2229"/>
                  </a:lnTo>
                  <a:lnTo>
                    <a:pt x="12337" y="2215"/>
                  </a:lnTo>
                  <a:lnTo>
                    <a:pt x="11769" y="2229"/>
                  </a:lnTo>
                  <a:lnTo>
                    <a:pt x="11186" y="2244"/>
                  </a:lnTo>
                  <a:lnTo>
                    <a:pt x="10618" y="2273"/>
                  </a:lnTo>
                  <a:lnTo>
                    <a:pt x="10035" y="2331"/>
                  </a:lnTo>
                  <a:lnTo>
                    <a:pt x="9599" y="2375"/>
                  </a:lnTo>
                  <a:lnTo>
                    <a:pt x="9162" y="2433"/>
                  </a:lnTo>
                  <a:lnTo>
                    <a:pt x="8725" y="2491"/>
                  </a:lnTo>
                  <a:lnTo>
                    <a:pt x="8302" y="2564"/>
                  </a:lnTo>
                  <a:lnTo>
                    <a:pt x="7895" y="2652"/>
                  </a:lnTo>
                  <a:lnTo>
                    <a:pt x="7487" y="2739"/>
                  </a:lnTo>
                  <a:lnTo>
                    <a:pt x="7079" y="2841"/>
                  </a:lnTo>
                  <a:lnTo>
                    <a:pt x="6700" y="2943"/>
                  </a:lnTo>
                  <a:lnTo>
                    <a:pt x="6307" y="3045"/>
                  </a:lnTo>
                  <a:lnTo>
                    <a:pt x="5943" y="3161"/>
                  </a:lnTo>
                  <a:lnTo>
                    <a:pt x="5564" y="3292"/>
                  </a:lnTo>
                  <a:lnTo>
                    <a:pt x="5215" y="3424"/>
                  </a:lnTo>
                  <a:lnTo>
                    <a:pt x="4865" y="3555"/>
                  </a:lnTo>
                  <a:lnTo>
                    <a:pt x="4516" y="3700"/>
                  </a:lnTo>
                  <a:lnTo>
                    <a:pt x="4195" y="3846"/>
                  </a:lnTo>
                  <a:lnTo>
                    <a:pt x="3860" y="4006"/>
                  </a:lnTo>
                  <a:lnTo>
                    <a:pt x="3554" y="4166"/>
                  </a:lnTo>
                  <a:lnTo>
                    <a:pt x="3249" y="4327"/>
                  </a:lnTo>
                  <a:lnTo>
                    <a:pt x="2957" y="4501"/>
                  </a:lnTo>
                  <a:lnTo>
                    <a:pt x="2666" y="4676"/>
                  </a:lnTo>
                  <a:lnTo>
                    <a:pt x="2389" y="4851"/>
                  </a:lnTo>
                  <a:lnTo>
                    <a:pt x="2127" y="5040"/>
                  </a:lnTo>
                  <a:lnTo>
                    <a:pt x="1865" y="5230"/>
                  </a:lnTo>
                  <a:lnTo>
                    <a:pt x="1617" y="5419"/>
                  </a:lnTo>
                  <a:lnTo>
                    <a:pt x="1384" y="5608"/>
                  </a:lnTo>
                  <a:lnTo>
                    <a:pt x="1151" y="5812"/>
                  </a:lnTo>
                  <a:lnTo>
                    <a:pt x="933" y="6001"/>
                  </a:lnTo>
                  <a:lnTo>
                    <a:pt x="729" y="6205"/>
                  </a:lnTo>
                  <a:lnTo>
                    <a:pt x="525" y="6424"/>
                  </a:lnTo>
                  <a:lnTo>
                    <a:pt x="350" y="6628"/>
                  </a:lnTo>
                  <a:lnTo>
                    <a:pt x="176" y="6832"/>
                  </a:lnTo>
                  <a:lnTo>
                    <a:pt x="1" y="7050"/>
                  </a:lnTo>
                  <a:lnTo>
                    <a:pt x="1" y="14405"/>
                  </a:lnTo>
                  <a:lnTo>
                    <a:pt x="190" y="14915"/>
                  </a:lnTo>
                  <a:lnTo>
                    <a:pt x="379" y="15439"/>
                  </a:lnTo>
                  <a:lnTo>
                    <a:pt x="525" y="15978"/>
                  </a:lnTo>
                  <a:lnTo>
                    <a:pt x="598" y="16240"/>
                  </a:lnTo>
                  <a:lnTo>
                    <a:pt x="642" y="16517"/>
                  </a:lnTo>
                  <a:lnTo>
                    <a:pt x="700" y="16852"/>
                  </a:lnTo>
                  <a:lnTo>
                    <a:pt x="714" y="17201"/>
                  </a:lnTo>
                  <a:lnTo>
                    <a:pt x="714" y="17551"/>
                  </a:lnTo>
                  <a:lnTo>
                    <a:pt x="700" y="17915"/>
                  </a:lnTo>
                  <a:lnTo>
                    <a:pt x="656" y="18265"/>
                  </a:lnTo>
                  <a:lnTo>
                    <a:pt x="598" y="18614"/>
                  </a:lnTo>
                  <a:lnTo>
                    <a:pt x="452" y="19342"/>
                  </a:lnTo>
                  <a:lnTo>
                    <a:pt x="307" y="20056"/>
                  </a:lnTo>
                  <a:lnTo>
                    <a:pt x="161" y="20770"/>
                  </a:lnTo>
                  <a:lnTo>
                    <a:pt x="88" y="21134"/>
                  </a:lnTo>
                  <a:lnTo>
                    <a:pt x="44" y="21483"/>
                  </a:lnTo>
                  <a:lnTo>
                    <a:pt x="15" y="21833"/>
                  </a:lnTo>
                  <a:lnTo>
                    <a:pt x="1" y="22182"/>
                  </a:lnTo>
                  <a:lnTo>
                    <a:pt x="1" y="35931"/>
                  </a:lnTo>
                  <a:lnTo>
                    <a:pt x="171290" y="35931"/>
                  </a:lnTo>
                  <a:lnTo>
                    <a:pt x="171290" y="28445"/>
                  </a:lnTo>
                  <a:lnTo>
                    <a:pt x="171290" y="4734"/>
                  </a:lnTo>
                  <a:lnTo>
                    <a:pt x="171290" y="1705"/>
                  </a:lnTo>
                  <a:lnTo>
                    <a:pt x="171130" y="1545"/>
                  </a:lnTo>
                  <a:lnTo>
                    <a:pt x="170969" y="1399"/>
                  </a:lnTo>
                  <a:lnTo>
                    <a:pt x="170795" y="1254"/>
                  </a:lnTo>
                  <a:lnTo>
                    <a:pt x="170605" y="1108"/>
                  </a:lnTo>
                  <a:lnTo>
                    <a:pt x="170401" y="977"/>
                  </a:lnTo>
                  <a:lnTo>
                    <a:pt x="170198" y="846"/>
                  </a:lnTo>
                  <a:lnTo>
                    <a:pt x="169965" y="729"/>
                  </a:lnTo>
                  <a:lnTo>
                    <a:pt x="169731" y="613"/>
                  </a:lnTo>
                  <a:lnTo>
                    <a:pt x="169484" y="511"/>
                  </a:lnTo>
                  <a:lnTo>
                    <a:pt x="169222" y="423"/>
                  </a:lnTo>
                  <a:lnTo>
                    <a:pt x="168960" y="336"/>
                  </a:lnTo>
                  <a:lnTo>
                    <a:pt x="168668" y="249"/>
                  </a:lnTo>
                  <a:lnTo>
                    <a:pt x="168362" y="190"/>
                  </a:lnTo>
                  <a:lnTo>
                    <a:pt x="168057" y="132"/>
                  </a:lnTo>
                  <a:lnTo>
                    <a:pt x="167722" y="88"/>
                  </a:lnTo>
                  <a:lnTo>
                    <a:pt x="167372" y="45"/>
                  </a:lnTo>
                  <a:lnTo>
                    <a:pt x="166935" y="16"/>
                  </a:lnTo>
                  <a:lnTo>
                    <a:pt x="166513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1458150" y="2933675"/>
            <a:ext cx="62277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subTitle" idx="1"/>
          </p:nvPr>
        </p:nvSpPr>
        <p:spPr>
          <a:xfrm>
            <a:off x="1458150" y="1661125"/>
            <a:ext cx="6227700" cy="127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14"/>
          <p:cNvSpPr/>
          <p:nvPr/>
        </p:nvSpPr>
        <p:spPr>
          <a:xfrm flipH="1"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"/>
          <p:cNvSpPr/>
          <p:nvPr/>
        </p:nvSpPr>
        <p:spPr>
          <a:xfrm flipH="1"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4"/>
          <p:cNvSpPr/>
          <p:nvPr/>
        </p:nvSpPr>
        <p:spPr>
          <a:xfrm rot="-5400000" flipH="1">
            <a:off x="7578648" y="275432"/>
            <a:ext cx="1840805" cy="1289918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" name="Google Shape;158;p14"/>
          <p:cNvGrpSpPr/>
          <p:nvPr/>
        </p:nvGrpSpPr>
        <p:grpSpPr>
          <a:xfrm rot="1643791">
            <a:off x="8253736" y="3973800"/>
            <a:ext cx="829810" cy="659800"/>
            <a:chOff x="7917675" y="-1178675"/>
            <a:chExt cx="547275" cy="435150"/>
          </a:xfrm>
        </p:grpSpPr>
        <p:sp>
          <p:nvSpPr>
            <p:cNvPr id="159" name="Google Shape;159;p14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14"/>
          <p:cNvSpPr/>
          <p:nvPr/>
        </p:nvSpPr>
        <p:spPr>
          <a:xfrm>
            <a:off x="10175" y="4467975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 rot="5400000">
            <a:off x="-275452" y="275432"/>
            <a:ext cx="1840805" cy="1289918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5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5"/>
          <p:cNvGrpSpPr/>
          <p:nvPr/>
        </p:nvGrpSpPr>
        <p:grpSpPr>
          <a:xfrm rot="-3572504" flipH="1">
            <a:off x="-60306" y="3897595"/>
            <a:ext cx="829802" cy="659793"/>
            <a:chOff x="7917675" y="-1178675"/>
            <a:chExt cx="547275" cy="435150"/>
          </a:xfrm>
        </p:grpSpPr>
        <p:sp>
          <p:nvSpPr>
            <p:cNvPr id="169" name="Google Shape;169;p15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/>
          <p:nvPr/>
        </p:nvSpPr>
        <p:spPr>
          <a:xfrm rot="10800000" flipH="1">
            <a:off x="-779325" y="9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 rot="1643791">
            <a:off x="8302436" y="205099"/>
            <a:ext cx="829810" cy="659800"/>
            <a:chOff x="7917675" y="-1178675"/>
            <a:chExt cx="547275" cy="435150"/>
          </a:xfrm>
        </p:grpSpPr>
        <p:sp>
          <p:nvSpPr>
            <p:cNvPr id="173" name="Google Shape;173;p15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15"/>
          <p:cNvSpPr/>
          <p:nvPr/>
        </p:nvSpPr>
        <p:spPr>
          <a:xfrm rot="-4311079">
            <a:off x="6657870" y="4355808"/>
            <a:ext cx="4581884" cy="1928799"/>
          </a:xfrm>
          <a:custGeom>
            <a:avLst/>
            <a:gdLst/>
            <a:ahLst/>
            <a:cxnLst/>
            <a:rect l="l" t="t" r="r" b="b"/>
            <a:pathLst>
              <a:path w="183266" h="77148" extrusionOk="0">
                <a:moveTo>
                  <a:pt x="13142" y="0"/>
                </a:moveTo>
                <a:lnTo>
                  <a:pt x="12554" y="21"/>
                </a:lnTo>
                <a:lnTo>
                  <a:pt x="11987" y="42"/>
                </a:lnTo>
                <a:lnTo>
                  <a:pt x="11420" y="84"/>
                </a:lnTo>
                <a:lnTo>
                  <a:pt x="10854" y="168"/>
                </a:lnTo>
                <a:lnTo>
                  <a:pt x="10308" y="252"/>
                </a:lnTo>
                <a:lnTo>
                  <a:pt x="9762" y="357"/>
                </a:lnTo>
                <a:lnTo>
                  <a:pt x="9216" y="462"/>
                </a:lnTo>
                <a:lnTo>
                  <a:pt x="8691" y="609"/>
                </a:lnTo>
                <a:lnTo>
                  <a:pt x="8187" y="756"/>
                </a:lnTo>
                <a:lnTo>
                  <a:pt x="7684" y="924"/>
                </a:lnTo>
                <a:lnTo>
                  <a:pt x="7201" y="1113"/>
                </a:lnTo>
                <a:lnTo>
                  <a:pt x="6718" y="1302"/>
                </a:lnTo>
                <a:lnTo>
                  <a:pt x="6256" y="1511"/>
                </a:lnTo>
                <a:lnTo>
                  <a:pt x="5794" y="1742"/>
                </a:lnTo>
                <a:lnTo>
                  <a:pt x="5354" y="1994"/>
                </a:lnTo>
                <a:lnTo>
                  <a:pt x="4934" y="2246"/>
                </a:lnTo>
                <a:lnTo>
                  <a:pt x="4535" y="2519"/>
                </a:lnTo>
                <a:lnTo>
                  <a:pt x="4136" y="2792"/>
                </a:lnTo>
                <a:lnTo>
                  <a:pt x="3758" y="3086"/>
                </a:lnTo>
                <a:lnTo>
                  <a:pt x="3380" y="3401"/>
                </a:lnTo>
                <a:lnTo>
                  <a:pt x="3044" y="3716"/>
                </a:lnTo>
                <a:lnTo>
                  <a:pt x="2708" y="4052"/>
                </a:lnTo>
                <a:lnTo>
                  <a:pt x="2394" y="4408"/>
                </a:lnTo>
                <a:lnTo>
                  <a:pt x="2100" y="4744"/>
                </a:lnTo>
                <a:lnTo>
                  <a:pt x="1806" y="5122"/>
                </a:lnTo>
                <a:lnTo>
                  <a:pt x="1554" y="5500"/>
                </a:lnTo>
                <a:lnTo>
                  <a:pt x="1302" y="5878"/>
                </a:lnTo>
                <a:lnTo>
                  <a:pt x="1092" y="6277"/>
                </a:lnTo>
                <a:lnTo>
                  <a:pt x="882" y="6697"/>
                </a:lnTo>
                <a:lnTo>
                  <a:pt x="693" y="7116"/>
                </a:lnTo>
                <a:lnTo>
                  <a:pt x="525" y="7536"/>
                </a:lnTo>
                <a:lnTo>
                  <a:pt x="378" y="7977"/>
                </a:lnTo>
                <a:lnTo>
                  <a:pt x="273" y="8418"/>
                </a:lnTo>
                <a:lnTo>
                  <a:pt x="168" y="8859"/>
                </a:lnTo>
                <a:lnTo>
                  <a:pt x="84" y="9321"/>
                </a:lnTo>
                <a:lnTo>
                  <a:pt x="42" y="9782"/>
                </a:lnTo>
                <a:lnTo>
                  <a:pt x="0" y="10265"/>
                </a:lnTo>
                <a:lnTo>
                  <a:pt x="0" y="10727"/>
                </a:lnTo>
                <a:lnTo>
                  <a:pt x="21" y="11210"/>
                </a:lnTo>
                <a:lnTo>
                  <a:pt x="63" y="11714"/>
                </a:lnTo>
                <a:lnTo>
                  <a:pt x="126" y="12218"/>
                </a:lnTo>
                <a:lnTo>
                  <a:pt x="210" y="12700"/>
                </a:lnTo>
                <a:lnTo>
                  <a:pt x="336" y="13225"/>
                </a:lnTo>
                <a:lnTo>
                  <a:pt x="483" y="13729"/>
                </a:lnTo>
                <a:lnTo>
                  <a:pt x="651" y="14254"/>
                </a:lnTo>
                <a:lnTo>
                  <a:pt x="840" y="14758"/>
                </a:lnTo>
                <a:lnTo>
                  <a:pt x="1071" y="15283"/>
                </a:lnTo>
                <a:lnTo>
                  <a:pt x="1323" y="15807"/>
                </a:lnTo>
                <a:lnTo>
                  <a:pt x="1596" y="16353"/>
                </a:lnTo>
                <a:lnTo>
                  <a:pt x="1911" y="16878"/>
                </a:lnTo>
                <a:lnTo>
                  <a:pt x="2247" y="17424"/>
                </a:lnTo>
                <a:lnTo>
                  <a:pt x="2624" y="17949"/>
                </a:lnTo>
                <a:lnTo>
                  <a:pt x="3023" y="18494"/>
                </a:lnTo>
                <a:lnTo>
                  <a:pt x="3443" y="19019"/>
                </a:lnTo>
                <a:lnTo>
                  <a:pt x="3905" y="19565"/>
                </a:lnTo>
                <a:lnTo>
                  <a:pt x="4409" y="20111"/>
                </a:lnTo>
                <a:lnTo>
                  <a:pt x="5626" y="21181"/>
                </a:lnTo>
                <a:lnTo>
                  <a:pt x="6823" y="22147"/>
                </a:lnTo>
                <a:lnTo>
                  <a:pt x="7999" y="23050"/>
                </a:lnTo>
                <a:lnTo>
                  <a:pt x="9132" y="23868"/>
                </a:lnTo>
                <a:lnTo>
                  <a:pt x="10224" y="24624"/>
                </a:lnTo>
                <a:lnTo>
                  <a:pt x="11315" y="25338"/>
                </a:lnTo>
                <a:lnTo>
                  <a:pt x="12365" y="25989"/>
                </a:lnTo>
                <a:lnTo>
                  <a:pt x="13394" y="26597"/>
                </a:lnTo>
                <a:lnTo>
                  <a:pt x="15367" y="27752"/>
                </a:lnTo>
                <a:lnTo>
                  <a:pt x="17235" y="28802"/>
                </a:lnTo>
                <a:lnTo>
                  <a:pt x="18138" y="29326"/>
                </a:lnTo>
                <a:lnTo>
                  <a:pt x="19020" y="29851"/>
                </a:lnTo>
                <a:lnTo>
                  <a:pt x="19880" y="30397"/>
                </a:lnTo>
                <a:lnTo>
                  <a:pt x="20720" y="30943"/>
                </a:lnTo>
                <a:lnTo>
                  <a:pt x="21518" y="31531"/>
                </a:lnTo>
                <a:lnTo>
                  <a:pt x="22315" y="32160"/>
                </a:lnTo>
                <a:lnTo>
                  <a:pt x="23092" y="32811"/>
                </a:lnTo>
                <a:lnTo>
                  <a:pt x="23470" y="33147"/>
                </a:lnTo>
                <a:lnTo>
                  <a:pt x="23848" y="33525"/>
                </a:lnTo>
                <a:lnTo>
                  <a:pt x="24226" y="33882"/>
                </a:lnTo>
                <a:lnTo>
                  <a:pt x="24583" y="34281"/>
                </a:lnTo>
                <a:lnTo>
                  <a:pt x="24940" y="34680"/>
                </a:lnTo>
                <a:lnTo>
                  <a:pt x="25296" y="35099"/>
                </a:lnTo>
                <a:lnTo>
                  <a:pt x="25653" y="35540"/>
                </a:lnTo>
                <a:lnTo>
                  <a:pt x="26010" y="36002"/>
                </a:lnTo>
                <a:lnTo>
                  <a:pt x="26346" y="36485"/>
                </a:lnTo>
                <a:lnTo>
                  <a:pt x="26703" y="36968"/>
                </a:lnTo>
                <a:lnTo>
                  <a:pt x="27039" y="37493"/>
                </a:lnTo>
                <a:lnTo>
                  <a:pt x="27354" y="38038"/>
                </a:lnTo>
                <a:lnTo>
                  <a:pt x="27690" y="38605"/>
                </a:lnTo>
                <a:lnTo>
                  <a:pt x="28025" y="39193"/>
                </a:lnTo>
                <a:lnTo>
                  <a:pt x="28340" y="39802"/>
                </a:lnTo>
                <a:lnTo>
                  <a:pt x="28655" y="40452"/>
                </a:lnTo>
                <a:lnTo>
                  <a:pt x="28970" y="41124"/>
                </a:lnTo>
                <a:lnTo>
                  <a:pt x="29285" y="41817"/>
                </a:lnTo>
                <a:lnTo>
                  <a:pt x="29600" y="42531"/>
                </a:lnTo>
                <a:lnTo>
                  <a:pt x="29894" y="43286"/>
                </a:lnTo>
                <a:lnTo>
                  <a:pt x="30188" y="44084"/>
                </a:lnTo>
                <a:lnTo>
                  <a:pt x="30503" y="44903"/>
                </a:lnTo>
                <a:lnTo>
                  <a:pt x="30796" y="45743"/>
                </a:lnTo>
                <a:lnTo>
                  <a:pt x="31090" y="46624"/>
                </a:lnTo>
                <a:lnTo>
                  <a:pt x="31363" y="47548"/>
                </a:lnTo>
                <a:lnTo>
                  <a:pt x="31657" y="48514"/>
                </a:lnTo>
                <a:lnTo>
                  <a:pt x="31909" y="49269"/>
                </a:lnTo>
                <a:lnTo>
                  <a:pt x="32182" y="50025"/>
                </a:lnTo>
                <a:lnTo>
                  <a:pt x="32476" y="50760"/>
                </a:lnTo>
                <a:lnTo>
                  <a:pt x="32791" y="51495"/>
                </a:lnTo>
                <a:lnTo>
                  <a:pt x="33148" y="52208"/>
                </a:lnTo>
                <a:lnTo>
                  <a:pt x="33525" y="52901"/>
                </a:lnTo>
                <a:lnTo>
                  <a:pt x="33903" y="53573"/>
                </a:lnTo>
                <a:lnTo>
                  <a:pt x="34323" y="54224"/>
                </a:lnTo>
                <a:lnTo>
                  <a:pt x="34764" y="54874"/>
                </a:lnTo>
                <a:lnTo>
                  <a:pt x="35226" y="55483"/>
                </a:lnTo>
                <a:lnTo>
                  <a:pt x="35709" y="56071"/>
                </a:lnTo>
                <a:lnTo>
                  <a:pt x="36212" y="56659"/>
                </a:lnTo>
                <a:lnTo>
                  <a:pt x="36758" y="57204"/>
                </a:lnTo>
                <a:lnTo>
                  <a:pt x="37304" y="57729"/>
                </a:lnTo>
                <a:lnTo>
                  <a:pt x="37871" y="58233"/>
                </a:lnTo>
                <a:lnTo>
                  <a:pt x="38438" y="58716"/>
                </a:lnTo>
                <a:lnTo>
                  <a:pt x="39046" y="59157"/>
                </a:lnTo>
                <a:lnTo>
                  <a:pt x="39676" y="59577"/>
                </a:lnTo>
                <a:lnTo>
                  <a:pt x="40306" y="59975"/>
                </a:lnTo>
                <a:lnTo>
                  <a:pt x="40978" y="60332"/>
                </a:lnTo>
                <a:lnTo>
                  <a:pt x="41650" y="60668"/>
                </a:lnTo>
                <a:lnTo>
                  <a:pt x="42342" y="60983"/>
                </a:lnTo>
                <a:lnTo>
                  <a:pt x="43056" y="61256"/>
                </a:lnTo>
                <a:lnTo>
                  <a:pt x="43770" y="61487"/>
                </a:lnTo>
                <a:lnTo>
                  <a:pt x="44505" y="61697"/>
                </a:lnTo>
                <a:lnTo>
                  <a:pt x="45260" y="61865"/>
                </a:lnTo>
                <a:lnTo>
                  <a:pt x="46037" y="62012"/>
                </a:lnTo>
                <a:lnTo>
                  <a:pt x="46814" y="62117"/>
                </a:lnTo>
                <a:lnTo>
                  <a:pt x="47611" y="62180"/>
                </a:lnTo>
                <a:lnTo>
                  <a:pt x="48409" y="62201"/>
                </a:lnTo>
                <a:lnTo>
                  <a:pt x="49228" y="62201"/>
                </a:lnTo>
                <a:lnTo>
                  <a:pt x="50068" y="62138"/>
                </a:lnTo>
                <a:lnTo>
                  <a:pt x="50592" y="62138"/>
                </a:lnTo>
                <a:lnTo>
                  <a:pt x="51117" y="62117"/>
                </a:lnTo>
                <a:lnTo>
                  <a:pt x="51621" y="62096"/>
                </a:lnTo>
                <a:lnTo>
                  <a:pt x="52146" y="62054"/>
                </a:lnTo>
                <a:lnTo>
                  <a:pt x="52650" y="61991"/>
                </a:lnTo>
                <a:lnTo>
                  <a:pt x="53174" y="61907"/>
                </a:lnTo>
                <a:lnTo>
                  <a:pt x="54182" y="61739"/>
                </a:lnTo>
                <a:lnTo>
                  <a:pt x="55169" y="61529"/>
                </a:lnTo>
                <a:lnTo>
                  <a:pt x="56155" y="61256"/>
                </a:lnTo>
                <a:lnTo>
                  <a:pt x="57142" y="60962"/>
                </a:lnTo>
                <a:lnTo>
                  <a:pt x="58108" y="60647"/>
                </a:lnTo>
                <a:lnTo>
                  <a:pt x="59073" y="60290"/>
                </a:lnTo>
                <a:lnTo>
                  <a:pt x="60018" y="59912"/>
                </a:lnTo>
                <a:lnTo>
                  <a:pt x="60963" y="59514"/>
                </a:lnTo>
                <a:lnTo>
                  <a:pt x="61907" y="59094"/>
                </a:lnTo>
                <a:lnTo>
                  <a:pt x="63797" y="58233"/>
                </a:lnTo>
                <a:lnTo>
                  <a:pt x="65665" y="57351"/>
                </a:lnTo>
                <a:lnTo>
                  <a:pt x="67533" y="56470"/>
                </a:lnTo>
                <a:lnTo>
                  <a:pt x="68478" y="56050"/>
                </a:lnTo>
                <a:lnTo>
                  <a:pt x="69423" y="55651"/>
                </a:lnTo>
                <a:lnTo>
                  <a:pt x="70367" y="55273"/>
                </a:lnTo>
                <a:lnTo>
                  <a:pt x="71312" y="54916"/>
                </a:lnTo>
                <a:lnTo>
                  <a:pt x="72278" y="54580"/>
                </a:lnTo>
                <a:lnTo>
                  <a:pt x="73243" y="54266"/>
                </a:lnTo>
                <a:lnTo>
                  <a:pt x="74209" y="53993"/>
                </a:lnTo>
                <a:lnTo>
                  <a:pt x="75196" y="53762"/>
                </a:lnTo>
                <a:lnTo>
                  <a:pt x="76182" y="53573"/>
                </a:lnTo>
                <a:lnTo>
                  <a:pt x="77190" y="53447"/>
                </a:lnTo>
                <a:lnTo>
                  <a:pt x="77694" y="53384"/>
                </a:lnTo>
                <a:lnTo>
                  <a:pt x="78219" y="53342"/>
                </a:lnTo>
                <a:lnTo>
                  <a:pt x="78722" y="53321"/>
                </a:lnTo>
                <a:lnTo>
                  <a:pt x="79247" y="53300"/>
                </a:lnTo>
                <a:lnTo>
                  <a:pt x="79751" y="53300"/>
                </a:lnTo>
                <a:lnTo>
                  <a:pt x="80276" y="53321"/>
                </a:lnTo>
                <a:lnTo>
                  <a:pt x="80822" y="53363"/>
                </a:lnTo>
                <a:lnTo>
                  <a:pt x="81346" y="53405"/>
                </a:lnTo>
                <a:lnTo>
                  <a:pt x="81892" y="53489"/>
                </a:lnTo>
                <a:lnTo>
                  <a:pt x="82438" y="53573"/>
                </a:lnTo>
                <a:lnTo>
                  <a:pt x="82963" y="53678"/>
                </a:lnTo>
                <a:lnTo>
                  <a:pt x="83488" y="53783"/>
                </a:lnTo>
                <a:lnTo>
                  <a:pt x="84012" y="53930"/>
                </a:lnTo>
                <a:lnTo>
                  <a:pt x="84516" y="54077"/>
                </a:lnTo>
                <a:lnTo>
                  <a:pt x="85041" y="54224"/>
                </a:lnTo>
                <a:lnTo>
                  <a:pt x="85545" y="54412"/>
                </a:lnTo>
                <a:lnTo>
                  <a:pt x="86028" y="54601"/>
                </a:lnTo>
                <a:lnTo>
                  <a:pt x="86511" y="54790"/>
                </a:lnTo>
                <a:lnTo>
                  <a:pt x="87476" y="55231"/>
                </a:lnTo>
                <a:lnTo>
                  <a:pt x="88421" y="55693"/>
                </a:lnTo>
                <a:lnTo>
                  <a:pt x="89345" y="56218"/>
                </a:lnTo>
                <a:lnTo>
                  <a:pt x="90268" y="56764"/>
                </a:lnTo>
                <a:lnTo>
                  <a:pt x="91171" y="57330"/>
                </a:lnTo>
                <a:lnTo>
                  <a:pt x="92053" y="57939"/>
                </a:lnTo>
                <a:lnTo>
                  <a:pt x="92934" y="58569"/>
                </a:lnTo>
                <a:lnTo>
                  <a:pt x="93795" y="59220"/>
                </a:lnTo>
                <a:lnTo>
                  <a:pt x="94656" y="59871"/>
                </a:lnTo>
                <a:lnTo>
                  <a:pt x="96356" y="61214"/>
                </a:lnTo>
                <a:lnTo>
                  <a:pt x="98077" y="62558"/>
                </a:lnTo>
                <a:lnTo>
                  <a:pt x="98938" y="63229"/>
                </a:lnTo>
                <a:lnTo>
                  <a:pt x="99799" y="63880"/>
                </a:lnTo>
                <a:lnTo>
                  <a:pt x="100659" y="64531"/>
                </a:lnTo>
                <a:lnTo>
                  <a:pt x="101541" y="65140"/>
                </a:lnTo>
                <a:lnTo>
                  <a:pt x="102444" y="65748"/>
                </a:lnTo>
                <a:lnTo>
                  <a:pt x="103347" y="66315"/>
                </a:lnTo>
                <a:lnTo>
                  <a:pt x="104249" y="66861"/>
                </a:lnTo>
                <a:lnTo>
                  <a:pt x="105194" y="67365"/>
                </a:lnTo>
                <a:lnTo>
                  <a:pt x="106139" y="67827"/>
                </a:lnTo>
                <a:lnTo>
                  <a:pt x="106621" y="68058"/>
                </a:lnTo>
                <a:lnTo>
                  <a:pt x="107104" y="68267"/>
                </a:lnTo>
                <a:lnTo>
                  <a:pt x="107587" y="68456"/>
                </a:lnTo>
                <a:lnTo>
                  <a:pt x="108091" y="68645"/>
                </a:lnTo>
                <a:lnTo>
                  <a:pt x="108595" y="68813"/>
                </a:lnTo>
                <a:lnTo>
                  <a:pt x="109119" y="68960"/>
                </a:lnTo>
                <a:lnTo>
                  <a:pt x="109623" y="69107"/>
                </a:lnTo>
                <a:lnTo>
                  <a:pt x="110148" y="69233"/>
                </a:lnTo>
                <a:lnTo>
                  <a:pt x="110673" y="69338"/>
                </a:lnTo>
                <a:lnTo>
                  <a:pt x="111219" y="69443"/>
                </a:lnTo>
                <a:lnTo>
                  <a:pt x="111639" y="69506"/>
                </a:lnTo>
                <a:lnTo>
                  <a:pt x="112058" y="69548"/>
                </a:lnTo>
                <a:lnTo>
                  <a:pt x="112856" y="69611"/>
                </a:lnTo>
                <a:lnTo>
                  <a:pt x="113675" y="69632"/>
                </a:lnTo>
                <a:lnTo>
                  <a:pt x="114473" y="69611"/>
                </a:lnTo>
                <a:lnTo>
                  <a:pt x="115270" y="69527"/>
                </a:lnTo>
                <a:lnTo>
                  <a:pt x="116047" y="69422"/>
                </a:lnTo>
                <a:lnTo>
                  <a:pt x="116824" y="69254"/>
                </a:lnTo>
                <a:lnTo>
                  <a:pt x="117579" y="69086"/>
                </a:lnTo>
                <a:lnTo>
                  <a:pt x="118356" y="68876"/>
                </a:lnTo>
                <a:lnTo>
                  <a:pt x="119112" y="68624"/>
                </a:lnTo>
                <a:lnTo>
                  <a:pt x="119868" y="68372"/>
                </a:lnTo>
                <a:lnTo>
                  <a:pt x="120602" y="68079"/>
                </a:lnTo>
                <a:lnTo>
                  <a:pt x="121358" y="67785"/>
                </a:lnTo>
                <a:lnTo>
                  <a:pt x="122093" y="67470"/>
                </a:lnTo>
                <a:lnTo>
                  <a:pt x="123583" y="66819"/>
                </a:lnTo>
                <a:lnTo>
                  <a:pt x="125053" y="66147"/>
                </a:lnTo>
                <a:lnTo>
                  <a:pt x="126543" y="65475"/>
                </a:lnTo>
                <a:lnTo>
                  <a:pt x="128034" y="64846"/>
                </a:lnTo>
                <a:lnTo>
                  <a:pt x="128768" y="64552"/>
                </a:lnTo>
                <a:lnTo>
                  <a:pt x="129524" y="64258"/>
                </a:lnTo>
                <a:lnTo>
                  <a:pt x="130280" y="64006"/>
                </a:lnTo>
                <a:lnTo>
                  <a:pt x="131036" y="63775"/>
                </a:lnTo>
                <a:lnTo>
                  <a:pt x="131812" y="63565"/>
                </a:lnTo>
                <a:lnTo>
                  <a:pt x="132589" y="63397"/>
                </a:lnTo>
                <a:lnTo>
                  <a:pt x="133366" y="63250"/>
                </a:lnTo>
                <a:lnTo>
                  <a:pt x="134164" y="63145"/>
                </a:lnTo>
                <a:lnTo>
                  <a:pt x="134961" y="63082"/>
                </a:lnTo>
                <a:lnTo>
                  <a:pt x="135759" y="63061"/>
                </a:lnTo>
                <a:lnTo>
                  <a:pt x="136200" y="63082"/>
                </a:lnTo>
                <a:lnTo>
                  <a:pt x="136620" y="63124"/>
                </a:lnTo>
                <a:lnTo>
                  <a:pt x="137019" y="63187"/>
                </a:lnTo>
                <a:lnTo>
                  <a:pt x="137438" y="63250"/>
                </a:lnTo>
                <a:lnTo>
                  <a:pt x="137837" y="63334"/>
                </a:lnTo>
                <a:lnTo>
                  <a:pt x="138215" y="63439"/>
                </a:lnTo>
                <a:lnTo>
                  <a:pt x="138614" y="63544"/>
                </a:lnTo>
                <a:lnTo>
                  <a:pt x="138971" y="63670"/>
                </a:lnTo>
                <a:lnTo>
                  <a:pt x="139349" y="63796"/>
                </a:lnTo>
                <a:lnTo>
                  <a:pt x="139706" y="63943"/>
                </a:lnTo>
                <a:lnTo>
                  <a:pt x="140419" y="64279"/>
                </a:lnTo>
                <a:lnTo>
                  <a:pt x="141112" y="64636"/>
                </a:lnTo>
                <a:lnTo>
                  <a:pt x="141784" y="65035"/>
                </a:lnTo>
                <a:lnTo>
                  <a:pt x="142435" y="65475"/>
                </a:lnTo>
                <a:lnTo>
                  <a:pt x="143064" y="65937"/>
                </a:lnTo>
                <a:lnTo>
                  <a:pt x="143673" y="66441"/>
                </a:lnTo>
                <a:lnTo>
                  <a:pt x="144282" y="66945"/>
                </a:lnTo>
                <a:lnTo>
                  <a:pt x="144891" y="67491"/>
                </a:lnTo>
                <a:lnTo>
                  <a:pt x="145478" y="68037"/>
                </a:lnTo>
                <a:lnTo>
                  <a:pt x="146633" y="69170"/>
                </a:lnTo>
                <a:lnTo>
                  <a:pt x="147788" y="70325"/>
                </a:lnTo>
                <a:lnTo>
                  <a:pt x="148963" y="71479"/>
                </a:lnTo>
                <a:lnTo>
                  <a:pt x="149551" y="72025"/>
                </a:lnTo>
                <a:lnTo>
                  <a:pt x="150160" y="72571"/>
                </a:lnTo>
                <a:lnTo>
                  <a:pt x="150769" y="73096"/>
                </a:lnTo>
                <a:lnTo>
                  <a:pt x="151377" y="73621"/>
                </a:lnTo>
                <a:lnTo>
                  <a:pt x="152028" y="74103"/>
                </a:lnTo>
                <a:lnTo>
                  <a:pt x="152679" y="74544"/>
                </a:lnTo>
                <a:lnTo>
                  <a:pt x="153351" y="74985"/>
                </a:lnTo>
                <a:lnTo>
                  <a:pt x="154043" y="75363"/>
                </a:lnTo>
                <a:lnTo>
                  <a:pt x="154757" y="75720"/>
                </a:lnTo>
                <a:lnTo>
                  <a:pt x="155114" y="75888"/>
                </a:lnTo>
                <a:lnTo>
                  <a:pt x="155492" y="76035"/>
                </a:lnTo>
                <a:lnTo>
                  <a:pt x="155870" y="76161"/>
                </a:lnTo>
                <a:lnTo>
                  <a:pt x="156269" y="76287"/>
                </a:lnTo>
                <a:lnTo>
                  <a:pt x="156668" y="76413"/>
                </a:lnTo>
                <a:lnTo>
                  <a:pt x="157066" y="76518"/>
                </a:lnTo>
                <a:lnTo>
                  <a:pt x="157864" y="76706"/>
                </a:lnTo>
                <a:lnTo>
                  <a:pt x="158683" y="76874"/>
                </a:lnTo>
                <a:lnTo>
                  <a:pt x="159501" y="77000"/>
                </a:lnTo>
                <a:lnTo>
                  <a:pt x="160320" y="77084"/>
                </a:lnTo>
                <a:lnTo>
                  <a:pt x="161139" y="77147"/>
                </a:lnTo>
                <a:lnTo>
                  <a:pt x="161958" y="77147"/>
                </a:lnTo>
                <a:lnTo>
                  <a:pt x="162755" y="77126"/>
                </a:lnTo>
                <a:lnTo>
                  <a:pt x="163574" y="77084"/>
                </a:lnTo>
                <a:lnTo>
                  <a:pt x="164393" y="76979"/>
                </a:lnTo>
                <a:lnTo>
                  <a:pt x="165190" y="76853"/>
                </a:lnTo>
                <a:lnTo>
                  <a:pt x="165988" y="76706"/>
                </a:lnTo>
                <a:lnTo>
                  <a:pt x="166765" y="76497"/>
                </a:lnTo>
                <a:lnTo>
                  <a:pt x="167563" y="76287"/>
                </a:lnTo>
                <a:lnTo>
                  <a:pt x="168339" y="76035"/>
                </a:lnTo>
                <a:lnTo>
                  <a:pt x="169095" y="75741"/>
                </a:lnTo>
                <a:lnTo>
                  <a:pt x="169851" y="75426"/>
                </a:lnTo>
                <a:lnTo>
                  <a:pt x="170586" y="75069"/>
                </a:lnTo>
                <a:lnTo>
                  <a:pt x="171299" y="74712"/>
                </a:lnTo>
                <a:lnTo>
                  <a:pt x="172013" y="74292"/>
                </a:lnTo>
                <a:lnTo>
                  <a:pt x="172706" y="73872"/>
                </a:lnTo>
                <a:lnTo>
                  <a:pt x="173399" y="73411"/>
                </a:lnTo>
                <a:lnTo>
                  <a:pt x="174049" y="72928"/>
                </a:lnTo>
                <a:lnTo>
                  <a:pt x="174700" y="72424"/>
                </a:lnTo>
                <a:lnTo>
                  <a:pt x="175309" y="71899"/>
                </a:lnTo>
                <a:lnTo>
                  <a:pt x="175918" y="71332"/>
                </a:lnTo>
                <a:lnTo>
                  <a:pt x="176505" y="70745"/>
                </a:lnTo>
                <a:lnTo>
                  <a:pt x="177051" y="70157"/>
                </a:lnTo>
                <a:lnTo>
                  <a:pt x="177597" y="69527"/>
                </a:lnTo>
                <a:lnTo>
                  <a:pt x="178101" y="68876"/>
                </a:lnTo>
                <a:lnTo>
                  <a:pt x="178584" y="68226"/>
                </a:lnTo>
                <a:lnTo>
                  <a:pt x="179025" y="67533"/>
                </a:lnTo>
                <a:lnTo>
                  <a:pt x="179444" y="66819"/>
                </a:lnTo>
                <a:lnTo>
                  <a:pt x="179906" y="66021"/>
                </a:lnTo>
                <a:lnTo>
                  <a:pt x="180326" y="65203"/>
                </a:lnTo>
                <a:lnTo>
                  <a:pt x="180704" y="64384"/>
                </a:lnTo>
                <a:lnTo>
                  <a:pt x="181061" y="63565"/>
                </a:lnTo>
                <a:lnTo>
                  <a:pt x="181397" y="62746"/>
                </a:lnTo>
                <a:lnTo>
                  <a:pt x="181712" y="61907"/>
                </a:lnTo>
                <a:lnTo>
                  <a:pt x="181984" y="61067"/>
                </a:lnTo>
                <a:lnTo>
                  <a:pt x="182236" y="60206"/>
                </a:lnTo>
                <a:lnTo>
                  <a:pt x="182446" y="59367"/>
                </a:lnTo>
                <a:lnTo>
                  <a:pt x="182635" y="58506"/>
                </a:lnTo>
                <a:lnTo>
                  <a:pt x="182803" y="57645"/>
                </a:lnTo>
                <a:lnTo>
                  <a:pt x="182950" y="56785"/>
                </a:lnTo>
                <a:lnTo>
                  <a:pt x="183055" y="55924"/>
                </a:lnTo>
                <a:lnTo>
                  <a:pt x="183160" y="55063"/>
                </a:lnTo>
                <a:lnTo>
                  <a:pt x="183223" y="54182"/>
                </a:lnTo>
                <a:lnTo>
                  <a:pt x="183244" y="53321"/>
                </a:lnTo>
                <a:lnTo>
                  <a:pt x="183265" y="52439"/>
                </a:lnTo>
                <a:lnTo>
                  <a:pt x="183265" y="51578"/>
                </a:lnTo>
                <a:lnTo>
                  <a:pt x="183223" y="50697"/>
                </a:lnTo>
                <a:lnTo>
                  <a:pt x="183181" y="49836"/>
                </a:lnTo>
                <a:lnTo>
                  <a:pt x="183097" y="48954"/>
                </a:lnTo>
                <a:lnTo>
                  <a:pt x="182992" y="48094"/>
                </a:lnTo>
                <a:lnTo>
                  <a:pt x="182866" y="47212"/>
                </a:lnTo>
                <a:lnTo>
                  <a:pt x="182719" y="46351"/>
                </a:lnTo>
                <a:lnTo>
                  <a:pt x="182551" y="45491"/>
                </a:lnTo>
                <a:lnTo>
                  <a:pt x="182362" y="44609"/>
                </a:lnTo>
                <a:lnTo>
                  <a:pt x="182152" y="43748"/>
                </a:lnTo>
                <a:lnTo>
                  <a:pt x="181921" y="42888"/>
                </a:lnTo>
                <a:lnTo>
                  <a:pt x="181691" y="42048"/>
                </a:lnTo>
                <a:lnTo>
                  <a:pt x="181418" y="41187"/>
                </a:lnTo>
                <a:lnTo>
                  <a:pt x="181124" y="40348"/>
                </a:lnTo>
                <a:lnTo>
                  <a:pt x="180809" y="39508"/>
                </a:lnTo>
                <a:lnTo>
                  <a:pt x="180494" y="38668"/>
                </a:lnTo>
                <a:lnTo>
                  <a:pt x="180137" y="37849"/>
                </a:lnTo>
                <a:lnTo>
                  <a:pt x="179780" y="37010"/>
                </a:lnTo>
                <a:lnTo>
                  <a:pt x="179402" y="36212"/>
                </a:lnTo>
                <a:lnTo>
                  <a:pt x="179004" y="35393"/>
                </a:lnTo>
                <a:lnTo>
                  <a:pt x="178605" y="34596"/>
                </a:lnTo>
                <a:lnTo>
                  <a:pt x="178164" y="33798"/>
                </a:lnTo>
                <a:lnTo>
                  <a:pt x="177723" y="33000"/>
                </a:lnTo>
                <a:lnTo>
                  <a:pt x="177261" y="32223"/>
                </a:lnTo>
                <a:lnTo>
                  <a:pt x="176778" y="31468"/>
                </a:lnTo>
                <a:lnTo>
                  <a:pt x="176296" y="30691"/>
                </a:lnTo>
                <a:lnTo>
                  <a:pt x="175792" y="29956"/>
                </a:lnTo>
                <a:lnTo>
                  <a:pt x="175267" y="29222"/>
                </a:lnTo>
                <a:lnTo>
                  <a:pt x="174721" y="28487"/>
                </a:lnTo>
                <a:lnTo>
                  <a:pt x="174175" y="27773"/>
                </a:lnTo>
                <a:lnTo>
                  <a:pt x="173629" y="27059"/>
                </a:lnTo>
                <a:lnTo>
                  <a:pt x="173042" y="26367"/>
                </a:lnTo>
                <a:lnTo>
                  <a:pt x="172454" y="25674"/>
                </a:lnTo>
                <a:lnTo>
                  <a:pt x="171866" y="25002"/>
                </a:lnTo>
                <a:lnTo>
                  <a:pt x="171257" y="24351"/>
                </a:lnTo>
                <a:lnTo>
                  <a:pt x="170628" y="23721"/>
                </a:lnTo>
                <a:lnTo>
                  <a:pt x="169998" y="23092"/>
                </a:lnTo>
                <a:lnTo>
                  <a:pt x="169368" y="22462"/>
                </a:lnTo>
                <a:lnTo>
                  <a:pt x="168696" y="21874"/>
                </a:lnTo>
                <a:lnTo>
                  <a:pt x="168045" y="21286"/>
                </a:lnTo>
                <a:lnTo>
                  <a:pt x="167374" y="20720"/>
                </a:lnTo>
                <a:lnTo>
                  <a:pt x="166681" y="20153"/>
                </a:lnTo>
                <a:lnTo>
                  <a:pt x="166009" y="19628"/>
                </a:lnTo>
                <a:lnTo>
                  <a:pt x="165295" y="19103"/>
                </a:lnTo>
                <a:lnTo>
                  <a:pt x="164603" y="18599"/>
                </a:lnTo>
                <a:lnTo>
                  <a:pt x="163889" y="18116"/>
                </a:lnTo>
                <a:lnTo>
                  <a:pt x="163154" y="17655"/>
                </a:lnTo>
                <a:lnTo>
                  <a:pt x="162587" y="17298"/>
                </a:lnTo>
                <a:lnTo>
                  <a:pt x="162000" y="16962"/>
                </a:lnTo>
                <a:lnTo>
                  <a:pt x="161433" y="16647"/>
                </a:lnTo>
                <a:lnTo>
                  <a:pt x="160866" y="16353"/>
                </a:lnTo>
                <a:lnTo>
                  <a:pt x="160278" y="16059"/>
                </a:lnTo>
                <a:lnTo>
                  <a:pt x="159690" y="15786"/>
                </a:lnTo>
                <a:lnTo>
                  <a:pt x="158536" y="15283"/>
                </a:lnTo>
                <a:lnTo>
                  <a:pt x="157381" y="14821"/>
                </a:lnTo>
                <a:lnTo>
                  <a:pt x="156206" y="14401"/>
                </a:lnTo>
                <a:lnTo>
                  <a:pt x="155030" y="14044"/>
                </a:lnTo>
                <a:lnTo>
                  <a:pt x="153855" y="13729"/>
                </a:lnTo>
                <a:lnTo>
                  <a:pt x="152679" y="13456"/>
                </a:lnTo>
                <a:lnTo>
                  <a:pt x="151503" y="13225"/>
                </a:lnTo>
                <a:lnTo>
                  <a:pt x="150307" y="13036"/>
                </a:lnTo>
                <a:lnTo>
                  <a:pt x="149131" y="12889"/>
                </a:lnTo>
                <a:lnTo>
                  <a:pt x="147935" y="12784"/>
                </a:lnTo>
                <a:lnTo>
                  <a:pt x="146738" y="12721"/>
                </a:lnTo>
                <a:lnTo>
                  <a:pt x="145541" y="12679"/>
                </a:lnTo>
                <a:lnTo>
                  <a:pt x="144345" y="12658"/>
                </a:lnTo>
                <a:lnTo>
                  <a:pt x="143127" y="12700"/>
                </a:lnTo>
                <a:lnTo>
                  <a:pt x="141931" y="12742"/>
                </a:lnTo>
                <a:lnTo>
                  <a:pt x="140734" y="12826"/>
                </a:lnTo>
                <a:lnTo>
                  <a:pt x="139517" y="12931"/>
                </a:lnTo>
                <a:lnTo>
                  <a:pt x="138299" y="13078"/>
                </a:lnTo>
                <a:lnTo>
                  <a:pt x="137081" y="13225"/>
                </a:lnTo>
                <a:lnTo>
                  <a:pt x="135885" y="13414"/>
                </a:lnTo>
                <a:lnTo>
                  <a:pt x="134667" y="13603"/>
                </a:lnTo>
                <a:lnTo>
                  <a:pt x="133450" y="13813"/>
                </a:lnTo>
                <a:lnTo>
                  <a:pt x="132232" y="14044"/>
                </a:lnTo>
                <a:lnTo>
                  <a:pt x="129776" y="14548"/>
                </a:lnTo>
                <a:lnTo>
                  <a:pt x="127341" y="15094"/>
                </a:lnTo>
                <a:lnTo>
                  <a:pt x="124885" y="15660"/>
                </a:lnTo>
                <a:lnTo>
                  <a:pt x="119973" y="16815"/>
                </a:lnTo>
                <a:lnTo>
                  <a:pt x="117516" y="17403"/>
                </a:lnTo>
                <a:lnTo>
                  <a:pt x="115060" y="17949"/>
                </a:lnTo>
                <a:lnTo>
                  <a:pt x="112604" y="18452"/>
                </a:lnTo>
                <a:lnTo>
                  <a:pt x="111387" y="18683"/>
                </a:lnTo>
                <a:lnTo>
                  <a:pt x="110169" y="18914"/>
                </a:lnTo>
                <a:lnTo>
                  <a:pt x="108931" y="19103"/>
                </a:lnTo>
                <a:lnTo>
                  <a:pt x="107713" y="19292"/>
                </a:lnTo>
                <a:lnTo>
                  <a:pt x="106495" y="19460"/>
                </a:lnTo>
                <a:lnTo>
                  <a:pt x="105278" y="19607"/>
                </a:lnTo>
                <a:lnTo>
                  <a:pt x="104039" y="19712"/>
                </a:lnTo>
                <a:lnTo>
                  <a:pt x="102822" y="19817"/>
                </a:lnTo>
                <a:lnTo>
                  <a:pt x="101604" y="19880"/>
                </a:lnTo>
                <a:lnTo>
                  <a:pt x="100387" y="19922"/>
                </a:lnTo>
                <a:lnTo>
                  <a:pt x="99190" y="19922"/>
                </a:lnTo>
                <a:lnTo>
                  <a:pt x="97972" y="19901"/>
                </a:lnTo>
                <a:lnTo>
                  <a:pt x="96755" y="19838"/>
                </a:lnTo>
                <a:lnTo>
                  <a:pt x="95558" y="19754"/>
                </a:lnTo>
                <a:lnTo>
                  <a:pt x="94341" y="19628"/>
                </a:lnTo>
                <a:lnTo>
                  <a:pt x="93144" y="19460"/>
                </a:lnTo>
                <a:lnTo>
                  <a:pt x="91948" y="19250"/>
                </a:lnTo>
                <a:lnTo>
                  <a:pt x="90751" y="18998"/>
                </a:lnTo>
                <a:lnTo>
                  <a:pt x="89554" y="18683"/>
                </a:lnTo>
                <a:lnTo>
                  <a:pt x="88358" y="18347"/>
                </a:lnTo>
                <a:lnTo>
                  <a:pt x="87161" y="17970"/>
                </a:lnTo>
                <a:lnTo>
                  <a:pt x="85986" y="17529"/>
                </a:lnTo>
                <a:lnTo>
                  <a:pt x="85209" y="17193"/>
                </a:lnTo>
                <a:lnTo>
                  <a:pt x="84453" y="16836"/>
                </a:lnTo>
                <a:lnTo>
                  <a:pt x="83698" y="16479"/>
                </a:lnTo>
                <a:lnTo>
                  <a:pt x="82963" y="16080"/>
                </a:lnTo>
                <a:lnTo>
                  <a:pt x="82228" y="15681"/>
                </a:lnTo>
                <a:lnTo>
                  <a:pt x="81514" y="15241"/>
                </a:lnTo>
                <a:lnTo>
                  <a:pt x="80801" y="14821"/>
                </a:lnTo>
                <a:lnTo>
                  <a:pt x="80087" y="14359"/>
                </a:lnTo>
                <a:lnTo>
                  <a:pt x="78701" y="13435"/>
                </a:lnTo>
                <a:lnTo>
                  <a:pt x="77316" y="12470"/>
                </a:lnTo>
                <a:lnTo>
                  <a:pt x="75972" y="11483"/>
                </a:lnTo>
                <a:lnTo>
                  <a:pt x="74608" y="10496"/>
                </a:lnTo>
                <a:lnTo>
                  <a:pt x="73243" y="9510"/>
                </a:lnTo>
                <a:lnTo>
                  <a:pt x="71879" y="8523"/>
                </a:lnTo>
                <a:lnTo>
                  <a:pt x="70493" y="7599"/>
                </a:lnTo>
                <a:lnTo>
                  <a:pt x="69801" y="7137"/>
                </a:lnTo>
                <a:lnTo>
                  <a:pt x="69087" y="6697"/>
                </a:lnTo>
                <a:lnTo>
                  <a:pt x="68373" y="6256"/>
                </a:lnTo>
                <a:lnTo>
                  <a:pt x="67659" y="5836"/>
                </a:lnTo>
                <a:lnTo>
                  <a:pt x="66925" y="5437"/>
                </a:lnTo>
                <a:lnTo>
                  <a:pt x="66169" y="5059"/>
                </a:lnTo>
                <a:lnTo>
                  <a:pt x="65434" y="4702"/>
                </a:lnTo>
                <a:lnTo>
                  <a:pt x="64657" y="4366"/>
                </a:lnTo>
                <a:lnTo>
                  <a:pt x="63881" y="4031"/>
                </a:lnTo>
                <a:lnTo>
                  <a:pt x="63104" y="3737"/>
                </a:lnTo>
                <a:lnTo>
                  <a:pt x="62411" y="3506"/>
                </a:lnTo>
                <a:lnTo>
                  <a:pt x="61739" y="3317"/>
                </a:lnTo>
                <a:lnTo>
                  <a:pt x="61047" y="3149"/>
                </a:lnTo>
                <a:lnTo>
                  <a:pt x="60375" y="3002"/>
                </a:lnTo>
                <a:lnTo>
                  <a:pt x="59703" y="2897"/>
                </a:lnTo>
                <a:lnTo>
                  <a:pt x="59010" y="2834"/>
                </a:lnTo>
                <a:lnTo>
                  <a:pt x="58339" y="2771"/>
                </a:lnTo>
                <a:lnTo>
                  <a:pt x="57646" y="2750"/>
                </a:lnTo>
                <a:lnTo>
                  <a:pt x="56974" y="2729"/>
                </a:lnTo>
                <a:lnTo>
                  <a:pt x="56302" y="2750"/>
                </a:lnTo>
                <a:lnTo>
                  <a:pt x="55610" y="2792"/>
                </a:lnTo>
                <a:lnTo>
                  <a:pt x="54938" y="2834"/>
                </a:lnTo>
                <a:lnTo>
                  <a:pt x="54266" y="2918"/>
                </a:lnTo>
                <a:lnTo>
                  <a:pt x="53573" y="3002"/>
                </a:lnTo>
                <a:lnTo>
                  <a:pt x="52902" y="3086"/>
                </a:lnTo>
                <a:lnTo>
                  <a:pt x="52230" y="3212"/>
                </a:lnTo>
                <a:lnTo>
                  <a:pt x="50865" y="3464"/>
                </a:lnTo>
                <a:lnTo>
                  <a:pt x="49522" y="3758"/>
                </a:lnTo>
                <a:lnTo>
                  <a:pt x="48157" y="4073"/>
                </a:lnTo>
                <a:lnTo>
                  <a:pt x="46814" y="4408"/>
                </a:lnTo>
                <a:lnTo>
                  <a:pt x="45449" y="4723"/>
                </a:lnTo>
                <a:lnTo>
                  <a:pt x="44106" y="5038"/>
                </a:lnTo>
                <a:lnTo>
                  <a:pt x="42762" y="5311"/>
                </a:lnTo>
                <a:lnTo>
                  <a:pt x="41419" y="5563"/>
                </a:lnTo>
                <a:lnTo>
                  <a:pt x="40642" y="5689"/>
                </a:lnTo>
                <a:lnTo>
                  <a:pt x="39886" y="5773"/>
                </a:lnTo>
                <a:lnTo>
                  <a:pt x="39130" y="5815"/>
                </a:lnTo>
                <a:lnTo>
                  <a:pt x="38375" y="5836"/>
                </a:lnTo>
                <a:lnTo>
                  <a:pt x="37619" y="5836"/>
                </a:lnTo>
                <a:lnTo>
                  <a:pt x="36884" y="5794"/>
                </a:lnTo>
                <a:lnTo>
                  <a:pt x="36129" y="5731"/>
                </a:lnTo>
                <a:lnTo>
                  <a:pt x="35394" y="5647"/>
                </a:lnTo>
                <a:lnTo>
                  <a:pt x="34659" y="5542"/>
                </a:lnTo>
                <a:lnTo>
                  <a:pt x="33924" y="5416"/>
                </a:lnTo>
                <a:lnTo>
                  <a:pt x="33190" y="5269"/>
                </a:lnTo>
                <a:lnTo>
                  <a:pt x="32455" y="5101"/>
                </a:lnTo>
                <a:lnTo>
                  <a:pt x="31741" y="4912"/>
                </a:lnTo>
                <a:lnTo>
                  <a:pt x="31006" y="4723"/>
                </a:lnTo>
                <a:lnTo>
                  <a:pt x="29558" y="4303"/>
                </a:lnTo>
                <a:lnTo>
                  <a:pt x="28130" y="3821"/>
                </a:lnTo>
                <a:lnTo>
                  <a:pt x="26682" y="3338"/>
                </a:lnTo>
                <a:lnTo>
                  <a:pt x="23827" y="2330"/>
                </a:lnTo>
                <a:lnTo>
                  <a:pt x="22399" y="1847"/>
                </a:lnTo>
                <a:lnTo>
                  <a:pt x="20951" y="1386"/>
                </a:lnTo>
                <a:lnTo>
                  <a:pt x="19502" y="966"/>
                </a:lnTo>
                <a:lnTo>
                  <a:pt x="18789" y="777"/>
                </a:lnTo>
                <a:lnTo>
                  <a:pt x="18054" y="609"/>
                </a:lnTo>
                <a:lnTo>
                  <a:pt x="17424" y="462"/>
                </a:lnTo>
                <a:lnTo>
                  <a:pt x="16794" y="336"/>
                </a:lnTo>
                <a:lnTo>
                  <a:pt x="16186" y="231"/>
                </a:lnTo>
                <a:lnTo>
                  <a:pt x="15556" y="147"/>
                </a:lnTo>
                <a:lnTo>
                  <a:pt x="14947" y="84"/>
                </a:lnTo>
                <a:lnTo>
                  <a:pt x="14338" y="42"/>
                </a:lnTo>
                <a:lnTo>
                  <a:pt x="1375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>
            <a:spLocks noGrp="1"/>
          </p:cNvSpPr>
          <p:nvPr>
            <p:ph type="subTitle" idx="1"/>
          </p:nvPr>
        </p:nvSpPr>
        <p:spPr>
          <a:xfrm>
            <a:off x="6124638" y="1528527"/>
            <a:ext cx="22953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6124638" y="634650"/>
            <a:ext cx="22953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6"/>
          <p:cNvSpPr>
            <a:spLocks noGrp="1"/>
          </p:cNvSpPr>
          <p:nvPr>
            <p:ph type="pic" idx="2"/>
          </p:nvPr>
        </p:nvSpPr>
        <p:spPr>
          <a:xfrm>
            <a:off x="724063" y="535000"/>
            <a:ext cx="3026700" cy="40734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6"/>
          <p:cNvSpPr>
            <a:spLocks noGrp="1"/>
          </p:cNvSpPr>
          <p:nvPr>
            <p:ph type="pic" idx="3"/>
          </p:nvPr>
        </p:nvSpPr>
        <p:spPr>
          <a:xfrm>
            <a:off x="3903138" y="2883700"/>
            <a:ext cx="4516500" cy="17247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6"/>
          <p:cNvSpPr>
            <a:spLocks noGrp="1"/>
          </p:cNvSpPr>
          <p:nvPr>
            <p:ph type="pic" idx="4"/>
          </p:nvPr>
        </p:nvSpPr>
        <p:spPr>
          <a:xfrm>
            <a:off x="3903150" y="535000"/>
            <a:ext cx="2069100" cy="21963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6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16"/>
          <p:cNvGrpSpPr/>
          <p:nvPr/>
        </p:nvGrpSpPr>
        <p:grpSpPr>
          <a:xfrm rot="1643791">
            <a:off x="8208911" y="205100"/>
            <a:ext cx="829810" cy="659800"/>
            <a:chOff x="7917675" y="-1178675"/>
            <a:chExt cx="547275" cy="435150"/>
          </a:xfrm>
        </p:grpSpPr>
        <p:sp>
          <p:nvSpPr>
            <p:cNvPr id="186" name="Google Shape;186;p16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16"/>
          <p:cNvSpPr/>
          <p:nvPr/>
        </p:nvSpPr>
        <p:spPr>
          <a:xfrm rot="-5400000">
            <a:off x="-2593200" y="755871"/>
            <a:ext cx="4581650" cy="1928700"/>
          </a:xfrm>
          <a:custGeom>
            <a:avLst/>
            <a:gdLst/>
            <a:ahLst/>
            <a:cxnLst/>
            <a:rect l="l" t="t" r="r" b="b"/>
            <a:pathLst>
              <a:path w="183266" h="77148" extrusionOk="0">
                <a:moveTo>
                  <a:pt x="13142" y="0"/>
                </a:moveTo>
                <a:lnTo>
                  <a:pt x="12554" y="21"/>
                </a:lnTo>
                <a:lnTo>
                  <a:pt x="11987" y="42"/>
                </a:lnTo>
                <a:lnTo>
                  <a:pt x="11420" y="84"/>
                </a:lnTo>
                <a:lnTo>
                  <a:pt x="10854" y="168"/>
                </a:lnTo>
                <a:lnTo>
                  <a:pt x="10308" y="252"/>
                </a:lnTo>
                <a:lnTo>
                  <a:pt x="9762" y="357"/>
                </a:lnTo>
                <a:lnTo>
                  <a:pt x="9216" y="462"/>
                </a:lnTo>
                <a:lnTo>
                  <a:pt x="8691" y="609"/>
                </a:lnTo>
                <a:lnTo>
                  <a:pt x="8187" y="756"/>
                </a:lnTo>
                <a:lnTo>
                  <a:pt x="7684" y="924"/>
                </a:lnTo>
                <a:lnTo>
                  <a:pt x="7201" y="1113"/>
                </a:lnTo>
                <a:lnTo>
                  <a:pt x="6718" y="1302"/>
                </a:lnTo>
                <a:lnTo>
                  <a:pt x="6256" y="1511"/>
                </a:lnTo>
                <a:lnTo>
                  <a:pt x="5794" y="1742"/>
                </a:lnTo>
                <a:lnTo>
                  <a:pt x="5354" y="1994"/>
                </a:lnTo>
                <a:lnTo>
                  <a:pt x="4934" y="2246"/>
                </a:lnTo>
                <a:lnTo>
                  <a:pt x="4535" y="2519"/>
                </a:lnTo>
                <a:lnTo>
                  <a:pt x="4136" y="2792"/>
                </a:lnTo>
                <a:lnTo>
                  <a:pt x="3758" y="3086"/>
                </a:lnTo>
                <a:lnTo>
                  <a:pt x="3380" y="3401"/>
                </a:lnTo>
                <a:lnTo>
                  <a:pt x="3044" y="3716"/>
                </a:lnTo>
                <a:lnTo>
                  <a:pt x="2708" y="4052"/>
                </a:lnTo>
                <a:lnTo>
                  <a:pt x="2394" y="4408"/>
                </a:lnTo>
                <a:lnTo>
                  <a:pt x="2100" y="4744"/>
                </a:lnTo>
                <a:lnTo>
                  <a:pt x="1806" y="5122"/>
                </a:lnTo>
                <a:lnTo>
                  <a:pt x="1554" y="5500"/>
                </a:lnTo>
                <a:lnTo>
                  <a:pt x="1302" y="5878"/>
                </a:lnTo>
                <a:lnTo>
                  <a:pt x="1092" y="6277"/>
                </a:lnTo>
                <a:lnTo>
                  <a:pt x="882" y="6697"/>
                </a:lnTo>
                <a:lnTo>
                  <a:pt x="693" y="7116"/>
                </a:lnTo>
                <a:lnTo>
                  <a:pt x="525" y="7536"/>
                </a:lnTo>
                <a:lnTo>
                  <a:pt x="378" y="7977"/>
                </a:lnTo>
                <a:lnTo>
                  <a:pt x="273" y="8418"/>
                </a:lnTo>
                <a:lnTo>
                  <a:pt x="168" y="8859"/>
                </a:lnTo>
                <a:lnTo>
                  <a:pt x="84" y="9321"/>
                </a:lnTo>
                <a:lnTo>
                  <a:pt x="42" y="9782"/>
                </a:lnTo>
                <a:lnTo>
                  <a:pt x="0" y="10265"/>
                </a:lnTo>
                <a:lnTo>
                  <a:pt x="0" y="10727"/>
                </a:lnTo>
                <a:lnTo>
                  <a:pt x="21" y="11210"/>
                </a:lnTo>
                <a:lnTo>
                  <a:pt x="63" y="11714"/>
                </a:lnTo>
                <a:lnTo>
                  <a:pt x="126" y="12218"/>
                </a:lnTo>
                <a:lnTo>
                  <a:pt x="210" y="12700"/>
                </a:lnTo>
                <a:lnTo>
                  <a:pt x="336" y="13225"/>
                </a:lnTo>
                <a:lnTo>
                  <a:pt x="483" y="13729"/>
                </a:lnTo>
                <a:lnTo>
                  <a:pt x="651" y="14254"/>
                </a:lnTo>
                <a:lnTo>
                  <a:pt x="840" y="14758"/>
                </a:lnTo>
                <a:lnTo>
                  <a:pt x="1071" y="15283"/>
                </a:lnTo>
                <a:lnTo>
                  <a:pt x="1323" y="15807"/>
                </a:lnTo>
                <a:lnTo>
                  <a:pt x="1596" y="16353"/>
                </a:lnTo>
                <a:lnTo>
                  <a:pt x="1911" y="16878"/>
                </a:lnTo>
                <a:lnTo>
                  <a:pt x="2247" y="17424"/>
                </a:lnTo>
                <a:lnTo>
                  <a:pt x="2624" y="17949"/>
                </a:lnTo>
                <a:lnTo>
                  <a:pt x="3023" y="18494"/>
                </a:lnTo>
                <a:lnTo>
                  <a:pt x="3443" y="19019"/>
                </a:lnTo>
                <a:lnTo>
                  <a:pt x="3905" y="19565"/>
                </a:lnTo>
                <a:lnTo>
                  <a:pt x="4409" y="20111"/>
                </a:lnTo>
                <a:lnTo>
                  <a:pt x="5626" y="21181"/>
                </a:lnTo>
                <a:lnTo>
                  <a:pt x="6823" y="22147"/>
                </a:lnTo>
                <a:lnTo>
                  <a:pt x="7999" y="23050"/>
                </a:lnTo>
                <a:lnTo>
                  <a:pt x="9132" y="23868"/>
                </a:lnTo>
                <a:lnTo>
                  <a:pt x="10224" y="24624"/>
                </a:lnTo>
                <a:lnTo>
                  <a:pt x="11315" y="25338"/>
                </a:lnTo>
                <a:lnTo>
                  <a:pt x="12365" y="25989"/>
                </a:lnTo>
                <a:lnTo>
                  <a:pt x="13394" y="26597"/>
                </a:lnTo>
                <a:lnTo>
                  <a:pt x="15367" y="27752"/>
                </a:lnTo>
                <a:lnTo>
                  <a:pt x="17235" y="28802"/>
                </a:lnTo>
                <a:lnTo>
                  <a:pt x="18138" y="29326"/>
                </a:lnTo>
                <a:lnTo>
                  <a:pt x="19020" y="29851"/>
                </a:lnTo>
                <a:lnTo>
                  <a:pt x="19880" y="30397"/>
                </a:lnTo>
                <a:lnTo>
                  <a:pt x="20720" y="30943"/>
                </a:lnTo>
                <a:lnTo>
                  <a:pt x="21518" y="31531"/>
                </a:lnTo>
                <a:lnTo>
                  <a:pt x="22315" y="32160"/>
                </a:lnTo>
                <a:lnTo>
                  <a:pt x="23092" y="32811"/>
                </a:lnTo>
                <a:lnTo>
                  <a:pt x="23470" y="33147"/>
                </a:lnTo>
                <a:lnTo>
                  <a:pt x="23848" y="33525"/>
                </a:lnTo>
                <a:lnTo>
                  <a:pt x="24226" y="33882"/>
                </a:lnTo>
                <a:lnTo>
                  <a:pt x="24583" y="34281"/>
                </a:lnTo>
                <a:lnTo>
                  <a:pt x="24940" y="34680"/>
                </a:lnTo>
                <a:lnTo>
                  <a:pt x="25296" y="35099"/>
                </a:lnTo>
                <a:lnTo>
                  <a:pt x="25653" y="35540"/>
                </a:lnTo>
                <a:lnTo>
                  <a:pt x="26010" y="36002"/>
                </a:lnTo>
                <a:lnTo>
                  <a:pt x="26346" y="36485"/>
                </a:lnTo>
                <a:lnTo>
                  <a:pt x="26703" y="36968"/>
                </a:lnTo>
                <a:lnTo>
                  <a:pt x="27039" y="37493"/>
                </a:lnTo>
                <a:lnTo>
                  <a:pt x="27354" y="38038"/>
                </a:lnTo>
                <a:lnTo>
                  <a:pt x="27690" y="38605"/>
                </a:lnTo>
                <a:lnTo>
                  <a:pt x="28025" y="39193"/>
                </a:lnTo>
                <a:lnTo>
                  <a:pt x="28340" y="39802"/>
                </a:lnTo>
                <a:lnTo>
                  <a:pt x="28655" y="40452"/>
                </a:lnTo>
                <a:lnTo>
                  <a:pt x="28970" y="41124"/>
                </a:lnTo>
                <a:lnTo>
                  <a:pt x="29285" y="41817"/>
                </a:lnTo>
                <a:lnTo>
                  <a:pt x="29600" y="42531"/>
                </a:lnTo>
                <a:lnTo>
                  <a:pt x="29894" y="43286"/>
                </a:lnTo>
                <a:lnTo>
                  <a:pt x="30188" y="44084"/>
                </a:lnTo>
                <a:lnTo>
                  <a:pt x="30503" y="44903"/>
                </a:lnTo>
                <a:lnTo>
                  <a:pt x="30796" y="45743"/>
                </a:lnTo>
                <a:lnTo>
                  <a:pt x="31090" y="46624"/>
                </a:lnTo>
                <a:lnTo>
                  <a:pt x="31363" y="47548"/>
                </a:lnTo>
                <a:lnTo>
                  <a:pt x="31657" y="48514"/>
                </a:lnTo>
                <a:lnTo>
                  <a:pt x="31909" y="49269"/>
                </a:lnTo>
                <a:lnTo>
                  <a:pt x="32182" y="50025"/>
                </a:lnTo>
                <a:lnTo>
                  <a:pt x="32476" y="50760"/>
                </a:lnTo>
                <a:lnTo>
                  <a:pt x="32791" y="51495"/>
                </a:lnTo>
                <a:lnTo>
                  <a:pt x="33148" y="52208"/>
                </a:lnTo>
                <a:lnTo>
                  <a:pt x="33525" y="52901"/>
                </a:lnTo>
                <a:lnTo>
                  <a:pt x="33903" y="53573"/>
                </a:lnTo>
                <a:lnTo>
                  <a:pt x="34323" y="54224"/>
                </a:lnTo>
                <a:lnTo>
                  <a:pt x="34764" y="54874"/>
                </a:lnTo>
                <a:lnTo>
                  <a:pt x="35226" y="55483"/>
                </a:lnTo>
                <a:lnTo>
                  <a:pt x="35709" y="56071"/>
                </a:lnTo>
                <a:lnTo>
                  <a:pt x="36212" y="56659"/>
                </a:lnTo>
                <a:lnTo>
                  <a:pt x="36758" y="57204"/>
                </a:lnTo>
                <a:lnTo>
                  <a:pt x="37304" y="57729"/>
                </a:lnTo>
                <a:lnTo>
                  <a:pt x="37871" y="58233"/>
                </a:lnTo>
                <a:lnTo>
                  <a:pt x="38438" y="58716"/>
                </a:lnTo>
                <a:lnTo>
                  <a:pt x="39046" y="59157"/>
                </a:lnTo>
                <a:lnTo>
                  <a:pt x="39676" y="59577"/>
                </a:lnTo>
                <a:lnTo>
                  <a:pt x="40306" y="59975"/>
                </a:lnTo>
                <a:lnTo>
                  <a:pt x="40978" y="60332"/>
                </a:lnTo>
                <a:lnTo>
                  <a:pt x="41650" y="60668"/>
                </a:lnTo>
                <a:lnTo>
                  <a:pt x="42342" y="60983"/>
                </a:lnTo>
                <a:lnTo>
                  <a:pt x="43056" y="61256"/>
                </a:lnTo>
                <a:lnTo>
                  <a:pt x="43770" y="61487"/>
                </a:lnTo>
                <a:lnTo>
                  <a:pt x="44505" y="61697"/>
                </a:lnTo>
                <a:lnTo>
                  <a:pt x="45260" y="61865"/>
                </a:lnTo>
                <a:lnTo>
                  <a:pt x="46037" y="62012"/>
                </a:lnTo>
                <a:lnTo>
                  <a:pt x="46814" y="62117"/>
                </a:lnTo>
                <a:lnTo>
                  <a:pt x="47611" y="62180"/>
                </a:lnTo>
                <a:lnTo>
                  <a:pt x="48409" y="62201"/>
                </a:lnTo>
                <a:lnTo>
                  <a:pt x="49228" y="62201"/>
                </a:lnTo>
                <a:lnTo>
                  <a:pt x="50068" y="62138"/>
                </a:lnTo>
                <a:lnTo>
                  <a:pt x="50592" y="62138"/>
                </a:lnTo>
                <a:lnTo>
                  <a:pt x="51117" y="62117"/>
                </a:lnTo>
                <a:lnTo>
                  <a:pt x="51621" y="62096"/>
                </a:lnTo>
                <a:lnTo>
                  <a:pt x="52146" y="62054"/>
                </a:lnTo>
                <a:lnTo>
                  <a:pt x="52650" y="61991"/>
                </a:lnTo>
                <a:lnTo>
                  <a:pt x="53174" y="61907"/>
                </a:lnTo>
                <a:lnTo>
                  <a:pt x="54182" y="61739"/>
                </a:lnTo>
                <a:lnTo>
                  <a:pt x="55169" y="61529"/>
                </a:lnTo>
                <a:lnTo>
                  <a:pt x="56155" y="61256"/>
                </a:lnTo>
                <a:lnTo>
                  <a:pt x="57142" y="60962"/>
                </a:lnTo>
                <a:lnTo>
                  <a:pt x="58108" y="60647"/>
                </a:lnTo>
                <a:lnTo>
                  <a:pt x="59073" y="60290"/>
                </a:lnTo>
                <a:lnTo>
                  <a:pt x="60018" y="59912"/>
                </a:lnTo>
                <a:lnTo>
                  <a:pt x="60963" y="59514"/>
                </a:lnTo>
                <a:lnTo>
                  <a:pt x="61907" y="59094"/>
                </a:lnTo>
                <a:lnTo>
                  <a:pt x="63797" y="58233"/>
                </a:lnTo>
                <a:lnTo>
                  <a:pt x="65665" y="57351"/>
                </a:lnTo>
                <a:lnTo>
                  <a:pt x="67533" y="56470"/>
                </a:lnTo>
                <a:lnTo>
                  <a:pt x="68478" y="56050"/>
                </a:lnTo>
                <a:lnTo>
                  <a:pt x="69423" y="55651"/>
                </a:lnTo>
                <a:lnTo>
                  <a:pt x="70367" y="55273"/>
                </a:lnTo>
                <a:lnTo>
                  <a:pt x="71312" y="54916"/>
                </a:lnTo>
                <a:lnTo>
                  <a:pt x="72278" y="54580"/>
                </a:lnTo>
                <a:lnTo>
                  <a:pt x="73243" y="54266"/>
                </a:lnTo>
                <a:lnTo>
                  <a:pt x="74209" y="53993"/>
                </a:lnTo>
                <a:lnTo>
                  <a:pt x="75196" y="53762"/>
                </a:lnTo>
                <a:lnTo>
                  <a:pt x="76182" y="53573"/>
                </a:lnTo>
                <a:lnTo>
                  <a:pt x="77190" y="53447"/>
                </a:lnTo>
                <a:lnTo>
                  <a:pt x="77694" y="53384"/>
                </a:lnTo>
                <a:lnTo>
                  <a:pt x="78219" y="53342"/>
                </a:lnTo>
                <a:lnTo>
                  <a:pt x="78722" y="53321"/>
                </a:lnTo>
                <a:lnTo>
                  <a:pt x="79247" y="53300"/>
                </a:lnTo>
                <a:lnTo>
                  <a:pt x="79751" y="53300"/>
                </a:lnTo>
                <a:lnTo>
                  <a:pt x="80276" y="53321"/>
                </a:lnTo>
                <a:lnTo>
                  <a:pt x="80822" y="53363"/>
                </a:lnTo>
                <a:lnTo>
                  <a:pt x="81346" y="53405"/>
                </a:lnTo>
                <a:lnTo>
                  <a:pt x="81892" y="53489"/>
                </a:lnTo>
                <a:lnTo>
                  <a:pt x="82438" y="53573"/>
                </a:lnTo>
                <a:lnTo>
                  <a:pt x="82963" y="53678"/>
                </a:lnTo>
                <a:lnTo>
                  <a:pt x="83488" y="53783"/>
                </a:lnTo>
                <a:lnTo>
                  <a:pt x="84012" y="53930"/>
                </a:lnTo>
                <a:lnTo>
                  <a:pt x="84516" y="54077"/>
                </a:lnTo>
                <a:lnTo>
                  <a:pt x="85041" y="54224"/>
                </a:lnTo>
                <a:lnTo>
                  <a:pt x="85545" y="54412"/>
                </a:lnTo>
                <a:lnTo>
                  <a:pt x="86028" y="54601"/>
                </a:lnTo>
                <a:lnTo>
                  <a:pt x="86511" y="54790"/>
                </a:lnTo>
                <a:lnTo>
                  <a:pt x="87476" y="55231"/>
                </a:lnTo>
                <a:lnTo>
                  <a:pt x="88421" y="55693"/>
                </a:lnTo>
                <a:lnTo>
                  <a:pt x="89345" y="56218"/>
                </a:lnTo>
                <a:lnTo>
                  <a:pt x="90268" y="56764"/>
                </a:lnTo>
                <a:lnTo>
                  <a:pt x="91171" y="57330"/>
                </a:lnTo>
                <a:lnTo>
                  <a:pt x="92053" y="57939"/>
                </a:lnTo>
                <a:lnTo>
                  <a:pt x="92934" y="58569"/>
                </a:lnTo>
                <a:lnTo>
                  <a:pt x="93795" y="59220"/>
                </a:lnTo>
                <a:lnTo>
                  <a:pt x="94656" y="59871"/>
                </a:lnTo>
                <a:lnTo>
                  <a:pt x="96356" y="61214"/>
                </a:lnTo>
                <a:lnTo>
                  <a:pt x="98077" y="62558"/>
                </a:lnTo>
                <a:lnTo>
                  <a:pt x="98938" y="63229"/>
                </a:lnTo>
                <a:lnTo>
                  <a:pt x="99799" y="63880"/>
                </a:lnTo>
                <a:lnTo>
                  <a:pt x="100659" y="64531"/>
                </a:lnTo>
                <a:lnTo>
                  <a:pt x="101541" y="65140"/>
                </a:lnTo>
                <a:lnTo>
                  <a:pt x="102444" y="65748"/>
                </a:lnTo>
                <a:lnTo>
                  <a:pt x="103347" y="66315"/>
                </a:lnTo>
                <a:lnTo>
                  <a:pt x="104249" y="66861"/>
                </a:lnTo>
                <a:lnTo>
                  <a:pt x="105194" y="67365"/>
                </a:lnTo>
                <a:lnTo>
                  <a:pt x="106139" y="67827"/>
                </a:lnTo>
                <a:lnTo>
                  <a:pt x="106621" y="68058"/>
                </a:lnTo>
                <a:lnTo>
                  <a:pt x="107104" y="68267"/>
                </a:lnTo>
                <a:lnTo>
                  <a:pt x="107587" y="68456"/>
                </a:lnTo>
                <a:lnTo>
                  <a:pt x="108091" y="68645"/>
                </a:lnTo>
                <a:lnTo>
                  <a:pt x="108595" y="68813"/>
                </a:lnTo>
                <a:lnTo>
                  <a:pt x="109119" y="68960"/>
                </a:lnTo>
                <a:lnTo>
                  <a:pt x="109623" y="69107"/>
                </a:lnTo>
                <a:lnTo>
                  <a:pt x="110148" y="69233"/>
                </a:lnTo>
                <a:lnTo>
                  <a:pt x="110673" y="69338"/>
                </a:lnTo>
                <a:lnTo>
                  <a:pt x="111219" y="69443"/>
                </a:lnTo>
                <a:lnTo>
                  <a:pt x="111639" y="69506"/>
                </a:lnTo>
                <a:lnTo>
                  <a:pt x="112058" y="69548"/>
                </a:lnTo>
                <a:lnTo>
                  <a:pt x="112856" y="69611"/>
                </a:lnTo>
                <a:lnTo>
                  <a:pt x="113675" y="69632"/>
                </a:lnTo>
                <a:lnTo>
                  <a:pt x="114473" y="69611"/>
                </a:lnTo>
                <a:lnTo>
                  <a:pt x="115270" y="69527"/>
                </a:lnTo>
                <a:lnTo>
                  <a:pt x="116047" y="69422"/>
                </a:lnTo>
                <a:lnTo>
                  <a:pt x="116824" y="69254"/>
                </a:lnTo>
                <a:lnTo>
                  <a:pt x="117579" y="69086"/>
                </a:lnTo>
                <a:lnTo>
                  <a:pt x="118356" y="68876"/>
                </a:lnTo>
                <a:lnTo>
                  <a:pt x="119112" y="68624"/>
                </a:lnTo>
                <a:lnTo>
                  <a:pt x="119868" y="68372"/>
                </a:lnTo>
                <a:lnTo>
                  <a:pt x="120602" y="68079"/>
                </a:lnTo>
                <a:lnTo>
                  <a:pt x="121358" y="67785"/>
                </a:lnTo>
                <a:lnTo>
                  <a:pt x="122093" y="67470"/>
                </a:lnTo>
                <a:lnTo>
                  <a:pt x="123583" y="66819"/>
                </a:lnTo>
                <a:lnTo>
                  <a:pt x="125053" y="66147"/>
                </a:lnTo>
                <a:lnTo>
                  <a:pt x="126543" y="65475"/>
                </a:lnTo>
                <a:lnTo>
                  <a:pt x="128034" y="64846"/>
                </a:lnTo>
                <a:lnTo>
                  <a:pt x="128768" y="64552"/>
                </a:lnTo>
                <a:lnTo>
                  <a:pt x="129524" y="64258"/>
                </a:lnTo>
                <a:lnTo>
                  <a:pt x="130280" y="64006"/>
                </a:lnTo>
                <a:lnTo>
                  <a:pt x="131036" y="63775"/>
                </a:lnTo>
                <a:lnTo>
                  <a:pt x="131812" y="63565"/>
                </a:lnTo>
                <a:lnTo>
                  <a:pt x="132589" y="63397"/>
                </a:lnTo>
                <a:lnTo>
                  <a:pt x="133366" y="63250"/>
                </a:lnTo>
                <a:lnTo>
                  <a:pt x="134164" y="63145"/>
                </a:lnTo>
                <a:lnTo>
                  <a:pt x="134961" y="63082"/>
                </a:lnTo>
                <a:lnTo>
                  <a:pt x="135759" y="63061"/>
                </a:lnTo>
                <a:lnTo>
                  <a:pt x="136200" y="63082"/>
                </a:lnTo>
                <a:lnTo>
                  <a:pt x="136620" y="63124"/>
                </a:lnTo>
                <a:lnTo>
                  <a:pt x="137019" y="63187"/>
                </a:lnTo>
                <a:lnTo>
                  <a:pt x="137438" y="63250"/>
                </a:lnTo>
                <a:lnTo>
                  <a:pt x="137837" y="63334"/>
                </a:lnTo>
                <a:lnTo>
                  <a:pt x="138215" y="63439"/>
                </a:lnTo>
                <a:lnTo>
                  <a:pt x="138614" y="63544"/>
                </a:lnTo>
                <a:lnTo>
                  <a:pt x="138971" y="63670"/>
                </a:lnTo>
                <a:lnTo>
                  <a:pt x="139349" y="63796"/>
                </a:lnTo>
                <a:lnTo>
                  <a:pt x="139706" y="63943"/>
                </a:lnTo>
                <a:lnTo>
                  <a:pt x="140419" y="64279"/>
                </a:lnTo>
                <a:lnTo>
                  <a:pt x="141112" y="64636"/>
                </a:lnTo>
                <a:lnTo>
                  <a:pt x="141784" y="65035"/>
                </a:lnTo>
                <a:lnTo>
                  <a:pt x="142435" y="65475"/>
                </a:lnTo>
                <a:lnTo>
                  <a:pt x="143064" y="65937"/>
                </a:lnTo>
                <a:lnTo>
                  <a:pt x="143673" y="66441"/>
                </a:lnTo>
                <a:lnTo>
                  <a:pt x="144282" y="66945"/>
                </a:lnTo>
                <a:lnTo>
                  <a:pt x="144891" y="67491"/>
                </a:lnTo>
                <a:lnTo>
                  <a:pt x="145478" y="68037"/>
                </a:lnTo>
                <a:lnTo>
                  <a:pt x="146633" y="69170"/>
                </a:lnTo>
                <a:lnTo>
                  <a:pt x="147788" y="70325"/>
                </a:lnTo>
                <a:lnTo>
                  <a:pt x="148963" y="71479"/>
                </a:lnTo>
                <a:lnTo>
                  <a:pt x="149551" y="72025"/>
                </a:lnTo>
                <a:lnTo>
                  <a:pt x="150160" y="72571"/>
                </a:lnTo>
                <a:lnTo>
                  <a:pt x="150769" y="73096"/>
                </a:lnTo>
                <a:lnTo>
                  <a:pt x="151377" y="73621"/>
                </a:lnTo>
                <a:lnTo>
                  <a:pt x="152028" y="74103"/>
                </a:lnTo>
                <a:lnTo>
                  <a:pt x="152679" y="74544"/>
                </a:lnTo>
                <a:lnTo>
                  <a:pt x="153351" y="74985"/>
                </a:lnTo>
                <a:lnTo>
                  <a:pt x="154043" y="75363"/>
                </a:lnTo>
                <a:lnTo>
                  <a:pt x="154757" y="75720"/>
                </a:lnTo>
                <a:lnTo>
                  <a:pt x="155114" y="75888"/>
                </a:lnTo>
                <a:lnTo>
                  <a:pt x="155492" y="76035"/>
                </a:lnTo>
                <a:lnTo>
                  <a:pt x="155870" y="76161"/>
                </a:lnTo>
                <a:lnTo>
                  <a:pt x="156269" y="76287"/>
                </a:lnTo>
                <a:lnTo>
                  <a:pt x="156668" y="76413"/>
                </a:lnTo>
                <a:lnTo>
                  <a:pt x="157066" y="76518"/>
                </a:lnTo>
                <a:lnTo>
                  <a:pt x="157864" y="76706"/>
                </a:lnTo>
                <a:lnTo>
                  <a:pt x="158683" y="76874"/>
                </a:lnTo>
                <a:lnTo>
                  <a:pt x="159501" y="77000"/>
                </a:lnTo>
                <a:lnTo>
                  <a:pt x="160320" y="77084"/>
                </a:lnTo>
                <a:lnTo>
                  <a:pt x="161139" y="77147"/>
                </a:lnTo>
                <a:lnTo>
                  <a:pt x="161958" y="77147"/>
                </a:lnTo>
                <a:lnTo>
                  <a:pt x="162755" y="77126"/>
                </a:lnTo>
                <a:lnTo>
                  <a:pt x="163574" y="77084"/>
                </a:lnTo>
                <a:lnTo>
                  <a:pt x="164393" y="76979"/>
                </a:lnTo>
                <a:lnTo>
                  <a:pt x="165190" y="76853"/>
                </a:lnTo>
                <a:lnTo>
                  <a:pt x="165988" y="76706"/>
                </a:lnTo>
                <a:lnTo>
                  <a:pt x="166765" y="76497"/>
                </a:lnTo>
                <a:lnTo>
                  <a:pt x="167563" y="76287"/>
                </a:lnTo>
                <a:lnTo>
                  <a:pt x="168339" y="76035"/>
                </a:lnTo>
                <a:lnTo>
                  <a:pt x="169095" y="75741"/>
                </a:lnTo>
                <a:lnTo>
                  <a:pt x="169851" y="75426"/>
                </a:lnTo>
                <a:lnTo>
                  <a:pt x="170586" y="75069"/>
                </a:lnTo>
                <a:lnTo>
                  <a:pt x="171299" y="74712"/>
                </a:lnTo>
                <a:lnTo>
                  <a:pt x="172013" y="74292"/>
                </a:lnTo>
                <a:lnTo>
                  <a:pt x="172706" y="73872"/>
                </a:lnTo>
                <a:lnTo>
                  <a:pt x="173399" y="73411"/>
                </a:lnTo>
                <a:lnTo>
                  <a:pt x="174049" y="72928"/>
                </a:lnTo>
                <a:lnTo>
                  <a:pt x="174700" y="72424"/>
                </a:lnTo>
                <a:lnTo>
                  <a:pt x="175309" y="71899"/>
                </a:lnTo>
                <a:lnTo>
                  <a:pt x="175918" y="71332"/>
                </a:lnTo>
                <a:lnTo>
                  <a:pt x="176505" y="70745"/>
                </a:lnTo>
                <a:lnTo>
                  <a:pt x="177051" y="70157"/>
                </a:lnTo>
                <a:lnTo>
                  <a:pt x="177597" y="69527"/>
                </a:lnTo>
                <a:lnTo>
                  <a:pt x="178101" y="68876"/>
                </a:lnTo>
                <a:lnTo>
                  <a:pt x="178584" y="68226"/>
                </a:lnTo>
                <a:lnTo>
                  <a:pt x="179025" y="67533"/>
                </a:lnTo>
                <a:lnTo>
                  <a:pt x="179444" y="66819"/>
                </a:lnTo>
                <a:lnTo>
                  <a:pt x="179906" y="66021"/>
                </a:lnTo>
                <a:lnTo>
                  <a:pt x="180326" y="65203"/>
                </a:lnTo>
                <a:lnTo>
                  <a:pt x="180704" y="64384"/>
                </a:lnTo>
                <a:lnTo>
                  <a:pt x="181061" y="63565"/>
                </a:lnTo>
                <a:lnTo>
                  <a:pt x="181397" y="62746"/>
                </a:lnTo>
                <a:lnTo>
                  <a:pt x="181712" y="61907"/>
                </a:lnTo>
                <a:lnTo>
                  <a:pt x="181984" y="61067"/>
                </a:lnTo>
                <a:lnTo>
                  <a:pt x="182236" y="60206"/>
                </a:lnTo>
                <a:lnTo>
                  <a:pt x="182446" y="59367"/>
                </a:lnTo>
                <a:lnTo>
                  <a:pt x="182635" y="58506"/>
                </a:lnTo>
                <a:lnTo>
                  <a:pt x="182803" y="57645"/>
                </a:lnTo>
                <a:lnTo>
                  <a:pt x="182950" y="56785"/>
                </a:lnTo>
                <a:lnTo>
                  <a:pt x="183055" y="55924"/>
                </a:lnTo>
                <a:lnTo>
                  <a:pt x="183160" y="55063"/>
                </a:lnTo>
                <a:lnTo>
                  <a:pt x="183223" y="54182"/>
                </a:lnTo>
                <a:lnTo>
                  <a:pt x="183244" y="53321"/>
                </a:lnTo>
                <a:lnTo>
                  <a:pt x="183265" y="52439"/>
                </a:lnTo>
                <a:lnTo>
                  <a:pt x="183265" y="51578"/>
                </a:lnTo>
                <a:lnTo>
                  <a:pt x="183223" y="50697"/>
                </a:lnTo>
                <a:lnTo>
                  <a:pt x="183181" y="49836"/>
                </a:lnTo>
                <a:lnTo>
                  <a:pt x="183097" y="48954"/>
                </a:lnTo>
                <a:lnTo>
                  <a:pt x="182992" y="48094"/>
                </a:lnTo>
                <a:lnTo>
                  <a:pt x="182866" y="47212"/>
                </a:lnTo>
                <a:lnTo>
                  <a:pt x="182719" y="46351"/>
                </a:lnTo>
                <a:lnTo>
                  <a:pt x="182551" y="45491"/>
                </a:lnTo>
                <a:lnTo>
                  <a:pt x="182362" y="44609"/>
                </a:lnTo>
                <a:lnTo>
                  <a:pt x="182152" y="43748"/>
                </a:lnTo>
                <a:lnTo>
                  <a:pt x="181921" y="42888"/>
                </a:lnTo>
                <a:lnTo>
                  <a:pt x="181691" y="42048"/>
                </a:lnTo>
                <a:lnTo>
                  <a:pt x="181418" y="41187"/>
                </a:lnTo>
                <a:lnTo>
                  <a:pt x="181124" y="40348"/>
                </a:lnTo>
                <a:lnTo>
                  <a:pt x="180809" y="39508"/>
                </a:lnTo>
                <a:lnTo>
                  <a:pt x="180494" y="38668"/>
                </a:lnTo>
                <a:lnTo>
                  <a:pt x="180137" y="37849"/>
                </a:lnTo>
                <a:lnTo>
                  <a:pt x="179780" y="37010"/>
                </a:lnTo>
                <a:lnTo>
                  <a:pt x="179402" y="36212"/>
                </a:lnTo>
                <a:lnTo>
                  <a:pt x="179004" y="35393"/>
                </a:lnTo>
                <a:lnTo>
                  <a:pt x="178605" y="34596"/>
                </a:lnTo>
                <a:lnTo>
                  <a:pt x="178164" y="33798"/>
                </a:lnTo>
                <a:lnTo>
                  <a:pt x="177723" y="33000"/>
                </a:lnTo>
                <a:lnTo>
                  <a:pt x="177261" y="32223"/>
                </a:lnTo>
                <a:lnTo>
                  <a:pt x="176778" y="31468"/>
                </a:lnTo>
                <a:lnTo>
                  <a:pt x="176296" y="30691"/>
                </a:lnTo>
                <a:lnTo>
                  <a:pt x="175792" y="29956"/>
                </a:lnTo>
                <a:lnTo>
                  <a:pt x="175267" y="29222"/>
                </a:lnTo>
                <a:lnTo>
                  <a:pt x="174721" y="28487"/>
                </a:lnTo>
                <a:lnTo>
                  <a:pt x="174175" y="27773"/>
                </a:lnTo>
                <a:lnTo>
                  <a:pt x="173629" y="27059"/>
                </a:lnTo>
                <a:lnTo>
                  <a:pt x="173042" y="26367"/>
                </a:lnTo>
                <a:lnTo>
                  <a:pt x="172454" y="25674"/>
                </a:lnTo>
                <a:lnTo>
                  <a:pt x="171866" y="25002"/>
                </a:lnTo>
                <a:lnTo>
                  <a:pt x="171257" y="24351"/>
                </a:lnTo>
                <a:lnTo>
                  <a:pt x="170628" y="23721"/>
                </a:lnTo>
                <a:lnTo>
                  <a:pt x="169998" y="23092"/>
                </a:lnTo>
                <a:lnTo>
                  <a:pt x="169368" y="22462"/>
                </a:lnTo>
                <a:lnTo>
                  <a:pt x="168696" y="21874"/>
                </a:lnTo>
                <a:lnTo>
                  <a:pt x="168045" y="21286"/>
                </a:lnTo>
                <a:lnTo>
                  <a:pt x="167374" y="20720"/>
                </a:lnTo>
                <a:lnTo>
                  <a:pt x="166681" y="20153"/>
                </a:lnTo>
                <a:lnTo>
                  <a:pt x="166009" y="19628"/>
                </a:lnTo>
                <a:lnTo>
                  <a:pt x="165295" y="19103"/>
                </a:lnTo>
                <a:lnTo>
                  <a:pt x="164603" y="18599"/>
                </a:lnTo>
                <a:lnTo>
                  <a:pt x="163889" y="18116"/>
                </a:lnTo>
                <a:lnTo>
                  <a:pt x="163154" y="17655"/>
                </a:lnTo>
                <a:lnTo>
                  <a:pt x="162587" y="17298"/>
                </a:lnTo>
                <a:lnTo>
                  <a:pt x="162000" y="16962"/>
                </a:lnTo>
                <a:lnTo>
                  <a:pt x="161433" y="16647"/>
                </a:lnTo>
                <a:lnTo>
                  <a:pt x="160866" y="16353"/>
                </a:lnTo>
                <a:lnTo>
                  <a:pt x="160278" y="16059"/>
                </a:lnTo>
                <a:lnTo>
                  <a:pt x="159690" y="15786"/>
                </a:lnTo>
                <a:lnTo>
                  <a:pt x="158536" y="15283"/>
                </a:lnTo>
                <a:lnTo>
                  <a:pt x="157381" y="14821"/>
                </a:lnTo>
                <a:lnTo>
                  <a:pt x="156206" y="14401"/>
                </a:lnTo>
                <a:lnTo>
                  <a:pt x="155030" y="14044"/>
                </a:lnTo>
                <a:lnTo>
                  <a:pt x="153855" y="13729"/>
                </a:lnTo>
                <a:lnTo>
                  <a:pt x="152679" y="13456"/>
                </a:lnTo>
                <a:lnTo>
                  <a:pt x="151503" y="13225"/>
                </a:lnTo>
                <a:lnTo>
                  <a:pt x="150307" y="13036"/>
                </a:lnTo>
                <a:lnTo>
                  <a:pt x="149131" y="12889"/>
                </a:lnTo>
                <a:lnTo>
                  <a:pt x="147935" y="12784"/>
                </a:lnTo>
                <a:lnTo>
                  <a:pt x="146738" y="12721"/>
                </a:lnTo>
                <a:lnTo>
                  <a:pt x="145541" y="12679"/>
                </a:lnTo>
                <a:lnTo>
                  <a:pt x="144345" y="12658"/>
                </a:lnTo>
                <a:lnTo>
                  <a:pt x="143127" y="12700"/>
                </a:lnTo>
                <a:lnTo>
                  <a:pt x="141931" y="12742"/>
                </a:lnTo>
                <a:lnTo>
                  <a:pt x="140734" y="12826"/>
                </a:lnTo>
                <a:lnTo>
                  <a:pt x="139517" y="12931"/>
                </a:lnTo>
                <a:lnTo>
                  <a:pt x="138299" y="13078"/>
                </a:lnTo>
                <a:lnTo>
                  <a:pt x="137081" y="13225"/>
                </a:lnTo>
                <a:lnTo>
                  <a:pt x="135885" y="13414"/>
                </a:lnTo>
                <a:lnTo>
                  <a:pt x="134667" y="13603"/>
                </a:lnTo>
                <a:lnTo>
                  <a:pt x="133450" y="13813"/>
                </a:lnTo>
                <a:lnTo>
                  <a:pt x="132232" y="14044"/>
                </a:lnTo>
                <a:lnTo>
                  <a:pt x="129776" y="14548"/>
                </a:lnTo>
                <a:lnTo>
                  <a:pt x="127341" y="15094"/>
                </a:lnTo>
                <a:lnTo>
                  <a:pt x="124885" y="15660"/>
                </a:lnTo>
                <a:lnTo>
                  <a:pt x="119973" y="16815"/>
                </a:lnTo>
                <a:lnTo>
                  <a:pt x="117516" y="17403"/>
                </a:lnTo>
                <a:lnTo>
                  <a:pt x="115060" y="17949"/>
                </a:lnTo>
                <a:lnTo>
                  <a:pt x="112604" y="18452"/>
                </a:lnTo>
                <a:lnTo>
                  <a:pt x="111387" y="18683"/>
                </a:lnTo>
                <a:lnTo>
                  <a:pt x="110169" y="18914"/>
                </a:lnTo>
                <a:lnTo>
                  <a:pt x="108931" y="19103"/>
                </a:lnTo>
                <a:lnTo>
                  <a:pt x="107713" y="19292"/>
                </a:lnTo>
                <a:lnTo>
                  <a:pt x="106495" y="19460"/>
                </a:lnTo>
                <a:lnTo>
                  <a:pt x="105278" y="19607"/>
                </a:lnTo>
                <a:lnTo>
                  <a:pt x="104039" y="19712"/>
                </a:lnTo>
                <a:lnTo>
                  <a:pt x="102822" y="19817"/>
                </a:lnTo>
                <a:lnTo>
                  <a:pt x="101604" y="19880"/>
                </a:lnTo>
                <a:lnTo>
                  <a:pt x="100387" y="19922"/>
                </a:lnTo>
                <a:lnTo>
                  <a:pt x="99190" y="19922"/>
                </a:lnTo>
                <a:lnTo>
                  <a:pt x="97972" y="19901"/>
                </a:lnTo>
                <a:lnTo>
                  <a:pt x="96755" y="19838"/>
                </a:lnTo>
                <a:lnTo>
                  <a:pt x="95558" y="19754"/>
                </a:lnTo>
                <a:lnTo>
                  <a:pt x="94341" y="19628"/>
                </a:lnTo>
                <a:lnTo>
                  <a:pt x="93144" y="19460"/>
                </a:lnTo>
                <a:lnTo>
                  <a:pt x="91948" y="19250"/>
                </a:lnTo>
                <a:lnTo>
                  <a:pt x="90751" y="18998"/>
                </a:lnTo>
                <a:lnTo>
                  <a:pt x="89554" y="18683"/>
                </a:lnTo>
                <a:lnTo>
                  <a:pt x="88358" y="18347"/>
                </a:lnTo>
                <a:lnTo>
                  <a:pt x="87161" y="17970"/>
                </a:lnTo>
                <a:lnTo>
                  <a:pt x="85986" y="17529"/>
                </a:lnTo>
                <a:lnTo>
                  <a:pt x="85209" y="17193"/>
                </a:lnTo>
                <a:lnTo>
                  <a:pt x="84453" y="16836"/>
                </a:lnTo>
                <a:lnTo>
                  <a:pt x="83698" y="16479"/>
                </a:lnTo>
                <a:lnTo>
                  <a:pt x="82963" y="16080"/>
                </a:lnTo>
                <a:lnTo>
                  <a:pt x="82228" y="15681"/>
                </a:lnTo>
                <a:lnTo>
                  <a:pt x="81514" y="15241"/>
                </a:lnTo>
                <a:lnTo>
                  <a:pt x="80801" y="14821"/>
                </a:lnTo>
                <a:lnTo>
                  <a:pt x="80087" y="14359"/>
                </a:lnTo>
                <a:lnTo>
                  <a:pt x="78701" y="13435"/>
                </a:lnTo>
                <a:lnTo>
                  <a:pt x="77316" y="12470"/>
                </a:lnTo>
                <a:lnTo>
                  <a:pt x="75972" y="11483"/>
                </a:lnTo>
                <a:lnTo>
                  <a:pt x="74608" y="10496"/>
                </a:lnTo>
                <a:lnTo>
                  <a:pt x="73243" y="9510"/>
                </a:lnTo>
                <a:lnTo>
                  <a:pt x="71879" y="8523"/>
                </a:lnTo>
                <a:lnTo>
                  <a:pt x="70493" y="7599"/>
                </a:lnTo>
                <a:lnTo>
                  <a:pt x="69801" y="7137"/>
                </a:lnTo>
                <a:lnTo>
                  <a:pt x="69087" y="6697"/>
                </a:lnTo>
                <a:lnTo>
                  <a:pt x="68373" y="6256"/>
                </a:lnTo>
                <a:lnTo>
                  <a:pt x="67659" y="5836"/>
                </a:lnTo>
                <a:lnTo>
                  <a:pt x="66925" y="5437"/>
                </a:lnTo>
                <a:lnTo>
                  <a:pt x="66169" y="5059"/>
                </a:lnTo>
                <a:lnTo>
                  <a:pt x="65434" y="4702"/>
                </a:lnTo>
                <a:lnTo>
                  <a:pt x="64657" y="4366"/>
                </a:lnTo>
                <a:lnTo>
                  <a:pt x="63881" y="4031"/>
                </a:lnTo>
                <a:lnTo>
                  <a:pt x="63104" y="3737"/>
                </a:lnTo>
                <a:lnTo>
                  <a:pt x="62411" y="3506"/>
                </a:lnTo>
                <a:lnTo>
                  <a:pt x="61739" y="3317"/>
                </a:lnTo>
                <a:lnTo>
                  <a:pt x="61047" y="3149"/>
                </a:lnTo>
                <a:lnTo>
                  <a:pt x="60375" y="3002"/>
                </a:lnTo>
                <a:lnTo>
                  <a:pt x="59703" y="2897"/>
                </a:lnTo>
                <a:lnTo>
                  <a:pt x="59010" y="2834"/>
                </a:lnTo>
                <a:lnTo>
                  <a:pt x="58339" y="2771"/>
                </a:lnTo>
                <a:lnTo>
                  <a:pt x="57646" y="2750"/>
                </a:lnTo>
                <a:lnTo>
                  <a:pt x="56974" y="2729"/>
                </a:lnTo>
                <a:lnTo>
                  <a:pt x="56302" y="2750"/>
                </a:lnTo>
                <a:lnTo>
                  <a:pt x="55610" y="2792"/>
                </a:lnTo>
                <a:lnTo>
                  <a:pt x="54938" y="2834"/>
                </a:lnTo>
                <a:lnTo>
                  <a:pt x="54266" y="2918"/>
                </a:lnTo>
                <a:lnTo>
                  <a:pt x="53573" y="3002"/>
                </a:lnTo>
                <a:lnTo>
                  <a:pt x="52902" y="3086"/>
                </a:lnTo>
                <a:lnTo>
                  <a:pt x="52230" y="3212"/>
                </a:lnTo>
                <a:lnTo>
                  <a:pt x="50865" y="3464"/>
                </a:lnTo>
                <a:lnTo>
                  <a:pt x="49522" y="3758"/>
                </a:lnTo>
                <a:lnTo>
                  <a:pt x="48157" y="4073"/>
                </a:lnTo>
                <a:lnTo>
                  <a:pt x="46814" y="4408"/>
                </a:lnTo>
                <a:lnTo>
                  <a:pt x="45449" y="4723"/>
                </a:lnTo>
                <a:lnTo>
                  <a:pt x="44106" y="5038"/>
                </a:lnTo>
                <a:lnTo>
                  <a:pt x="42762" y="5311"/>
                </a:lnTo>
                <a:lnTo>
                  <a:pt x="41419" y="5563"/>
                </a:lnTo>
                <a:lnTo>
                  <a:pt x="40642" y="5689"/>
                </a:lnTo>
                <a:lnTo>
                  <a:pt x="39886" y="5773"/>
                </a:lnTo>
                <a:lnTo>
                  <a:pt x="39130" y="5815"/>
                </a:lnTo>
                <a:lnTo>
                  <a:pt x="38375" y="5836"/>
                </a:lnTo>
                <a:lnTo>
                  <a:pt x="37619" y="5836"/>
                </a:lnTo>
                <a:lnTo>
                  <a:pt x="36884" y="5794"/>
                </a:lnTo>
                <a:lnTo>
                  <a:pt x="36129" y="5731"/>
                </a:lnTo>
                <a:lnTo>
                  <a:pt x="35394" y="5647"/>
                </a:lnTo>
                <a:lnTo>
                  <a:pt x="34659" y="5542"/>
                </a:lnTo>
                <a:lnTo>
                  <a:pt x="33924" y="5416"/>
                </a:lnTo>
                <a:lnTo>
                  <a:pt x="33190" y="5269"/>
                </a:lnTo>
                <a:lnTo>
                  <a:pt x="32455" y="5101"/>
                </a:lnTo>
                <a:lnTo>
                  <a:pt x="31741" y="4912"/>
                </a:lnTo>
                <a:lnTo>
                  <a:pt x="31006" y="4723"/>
                </a:lnTo>
                <a:lnTo>
                  <a:pt x="29558" y="4303"/>
                </a:lnTo>
                <a:lnTo>
                  <a:pt x="28130" y="3821"/>
                </a:lnTo>
                <a:lnTo>
                  <a:pt x="26682" y="3338"/>
                </a:lnTo>
                <a:lnTo>
                  <a:pt x="23827" y="2330"/>
                </a:lnTo>
                <a:lnTo>
                  <a:pt x="22399" y="1847"/>
                </a:lnTo>
                <a:lnTo>
                  <a:pt x="20951" y="1386"/>
                </a:lnTo>
                <a:lnTo>
                  <a:pt x="19502" y="966"/>
                </a:lnTo>
                <a:lnTo>
                  <a:pt x="18789" y="777"/>
                </a:lnTo>
                <a:lnTo>
                  <a:pt x="18054" y="609"/>
                </a:lnTo>
                <a:lnTo>
                  <a:pt x="17424" y="462"/>
                </a:lnTo>
                <a:lnTo>
                  <a:pt x="16794" y="336"/>
                </a:lnTo>
                <a:lnTo>
                  <a:pt x="16186" y="231"/>
                </a:lnTo>
                <a:lnTo>
                  <a:pt x="15556" y="147"/>
                </a:lnTo>
                <a:lnTo>
                  <a:pt x="14947" y="84"/>
                </a:lnTo>
                <a:lnTo>
                  <a:pt x="14338" y="42"/>
                </a:lnTo>
                <a:lnTo>
                  <a:pt x="1375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1"/>
          </p:nvPr>
        </p:nvSpPr>
        <p:spPr>
          <a:xfrm>
            <a:off x="1086085" y="1749026"/>
            <a:ext cx="21717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subTitle" idx="2"/>
          </p:nvPr>
        </p:nvSpPr>
        <p:spPr>
          <a:xfrm>
            <a:off x="1086077" y="1980378"/>
            <a:ext cx="2171700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7"/>
          <p:cNvSpPr txBox="1">
            <a:spLocks noGrp="1"/>
          </p:cNvSpPr>
          <p:nvPr>
            <p:ph type="subTitle" idx="3"/>
          </p:nvPr>
        </p:nvSpPr>
        <p:spPr>
          <a:xfrm>
            <a:off x="3486150" y="1980375"/>
            <a:ext cx="2171700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4"/>
          </p:nvPr>
        </p:nvSpPr>
        <p:spPr>
          <a:xfrm>
            <a:off x="5886223" y="1980377"/>
            <a:ext cx="2171700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5"/>
          </p:nvPr>
        </p:nvSpPr>
        <p:spPr>
          <a:xfrm>
            <a:off x="3486146" y="1749025"/>
            <a:ext cx="21717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6"/>
          </p:nvPr>
        </p:nvSpPr>
        <p:spPr>
          <a:xfrm>
            <a:off x="5886208" y="1749026"/>
            <a:ext cx="21717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"/>
          <p:cNvSpPr/>
          <p:nvPr/>
        </p:nvSpPr>
        <p:spPr>
          <a:xfrm rot="10800000">
            <a:off x="7660142" y="-94972"/>
            <a:ext cx="1537521" cy="1077396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17"/>
          <p:cNvGrpSpPr/>
          <p:nvPr/>
        </p:nvGrpSpPr>
        <p:grpSpPr>
          <a:xfrm rot="9156209" flipH="1">
            <a:off x="-31414" y="113825"/>
            <a:ext cx="829810" cy="659800"/>
            <a:chOff x="7917675" y="-1178675"/>
            <a:chExt cx="547275" cy="435150"/>
          </a:xfrm>
        </p:grpSpPr>
        <p:sp>
          <p:nvSpPr>
            <p:cNvPr id="202" name="Google Shape;202;p17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7"/>
          <p:cNvSpPr/>
          <p:nvPr/>
        </p:nvSpPr>
        <p:spPr>
          <a:xfrm rot="-5400000">
            <a:off x="7649561" y="3513059"/>
            <a:ext cx="1793835" cy="1194945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17"/>
          <p:cNvGrpSpPr/>
          <p:nvPr/>
        </p:nvGrpSpPr>
        <p:grpSpPr>
          <a:xfrm rot="-3572504" flipH="1">
            <a:off x="-60306" y="3897595"/>
            <a:ext cx="829802" cy="659793"/>
            <a:chOff x="7917675" y="-1178675"/>
            <a:chExt cx="547275" cy="435150"/>
          </a:xfrm>
        </p:grpSpPr>
        <p:sp>
          <p:nvSpPr>
            <p:cNvPr id="206" name="Google Shape;206;p17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9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1"/>
          </p:nvPr>
        </p:nvSpPr>
        <p:spPr>
          <a:xfrm>
            <a:off x="1354236" y="1306475"/>
            <a:ext cx="2967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subTitle" idx="2"/>
          </p:nvPr>
        </p:nvSpPr>
        <p:spPr>
          <a:xfrm>
            <a:off x="1354238" y="15275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3"/>
          </p:nvPr>
        </p:nvSpPr>
        <p:spPr>
          <a:xfrm>
            <a:off x="4822764" y="15275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subTitle" idx="4"/>
          </p:nvPr>
        </p:nvSpPr>
        <p:spPr>
          <a:xfrm>
            <a:off x="1354238" y="327590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5"/>
          </p:nvPr>
        </p:nvSpPr>
        <p:spPr>
          <a:xfrm>
            <a:off x="4822764" y="327590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6"/>
          </p:nvPr>
        </p:nvSpPr>
        <p:spPr>
          <a:xfrm>
            <a:off x="1354236" y="3054800"/>
            <a:ext cx="2967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7"/>
          </p:nvPr>
        </p:nvSpPr>
        <p:spPr>
          <a:xfrm>
            <a:off x="4822761" y="1306475"/>
            <a:ext cx="2967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8"/>
          </p:nvPr>
        </p:nvSpPr>
        <p:spPr>
          <a:xfrm>
            <a:off x="4822761" y="3054800"/>
            <a:ext cx="2967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Cabin"/>
                <a:ea typeface="Cabin"/>
                <a:cs typeface="Cabin"/>
                <a:sym typeface="Cabi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9"/>
          <p:cNvSpPr/>
          <p:nvPr/>
        </p:nvSpPr>
        <p:spPr>
          <a:xfrm rot="5400000" flipH="1">
            <a:off x="-304457" y="3513059"/>
            <a:ext cx="1793835" cy="1194945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19"/>
          <p:cNvGrpSpPr/>
          <p:nvPr/>
        </p:nvGrpSpPr>
        <p:grpSpPr>
          <a:xfrm rot="3572504">
            <a:off x="8369443" y="3897595"/>
            <a:ext cx="829802" cy="659793"/>
            <a:chOff x="7917675" y="-1178675"/>
            <a:chExt cx="547275" cy="435150"/>
          </a:xfrm>
        </p:grpSpPr>
        <p:sp>
          <p:nvSpPr>
            <p:cNvPr id="240" name="Google Shape;240;p19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19"/>
          <p:cNvSpPr/>
          <p:nvPr/>
        </p:nvSpPr>
        <p:spPr>
          <a:xfrm rot="10800000">
            <a:off x="7118619" y="-192632"/>
            <a:ext cx="2025381" cy="1419257"/>
          </a:xfrm>
          <a:custGeom>
            <a:avLst/>
            <a:gdLst/>
            <a:ahLst/>
            <a:cxnLst/>
            <a:rect l="l" t="t" r="r" b="b"/>
            <a:pathLst>
              <a:path w="73390" h="51427" extrusionOk="0">
                <a:moveTo>
                  <a:pt x="21454" y="0"/>
                </a:moveTo>
                <a:lnTo>
                  <a:pt x="21192" y="29"/>
                </a:lnTo>
                <a:lnTo>
                  <a:pt x="20929" y="58"/>
                </a:lnTo>
                <a:lnTo>
                  <a:pt x="20667" y="88"/>
                </a:lnTo>
                <a:lnTo>
                  <a:pt x="20391" y="146"/>
                </a:lnTo>
                <a:lnTo>
                  <a:pt x="20128" y="219"/>
                </a:lnTo>
                <a:lnTo>
                  <a:pt x="19866" y="291"/>
                </a:lnTo>
                <a:lnTo>
                  <a:pt x="19604" y="379"/>
                </a:lnTo>
                <a:lnTo>
                  <a:pt x="19342" y="466"/>
                </a:lnTo>
                <a:lnTo>
                  <a:pt x="19080" y="568"/>
                </a:lnTo>
                <a:lnTo>
                  <a:pt x="18818" y="685"/>
                </a:lnTo>
                <a:lnTo>
                  <a:pt x="18570" y="801"/>
                </a:lnTo>
                <a:lnTo>
                  <a:pt x="18322" y="932"/>
                </a:lnTo>
                <a:lnTo>
                  <a:pt x="18075" y="1078"/>
                </a:lnTo>
                <a:lnTo>
                  <a:pt x="17594" y="1369"/>
                </a:lnTo>
                <a:lnTo>
                  <a:pt x="17143" y="1690"/>
                </a:lnTo>
                <a:lnTo>
                  <a:pt x="16720" y="2025"/>
                </a:lnTo>
                <a:lnTo>
                  <a:pt x="16313" y="2389"/>
                </a:lnTo>
                <a:lnTo>
                  <a:pt x="15919" y="2753"/>
                </a:lnTo>
                <a:lnTo>
                  <a:pt x="15133" y="3525"/>
                </a:lnTo>
                <a:lnTo>
                  <a:pt x="14376" y="4297"/>
                </a:lnTo>
                <a:lnTo>
                  <a:pt x="13982" y="4675"/>
                </a:lnTo>
                <a:lnTo>
                  <a:pt x="13589" y="5054"/>
                </a:lnTo>
                <a:lnTo>
                  <a:pt x="13196" y="5418"/>
                </a:lnTo>
                <a:lnTo>
                  <a:pt x="12788" y="5768"/>
                </a:lnTo>
                <a:lnTo>
                  <a:pt x="12366" y="6103"/>
                </a:lnTo>
                <a:lnTo>
                  <a:pt x="11943" y="6408"/>
                </a:lnTo>
                <a:lnTo>
                  <a:pt x="11492" y="6700"/>
                </a:lnTo>
                <a:lnTo>
                  <a:pt x="11040" y="6962"/>
                </a:lnTo>
                <a:lnTo>
                  <a:pt x="10793" y="7078"/>
                </a:lnTo>
                <a:lnTo>
                  <a:pt x="10560" y="7195"/>
                </a:lnTo>
                <a:lnTo>
                  <a:pt x="10312" y="7297"/>
                </a:lnTo>
                <a:lnTo>
                  <a:pt x="10065" y="7384"/>
                </a:lnTo>
                <a:lnTo>
                  <a:pt x="9700" y="7486"/>
                </a:lnTo>
                <a:lnTo>
                  <a:pt x="9351" y="7588"/>
                </a:lnTo>
                <a:lnTo>
                  <a:pt x="8987" y="7646"/>
                </a:lnTo>
                <a:lnTo>
                  <a:pt x="8637" y="7690"/>
                </a:lnTo>
                <a:lnTo>
                  <a:pt x="8273" y="7719"/>
                </a:lnTo>
                <a:lnTo>
                  <a:pt x="7560" y="7719"/>
                </a:lnTo>
                <a:lnTo>
                  <a:pt x="7195" y="7675"/>
                </a:lnTo>
                <a:lnTo>
                  <a:pt x="6831" y="7632"/>
                </a:lnTo>
                <a:lnTo>
                  <a:pt x="6482" y="7559"/>
                </a:lnTo>
                <a:lnTo>
                  <a:pt x="6132" y="7486"/>
                </a:lnTo>
                <a:lnTo>
                  <a:pt x="5783" y="7384"/>
                </a:lnTo>
                <a:lnTo>
                  <a:pt x="5433" y="7253"/>
                </a:lnTo>
                <a:lnTo>
                  <a:pt x="5084" y="7122"/>
                </a:lnTo>
                <a:lnTo>
                  <a:pt x="4749" y="6976"/>
                </a:lnTo>
                <a:lnTo>
                  <a:pt x="4414" y="6816"/>
                </a:lnTo>
                <a:lnTo>
                  <a:pt x="4093" y="6641"/>
                </a:lnTo>
                <a:lnTo>
                  <a:pt x="3773" y="6452"/>
                </a:lnTo>
                <a:lnTo>
                  <a:pt x="3452" y="6248"/>
                </a:lnTo>
                <a:lnTo>
                  <a:pt x="3147" y="6030"/>
                </a:lnTo>
                <a:lnTo>
                  <a:pt x="2841" y="5797"/>
                </a:lnTo>
                <a:lnTo>
                  <a:pt x="2549" y="5564"/>
                </a:lnTo>
                <a:lnTo>
                  <a:pt x="2273" y="5316"/>
                </a:lnTo>
                <a:lnTo>
                  <a:pt x="1996" y="5054"/>
                </a:lnTo>
                <a:lnTo>
                  <a:pt x="1734" y="4777"/>
                </a:lnTo>
                <a:lnTo>
                  <a:pt x="1472" y="4500"/>
                </a:lnTo>
                <a:lnTo>
                  <a:pt x="1239" y="4209"/>
                </a:lnTo>
                <a:lnTo>
                  <a:pt x="1006" y="3918"/>
                </a:lnTo>
                <a:lnTo>
                  <a:pt x="787" y="3612"/>
                </a:lnTo>
                <a:lnTo>
                  <a:pt x="569" y="3292"/>
                </a:lnTo>
                <a:lnTo>
                  <a:pt x="379" y="2971"/>
                </a:lnTo>
                <a:lnTo>
                  <a:pt x="205" y="2651"/>
                </a:lnTo>
                <a:lnTo>
                  <a:pt x="1" y="2272"/>
                </a:lnTo>
                <a:lnTo>
                  <a:pt x="1" y="51426"/>
                </a:lnTo>
                <a:lnTo>
                  <a:pt x="73390" y="51426"/>
                </a:lnTo>
                <a:lnTo>
                  <a:pt x="73390" y="46285"/>
                </a:lnTo>
                <a:lnTo>
                  <a:pt x="72720" y="46300"/>
                </a:lnTo>
                <a:lnTo>
                  <a:pt x="72035" y="46300"/>
                </a:lnTo>
                <a:lnTo>
                  <a:pt x="71351" y="46256"/>
                </a:lnTo>
                <a:lnTo>
                  <a:pt x="70666" y="46198"/>
                </a:lnTo>
                <a:lnTo>
                  <a:pt x="69996" y="46110"/>
                </a:lnTo>
                <a:lnTo>
                  <a:pt x="69326" y="45994"/>
                </a:lnTo>
                <a:lnTo>
                  <a:pt x="68656" y="45848"/>
                </a:lnTo>
                <a:lnTo>
                  <a:pt x="67986" y="45688"/>
                </a:lnTo>
                <a:lnTo>
                  <a:pt x="67578" y="45572"/>
                </a:lnTo>
                <a:lnTo>
                  <a:pt x="67185" y="45441"/>
                </a:lnTo>
                <a:lnTo>
                  <a:pt x="66777" y="45309"/>
                </a:lnTo>
                <a:lnTo>
                  <a:pt x="66384" y="45164"/>
                </a:lnTo>
                <a:lnTo>
                  <a:pt x="65991" y="45004"/>
                </a:lnTo>
                <a:lnTo>
                  <a:pt x="65598" y="44843"/>
                </a:lnTo>
                <a:lnTo>
                  <a:pt x="65204" y="44669"/>
                </a:lnTo>
                <a:lnTo>
                  <a:pt x="64826" y="44479"/>
                </a:lnTo>
                <a:lnTo>
                  <a:pt x="64447" y="44290"/>
                </a:lnTo>
                <a:lnTo>
                  <a:pt x="64068" y="44101"/>
                </a:lnTo>
                <a:lnTo>
                  <a:pt x="63704" y="43882"/>
                </a:lnTo>
                <a:lnTo>
                  <a:pt x="63340" y="43664"/>
                </a:lnTo>
                <a:lnTo>
                  <a:pt x="62991" y="43445"/>
                </a:lnTo>
                <a:lnTo>
                  <a:pt x="62627" y="43212"/>
                </a:lnTo>
                <a:lnTo>
                  <a:pt x="62277" y="42965"/>
                </a:lnTo>
                <a:lnTo>
                  <a:pt x="61942" y="42717"/>
                </a:lnTo>
                <a:lnTo>
                  <a:pt x="61607" y="42455"/>
                </a:lnTo>
                <a:lnTo>
                  <a:pt x="61272" y="42193"/>
                </a:lnTo>
                <a:lnTo>
                  <a:pt x="60952" y="41916"/>
                </a:lnTo>
                <a:lnTo>
                  <a:pt x="60631" y="41639"/>
                </a:lnTo>
                <a:lnTo>
                  <a:pt x="60325" y="41348"/>
                </a:lnTo>
                <a:lnTo>
                  <a:pt x="60020" y="41057"/>
                </a:lnTo>
                <a:lnTo>
                  <a:pt x="59714" y="40765"/>
                </a:lnTo>
                <a:lnTo>
                  <a:pt x="59422" y="40445"/>
                </a:lnTo>
                <a:lnTo>
                  <a:pt x="59146" y="40139"/>
                </a:lnTo>
                <a:lnTo>
                  <a:pt x="58869" y="39819"/>
                </a:lnTo>
                <a:lnTo>
                  <a:pt x="58592" y="39484"/>
                </a:lnTo>
                <a:lnTo>
                  <a:pt x="58345" y="39149"/>
                </a:lnTo>
                <a:lnTo>
                  <a:pt x="58083" y="38814"/>
                </a:lnTo>
                <a:lnTo>
                  <a:pt x="57835" y="38464"/>
                </a:lnTo>
                <a:lnTo>
                  <a:pt x="57602" y="38115"/>
                </a:lnTo>
                <a:lnTo>
                  <a:pt x="57384" y="37751"/>
                </a:lnTo>
                <a:lnTo>
                  <a:pt x="57150" y="37357"/>
                </a:lnTo>
                <a:lnTo>
                  <a:pt x="56917" y="36964"/>
                </a:lnTo>
                <a:lnTo>
                  <a:pt x="56466" y="36163"/>
                </a:lnTo>
                <a:lnTo>
                  <a:pt x="56014" y="35362"/>
                </a:lnTo>
                <a:lnTo>
                  <a:pt x="55781" y="34969"/>
                </a:lnTo>
                <a:lnTo>
                  <a:pt x="55548" y="34576"/>
                </a:lnTo>
                <a:lnTo>
                  <a:pt x="55301" y="34197"/>
                </a:lnTo>
                <a:lnTo>
                  <a:pt x="55039" y="33818"/>
                </a:lnTo>
                <a:lnTo>
                  <a:pt x="54777" y="33469"/>
                </a:lnTo>
                <a:lnTo>
                  <a:pt x="54485" y="33119"/>
                </a:lnTo>
                <a:lnTo>
                  <a:pt x="54179" y="32799"/>
                </a:lnTo>
                <a:lnTo>
                  <a:pt x="53859" y="32493"/>
                </a:lnTo>
                <a:lnTo>
                  <a:pt x="53524" y="32202"/>
                </a:lnTo>
                <a:lnTo>
                  <a:pt x="53160" y="31939"/>
                </a:lnTo>
                <a:lnTo>
                  <a:pt x="52796" y="31706"/>
                </a:lnTo>
                <a:lnTo>
                  <a:pt x="52417" y="31517"/>
                </a:lnTo>
                <a:lnTo>
                  <a:pt x="52038" y="31342"/>
                </a:lnTo>
                <a:lnTo>
                  <a:pt x="51645" y="31197"/>
                </a:lnTo>
                <a:lnTo>
                  <a:pt x="51237" y="31051"/>
                </a:lnTo>
                <a:lnTo>
                  <a:pt x="50815" y="30949"/>
                </a:lnTo>
                <a:lnTo>
                  <a:pt x="50393" y="30847"/>
                </a:lnTo>
                <a:lnTo>
                  <a:pt x="49970" y="30760"/>
                </a:lnTo>
                <a:lnTo>
                  <a:pt x="49533" y="30687"/>
                </a:lnTo>
                <a:lnTo>
                  <a:pt x="49097" y="30629"/>
                </a:lnTo>
                <a:lnTo>
                  <a:pt x="48208" y="30541"/>
                </a:lnTo>
                <a:lnTo>
                  <a:pt x="47320" y="30454"/>
                </a:lnTo>
                <a:lnTo>
                  <a:pt x="46431" y="30381"/>
                </a:lnTo>
                <a:lnTo>
                  <a:pt x="45557" y="30294"/>
                </a:lnTo>
                <a:lnTo>
                  <a:pt x="45120" y="30250"/>
                </a:lnTo>
                <a:lnTo>
                  <a:pt x="44698" y="30192"/>
                </a:lnTo>
                <a:lnTo>
                  <a:pt x="44276" y="30119"/>
                </a:lnTo>
                <a:lnTo>
                  <a:pt x="43868" y="30032"/>
                </a:lnTo>
                <a:lnTo>
                  <a:pt x="43460" y="29930"/>
                </a:lnTo>
                <a:lnTo>
                  <a:pt x="43067" y="29828"/>
                </a:lnTo>
                <a:lnTo>
                  <a:pt x="42688" y="29682"/>
                </a:lnTo>
                <a:lnTo>
                  <a:pt x="42310" y="29536"/>
                </a:lnTo>
                <a:lnTo>
                  <a:pt x="41960" y="29362"/>
                </a:lnTo>
                <a:lnTo>
                  <a:pt x="41611" y="29158"/>
                </a:lnTo>
                <a:lnTo>
                  <a:pt x="41276" y="28939"/>
                </a:lnTo>
                <a:lnTo>
                  <a:pt x="40970" y="28677"/>
                </a:lnTo>
                <a:lnTo>
                  <a:pt x="40664" y="28400"/>
                </a:lnTo>
                <a:lnTo>
                  <a:pt x="40533" y="28255"/>
                </a:lnTo>
                <a:lnTo>
                  <a:pt x="40387" y="28080"/>
                </a:lnTo>
                <a:lnTo>
                  <a:pt x="40271" y="27920"/>
                </a:lnTo>
                <a:lnTo>
                  <a:pt x="40154" y="27760"/>
                </a:lnTo>
                <a:lnTo>
                  <a:pt x="39936" y="27410"/>
                </a:lnTo>
                <a:lnTo>
                  <a:pt x="39746" y="27046"/>
                </a:lnTo>
                <a:lnTo>
                  <a:pt x="39601" y="26682"/>
                </a:lnTo>
                <a:lnTo>
                  <a:pt x="39470" y="26289"/>
                </a:lnTo>
                <a:lnTo>
                  <a:pt x="39368" y="25895"/>
                </a:lnTo>
                <a:lnTo>
                  <a:pt x="39280" y="25502"/>
                </a:lnTo>
                <a:lnTo>
                  <a:pt x="39237" y="25094"/>
                </a:lnTo>
                <a:lnTo>
                  <a:pt x="39193" y="24672"/>
                </a:lnTo>
                <a:lnTo>
                  <a:pt x="39178" y="24264"/>
                </a:lnTo>
                <a:lnTo>
                  <a:pt x="39178" y="23842"/>
                </a:lnTo>
                <a:lnTo>
                  <a:pt x="39207" y="23419"/>
                </a:lnTo>
                <a:lnTo>
                  <a:pt x="39237" y="22997"/>
                </a:lnTo>
                <a:lnTo>
                  <a:pt x="39280" y="22575"/>
                </a:lnTo>
                <a:lnTo>
                  <a:pt x="39339" y="22167"/>
                </a:lnTo>
                <a:lnTo>
                  <a:pt x="39411" y="21745"/>
                </a:lnTo>
                <a:lnTo>
                  <a:pt x="39586" y="20944"/>
                </a:lnTo>
                <a:lnTo>
                  <a:pt x="39761" y="20128"/>
                </a:lnTo>
                <a:lnTo>
                  <a:pt x="39950" y="19312"/>
                </a:lnTo>
                <a:lnTo>
                  <a:pt x="40110" y="18497"/>
                </a:lnTo>
                <a:lnTo>
                  <a:pt x="40183" y="18089"/>
                </a:lnTo>
                <a:lnTo>
                  <a:pt x="40256" y="17681"/>
                </a:lnTo>
                <a:lnTo>
                  <a:pt x="40314" y="17273"/>
                </a:lnTo>
                <a:lnTo>
                  <a:pt x="40358" y="16866"/>
                </a:lnTo>
                <a:lnTo>
                  <a:pt x="40387" y="16458"/>
                </a:lnTo>
                <a:lnTo>
                  <a:pt x="40402" y="16050"/>
                </a:lnTo>
                <a:lnTo>
                  <a:pt x="40387" y="15642"/>
                </a:lnTo>
                <a:lnTo>
                  <a:pt x="40373" y="15220"/>
                </a:lnTo>
                <a:lnTo>
                  <a:pt x="40314" y="14812"/>
                </a:lnTo>
                <a:lnTo>
                  <a:pt x="40241" y="14404"/>
                </a:lnTo>
                <a:lnTo>
                  <a:pt x="40125" y="13982"/>
                </a:lnTo>
                <a:lnTo>
                  <a:pt x="39994" y="13589"/>
                </a:lnTo>
                <a:lnTo>
                  <a:pt x="39819" y="13195"/>
                </a:lnTo>
                <a:lnTo>
                  <a:pt x="39630" y="12817"/>
                </a:lnTo>
                <a:lnTo>
                  <a:pt x="39426" y="12453"/>
                </a:lnTo>
                <a:lnTo>
                  <a:pt x="39178" y="12118"/>
                </a:lnTo>
                <a:lnTo>
                  <a:pt x="38916" y="11812"/>
                </a:lnTo>
                <a:lnTo>
                  <a:pt x="38771" y="11652"/>
                </a:lnTo>
                <a:lnTo>
                  <a:pt x="38625" y="11520"/>
                </a:lnTo>
                <a:lnTo>
                  <a:pt x="38479" y="11389"/>
                </a:lnTo>
                <a:lnTo>
                  <a:pt x="38319" y="11258"/>
                </a:lnTo>
                <a:lnTo>
                  <a:pt x="38159" y="11142"/>
                </a:lnTo>
                <a:lnTo>
                  <a:pt x="37984" y="11040"/>
                </a:lnTo>
                <a:lnTo>
                  <a:pt x="37824" y="10938"/>
                </a:lnTo>
                <a:lnTo>
                  <a:pt x="37635" y="10850"/>
                </a:lnTo>
                <a:lnTo>
                  <a:pt x="37460" y="10763"/>
                </a:lnTo>
                <a:lnTo>
                  <a:pt x="37270" y="10705"/>
                </a:lnTo>
                <a:lnTo>
                  <a:pt x="37081" y="10647"/>
                </a:lnTo>
                <a:lnTo>
                  <a:pt x="36892" y="10603"/>
                </a:lnTo>
                <a:lnTo>
                  <a:pt x="36688" y="10559"/>
                </a:lnTo>
                <a:lnTo>
                  <a:pt x="36484" y="10545"/>
                </a:lnTo>
                <a:lnTo>
                  <a:pt x="36222" y="10530"/>
                </a:lnTo>
                <a:lnTo>
                  <a:pt x="35974" y="10545"/>
                </a:lnTo>
                <a:lnTo>
                  <a:pt x="35727" y="10574"/>
                </a:lnTo>
                <a:lnTo>
                  <a:pt x="35464" y="10603"/>
                </a:lnTo>
                <a:lnTo>
                  <a:pt x="35217" y="10661"/>
                </a:lnTo>
                <a:lnTo>
                  <a:pt x="34969" y="10734"/>
                </a:lnTo>
                <a:lnTo>
                  <a:pt x="34736" y="10807"/>
                </a:lnTo>
                <a:lnTo>
                  <a:pt x="34489" y="10909"/>
                </a:lnTo>
                <a:lnTo>
                  <a:pt x="34008" y="11113"/>
                </a:lnTo>
                <a:lnTo>
                  <a:pt x="33527" y="11360"/>
                </a:lnTo>
                <a:lnTo>
                  <a:pt x="33047" y="11608"/>
                </a:lnTo>
                <a:lnTo>
                  <a:pt x="32581" y="11885"/>
                </a:lnTo>
                <a:lnTo>
                  <a:pt x="32013" y="12205"/>
                </a:lnTo>
                <a:lnTo>
                  <a:pt x="31459" y="12511"/>
                </a:lnTo>
                <a:lnTo>
                  <a:pt x="31183" y="12642"/>
                </a:lnTo>
                <a:lnTo>
                  <a:pt x="30906" y="12773"/>
                </a:lnTo>
                <a:lnTo>
                  <a:pt x="30629" y="12889"/>
                </a:lnTo>
                <a:lnTo>
                  <a:pt x="30338" y="12991"/>
                </a:lnTo>
                <a:lnTo>
                  <a:pt x="30061" y="13079"/>
                </a:lnTo>
                <a:lnTo>
                  <a:pt x="29784" y="13152"/>
                </a:lnTo>
                <a:lnTo>
                  <a:pt x="29508" y="13195"/>
                </a:lnTo>
                <a:lnTo>
                  <a:pt x="29216" y="13224"/>
                </a:lnTo>
                <a:lnTo>
                  <a:pt x="28940" y="13224"/>
                </a:lnTo>
                <a:lnTo>
                  <a:pt x="28648" y="13210"/>
                </a:lnTo>
                <a:lnTo>
                  <a:pt x="28357" y="13152"/>
                </a:lnTo>
                <a:lnTo>
                  <a:pt x="28066" y="13064"/>
                </a:lnTo>
                <a:lnTo>
                  <a:pt x="27877" y="12991"/>
                </a:lnTo>
                <a:lnTo>
                  <a:pt x="27702" y="12919"/>
                </a:lnTo>
                <a:lnTo>
                  <a:pt x="27527" y="12817"/>
                </a:lnTo>
                <a:lnTo>
                  <a:pt x="27367" y="12715"/>
                </a:lnTo>
                <a:lnTo>
                  <a:pt x="27207" y="12598"/>
                </a:lnTo>
                <a:lnTo>
                  <a:pt x="27061" y="12467"/>
                </a:lnTo>
                <a:lnTo>
                  <a:pt x="26915" y="12336"/>
                </a:lnTo>
                <a:lnTo>
                  <a:pt x="26784" y="12190"/>
                </a:lnTo>
                <a:lnTo>
                  <a:pt x="26668" y="12045"/>
                </a:lnTo>
                <a:lnTo>
                  <a:pt x="26551" y="11885"/>
                </a:lnTo>
                <a:lnTo>
                  <a:pt x="26449" y="11724"/>
                </a:lnTo>
                <a:lnTo>
                  <a:pt x="26347" y="11550"/>
                </a:lnTo>
                <a:lnTo>
                  <a:pt x="26245" y="11375"/>
                </a:lnTo>
                <a:lnTo>
                  <a:pt x="26173" y="11185"/>
                </a:lnTo>
                <a:lnTo>
                  <a:pt x="26012" y="10807"/>
                </a:lnTo>
                <a:lnTo>
                  <a:pt x="25881" y="10414"/>
                </a:lnTo>
                <a:lnTo>
                  <a:pt x="25794" y="9991"/>
                </a:lnTo>
                <a:lnTo>
                  <a:pt x="25706" y="9569"/>
                </a:lnTo>
                <a:lnTo>
                  <a:pt x="25648" y="9146"/>
                </a:lnTo>
                <a:lnTo>
                  <a:pt x="25619" y="8710"/>
                </a:lnTo>
                <a:lnTo>
                  <a:pt x="25605" y="8273"/>
                </a:lnTo>
                <a:lnTo>
                  <a:pt x="25605" y="7850"/>
                </a:lnTo>
                <a:lnTo>
                  <a:pt x="25619" y="7428"/>
                </a:lnTo>
                <a:lnTo>
                  <a:pt x="25663" y="6583"/>
                </a:lnTo>
                <a:lnTo>
                  <a:pt x="25706" y="5738"/>
                </a:lnTo>
                <a:lnTo>
                  <a:pt x="25706" y="5302"/>
                </a:lnTo>
                <a:lnTo>
                  <a:pt x="25706" y="4879"/>
                </a:lnTo>
                <a:lnTo>
                  <a:pt x="25692" y="4457"/>
                </a:lnTo>
                <a:lnTo>
                  <a:pt x="25663" y="4034"/>
                </a:lnTo>
                <a:lnTo>
                  <a:pt x="25619" y="3627"/>
                </a:lnTo>
                <a:lnTo>
                  <a:pt x="25546" y="3219"/>
                </a:lnTo>
                <a:lnTo>
                  <a:pt x="25444" y="2840"/>
                </a:lnTo>
                <a:lnTo>
                  <a:pt x="25313" y="2462"/>
                </a:lnTo>
                <a:lnTo>
                  <a:pt x="25240" y="2272"/>
                </a:lnTo>
                <a:lnTo>
                  <a:pt x="25153" y="2097"/>
                </a:lnTo>
                <a:lnTo>
                  <a:pt x="25066" y="1923"/>
                </a:lnTo>
                <a:lnTo>
                  <a:pt x="24964" y="1748"/>
                </a:lnTo>
                <a:lnTo>
                  <a:pt x="24862" y="1588"/>
                </a:lnTo>
                <a:lnTo>
                  <a:pt x="24745" y="1413"/>
                </a:lnTo>
                <a:lnTo>
                  <a:pt x="24614" y="1267"/>
                </a:lnTo>
                <a:lnTo>
                  <a:pt x="24469" y="1107"/>
                </a:lnTo>
                <a:lnTo>
                  <a:pt x="24279" y="932"/>
                </a:lnTo>
                <a:lnTo>
                  <a:pt x="24075" y="757"/>
                </a:lnTo>
                <a:lnTo>
                  <a:pt x="23871" y="612"/>
                </a:lnTo>
                <a:lnTo>
                  <a:pt x="23653" y="481"/>
                </a:lnTo>
                <a:lnTo>
                  <a:pt x="23434" y="364"/>
                </a:lnTo>
                <a:lnTo>
                  <a:pt x="23201" y="277"/>
                </a:lnTo>
                <a:lnTo>
                  <a:pt x="22968" y="189"/>
                </a:lnTo>
                <a:lnTo>
                  <a:pt x="22721" y="117"/>
                </a:lnTo>
                <a:lnTo>
                  <a:pt x="22473" y="73"/>
                </a:lnTo>
                <a:lnTo>
                  <a:pt x="22226" y="29"/>
                </a:lnTo>
                <a:lnTo>
                  <a:pt x="21978" y="15"/>
                </a:lnTo>
                <a:lnTo>
                  <a:pt x="2171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19"/>
          <p:cNvGrpSpPr/>
          <p:nvPr/>
        </p:nvGrpSpPr>
        <p:grpSpPr>
          <a:xfrm rot="718971" flipH="1">
            <a:off x="59448" y="78959"/>
            <a:ext cx="829800" cy="659791"/>
            <a:chOff x="7917675" y="-1178675"/>
            <a:chExt cx="547275" cy="435150"/>
          </a:xfrm>
        </p:grpSpPr>
        <p:sp>
          <p:nvSpPr>
            <p:cNvPr id="244" name="Google Shape;244;p19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subTitle" idx="1"/>
          </p:nvPr>
        </p:nvSpPr>
        <p:spPr>
          <a:xfrm>
            <a:off x="724144" y="16591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subTitle" idx="2"/>
          </p:nvPr>
        </p:nvSpPr>
        <p:spPr>
          <a:xfrm>
            <a:off x="3343876" y="16591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subTitle" idx="3"/>
          </p:nvPr>
        </p:nvSpPr>
        <p:spPr>
          <a:xfrm>
            <a:off x="5963607" y="1659113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4"/>
          </p:nvPr>
        </p:nvSpPr>
        <p:spPr>
          <a:xfrm>
            <a:off x="724019" y="33602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5"/>
          </p:nvPr>
        </p:nvSpPr>
        <p:spPr>
          <a:xfrm>
            <a:off x="3341346" y="33602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subTitle" idx="6"/>
          </p:nvPr>
        </p:nvSpPr>
        <p:spPr>
          <a:xfrm>
            <a:off x="5963482" y="3360225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7"/>
          </p:nvPr>
        </p:nvSpPr>
        <p:spPr>
          <a:xfrm>
            <a:off x="718876" y="1429075"/>
            <a:ext cx="24591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8"/>
          </p:nvPr>
        </p:nvSpPr>
        <p:spPr>
          <a:xfrm>
            <a:off x="3343754" y="1429075"/>
            <a:ext cx="24591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subTitle" idx="9"/>
          </p:nvPr>
        </p:nvSpPr>
        <p:spPr>
          <a:xfrm>
            <a:off x="5968633" y="1429075"/>
            <a:ext cx="2454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13"/>
          </p:nvPr>
        </p:nvSpPr>
        <p:spPr>
          <a:xfrm>
            <a:off x="719220" y="3125675"/>
            <a:ext cx="24591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14"/>
          </p:nvPr>
        </p:nvSpPr>
        <p:spPr>
          <a:xfrm>
            <a:off x="3342622" y="3125675"/>
            <a:ext cx="24591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subTitle" idx="15"/>
          </p:nvPr>
        </p:nvSpPr>
        <p:spPr>
          <a:xfrm>
            <a:off x="5966024" y="3125675"/>
            <a:ext cx="24591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1" name="Google Shape;261;p20"/>
          <p:cNvSpPr/>
          <p:nvPr/>
        </p:nvSpPr>
        <p:spPr>
          <a:xfrm flipH="1"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0"/>
          <p:cNvSpPr/>
          <p:nvPr/>
        </p:nvSpPr>
        <p:spPr>
          <a:xfrm flipH="1"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0"/>
          <p:cNvSpPr/>
          <p:nvPr/>
        </p:nvSpPr>
        <p:spPr>
          <a:xfrm rot="-5400000" flipH="1">
            <a:off x="7927579" y="243682"/>
            <a:ext cx="1460094" cy="972726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20"/>
          <p:cNvGrpSpPr/>
          <p:nvPr/>
        </p:nvGrpSpPr>
        <p:grpSpPr>
          <a:xfrm rot="-1643791" flipH="1">
            <a:off x="29043" y="202700"/>
            <a:ext cx="829810" cy="659800"/>
            <a:chOff x="7917675" y="-1178675"/>
            <a:chExt cx="547275" cy="435150"/>
          </a:xfrm>
        </p:grpSpPr>
        <p:sp>
          <p:nvSpPr>
            <p:cNvPr id="265" name="Google Shape;265;p20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20"/>
          <p:cNvSpPr/>
          <p:nvPr/>
        </p:nvSpPr>
        <p:spPr>
          <a:xfrm>
            <a:off x="10175" y="4467975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0"/>
          <p:cNvGrpSpPr/>
          <p:nvPr/>
        </p:nvGrpSpPr>
        <p:grpSpPr>
          <a:xfrm rot="1643791">
            <a:off x="8253736" y="3973800"/>
            <a:ext cx="829810" cy="659800"/>
            <a:chOff x="7917675" y="-1178675"/>
            <a:chExt cx="547275" cy="435150"/>
          </a:xfrm>
        </p:grpSpPr>
        <p:sp>
          <p:nvSpPr>
            <p:cNvPr id="269" name="Google Shape;269;p20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>
            <a:spLocks noGrp="1"/>
          </p:cNvSpPr>
          <p:nvPr>
            <p:ph type="title" hasCustomPrompt="1"/>
          </p:nvPr>
        </p:nvSpPr>
        <p:spPr>
          <a:xfrm>
            <a:off x="2079921" y="5920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4" name="Google Shape;274;p21"/>
          <p:cNvSpPr txBox="1">
            <a:spLocks noGrp="1"/>
          </p:cNvSpPr>
          <p:nvPr>
            <p:ph type="subTitle" idx="1"/>
          </p:nvPr>
        </p:nvSpPr>
        <p:spPr>
          <a:xfrm>
            <a:off x="2079921" y="1241350"/>
            <a:ext cx="4984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1"/>
          <p:cNvSpPr txBox="1">
            <a:spLocks noGrp="1"/>
          </p:cNvSpPr>
          <p:nvPr>
            <p:ph type="title" idx="2" hasCustomPrompt="1"/>
          </p:nvPr>
        </p:nvSpPr>
        <p:spPr>
          <a:xfrm>
            <a:off x="2079921" y="19118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6" name="Google Shape;276;p21"/>
          <p:cNvSpPr txBox="1">
            <a:spLocks noGrp="1"/>
          </p:cNvSpPr>
          <p:nvPr>
            <p:ph type="subTitle" idx="3"/>
          </p:nvPr>
        </p:nvSpPr>
        <p:spPr>
          <a:xfrm>
            <a:off x="2079921" y="2561150"/>
            <a:ext cx="4984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1"/>
          <p:cNvSpPr txBox="1">
            <a:spLocks noGrp="1"/>
          </p:cNvSpPr>
          <p:nvPr>
            <p:ph type="title" idx="4" hasCustomPrompt="1"/>
          </p:nvPr>
        </p:nvSpPr>
        <p:spPr>
          <a:xfrm>
            <a:off x="2079879" y="32316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78" name="Google Shape;278;p21"/>
          <p:cNvSpPr txBox="1">
            <a:spLocks noGrp="1"/>
          </p:cNvSpPr>
          <p:nvPr>
            <p:ph type="subTitle" idx="5"/>
          </p:nvPr>
        </p:nvSpPr>
        <p:spPr>
          <a:xfrm>
            <a:off x="2079879" y="3880950"/>
            <a:ext cx="4984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1"/>
          <p:cNvSpPr/>
          <p:nvPr/>
        </p:nvSpPr>
        <p:spPr>
          <a:xfrm rot="5400000">
            <a:off x="-243709" y="243682"/>
            <a:ext cx="1460094" cy="972726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21"/>
          <p:cNvGrpSpPr/>
          <p:nvPr/>
        </p:nvGrpSpPr>
        <p:grpSpPr>
          <a:xfrm rot="1643791">
            <a:off x="8285111" y="202700"/>
            <a:ext cx="829810" cy="659800"/>
            <a:chOff x="7917675" y="-1178675"/>
            <a:chExt cx="547275" cy="435150"/>
          </a:xfrm>
        </p:grpSpPr>
        <p:sp>
          <p:nvSpPr>
            <p:cNvPr id="283" name="Google Shape;283;p21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" name="Google Shape;285;p21"/>
          <p:cNvSpPr/>
          <p:nvPr/>
        </p:nvSpPr>
        <p:spPr>
          <a:xfrm rot="-5400000">
            <a:off x="7649561" y="3513059"/>
            <a:ext cx="1793835" cy="1194945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21"/>
          <p:cNvGrpSpPr/>
          <p:nvPr/>
        </p:nvGrpSpPr>
        <p:grpSpPr>
          <a:xfrm rot="-3572504" flipH="1">
            <a:off x="-60306" y="3897595"/>
            <a:ext cx="829802" cy="659793"/>
            <a:chOff x="7917675" y="-1178675"/>
            <a:chExt cx="547275" cy="435150"/>
          </a:xfrm>
        </p:grpSpPr>
        <p:sp>
          <p:nvSpPr>
            <p:cNvPr id="287" name="Google Shape;287;p21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/>
          <p:nvPr/>
        </p:nvSpPr>
        <p:spPr>
          <a:xfrm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3"/>
          <p:cNvSpPr/>
          <p:nvPr/>
        </p:nvSpPr>
        <p:spPr>
          <a:xfrm rot="5400000">
            <a:off x="-243709" y="243682"/>
            <a:ext cx="1460094" cy="972726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5" name="Google Shape;305;p23"/>
          <p:cNvGrpSpPr/>
          <p:nvPr/>
        </p:nvGrpSpPr>
        <p:grpSpPr>
          <a:xfrm rot="1643791">
            <a:off x="8285111" y="202700"/>
            <a:ext cx="829810" cy="659800"/>
            <a:chOff x="7917675" y="-1178675"/>
            <a:chExt cx="547275" cy="435150"/>
          </a:xfrm>
        </p:grpSpPr>
        <p:sp>
          <p:nvSpPr>
            <p:cNvPr id="306" name="Google Shape;306;p23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23"/>
          <p:cNvSpPr/>
          <p:nvPr/>
        </p:nvSpPr>
        <p:spPr>
          <a:xfrm rot="-5400000">
            <a:off x="7649561" y="3513059"/>
            <a:ext cx="1793835" cy="1194945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9" name="Google Shape;309;p23"/>
          <p:cNvGrpSpPr/>
          <p:nvPr/>
        </p:nvGrpSpPr>
        <p:grpSpPr>
          <a:xfrm rot="-3572504" flipH="1">
            <a:off x="-60306" y="3897595"/>
            <a:ext cx="829802" cy="659793"/>
            <a:chOff x="7917675" y="-1178675"/>
            <a:chExt cx="547275" cy="435150"/>
          </a:xfrm>
        </p:grpSpPr>
        <p:sp>
          <p:nvSpPr>
            <p:cNvPr id="310" name="Google Shape;310;p23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4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/>
          <p:nvPr/>
        </p:nvSpPr>
        <p:spPr>
          <a:xfrm flipH="1">
            <a:off x="-191361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/>
          <p:nvPr/>
        </p:nvSpPr>
        <p:spPr>
          <a:xfrm flipH="1">
            <a:off x="-191361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4"/>
          <p:cNvSpPr/>
          <p:nvPr/>
        </p:nvSpPr>
        <p:spPr>
          <a:xfrm rot="-5400000" flipH="1">
            <a:off x="7927579" y="243682"/>
            <a:ext cx="1460094" cy="972726"/>
          </a:xfrm>
          <a:custGeom>
            <a:avLst/>
            <a:gdLst/>
            <a:ahLst/>
            <a:cxnLst/>
            <a:rect l="l" t="t" r="r" b="b"/>
            <a:pathLst>
              <a:path w="73390" h="48893" extrusionOk="0">
                <a:moveTo>
                  <a:pt x="1" y="0"/>
                </a:moveTo>
                <a:lnTo>
                  <a:pt x="1" y="48893"/>
                </a:lnTo>
                <a:lnTo>
                  <a:pt x="73390" y="48893"/>
                </a:lnTo>
                <a:lnTo>
                  <a:pt x="73390" y="45033"/>
                </a:lnTo>
                <a:lnTo>
                  <a:pt x="72996" y="44902"/>
                </a:lnTo>
                <a:lnTo>
                  <a:pt x="72603" y="44756"/>
                </a:lnTo>
                <a:lnTo>
                  <a:pt x="72224" y="44582"/>
                </a:lnTo>
                <a:lnTo>
                  <a:pt x="71860" y="44421"/>
                </a:lnTo>
                <a:lnTo>
                  <a:pt x="71482" y="44232"/>
                </a:lnTo>
                <a:lnTo>
                  <a:pt x="71118" y="44028"/>
                </a:lnTo>
                <a:lnTo>
                  <a:pt x="70768" y="43824"/>
                </a:lnTo>
                <a:lnTo>
                  <a:pt x="70419" y="43606"/>
                </a:lnTo>
                <a:lnTo>
                  <a:pt x="70069" y="43373"/>
                </a:lnTo>
                <a:lnTo>
                  <a:pt x="69734" y="43140"/>
                </a:lnTo>
                <a:lnTo>
                  <a:pt x="69399" y="42892"/>
                </a:lnTo>
                <a:lnTo>
                  <a:pt x="69079" y="42630"/>
                </a:lnTo>
                <a:lnTo>
                  <a:pt x="68773" y="42353"/>
                </a:lnTo>
                <a:lnTo>
                  <a:pt x="68467" y="42076"/>
                </a:lnTo>
                <a:lnTo>
                  <a:pt x="68176" y="41785"/>
                </a:lnTo>
                <a:lnTo>
                  <a:pt x="67899" y="41479"/>
                </a:lnTo>
                <a:lnTo>
                  <a:pt x="67637" y="41188"/>
                </a:lnTo>
                <a:lnTo>
                  <a:pt x="67389" y="40897"/>
                </a:lnTo>
                <a:lnTo>
                  <a:pt x="67156" y="40591"/>
                </a:lnTo>
                <a:lnTo>
                  <a:pt x="66923" y="40285"/>
                </a:lnTo>
                <a:lnTo>
                  <a:pt x="66705" y="39965"/>
                </a:lnTo>
                <a:lnTo>
                  <a:pt x="66501" y="39630"/>
                </a:lnTo>
                <a:lnTo>
                  <a:pt x="66297" y="39309"/>
                </a:lnTo>
                <a:lnTo>
                  <a:pt x="66108" y="38960"/>
                </a:lnTo>
                <a:lnTo>
                  <a:pt x="65933" y="38625"/>
                </a:lnTo>
                <a:lnTo>
                  <a:pt x="65773" y="38275"/>
                </a:lnTo>
                <a:lnTo>
                  <a:pt x="65612" y="37926"/>
                </a:lnTo>
                <a:lnTo>
                  <a:pt x="65467" y="37562"/>
                </a:lnTo>
                <a:lnTo>
                  <a:pt x="65321" y="37212"/>
                </a:lnTo>
                <a:lnTo>
                  <a:pt x="65190" y="36848"/>
                </a:lnTo>
                <a:lnTo>
                  <a:pt x="65073" y="36469"/>
                </a:lnTo>
                <a:lnTo>
                  <a:pt x="64972" y="36105"/>
                </a:lnTo>
                <a:lnTo>
                  <a:pt x="64884" y="35726"/>
                </a:lnTo>
                <a:lnTo>
                  <a:pt x="64797" y="35348"/>
                </a:lnTo>
                <a:lnTo>
                  <a:pt x="64724" y="34969"/>
                </a:lnTo>
                <a:lnTo>
                  <a:pt x="64651" y="34590"/>
                </a:lnTo>
                <a:lnTo>
                  <a:pt x="64607" y="34212"/>
                </a:lnTo>
                <a:lnTo>
                  <a:pt x="64564" y="33819"/>
                </a:lnTo>
                <a:lnTo>
                  <a:pt x="64535" y="33440"/>
                </a:lnTo>
                <a:lnTo>
                  <a:pt x="64520" y="33047"/>
                </a:lnTo>
                <a:lnTo>
                  <a:pt x="64505" y="32668"/>
                </a:lnTo>
                <a:lnTo>
                  <a:pt x="64520" y="32275"/>
                </a:lnTo>
                <a:lnTo>
                  <a:pt x="64535" y="31896"/>
                </a:lnTo>
                <a:lnTo>
                  <a:pt x="64549" y="31503"/>
                </a:lnTo>
                <a:lnTo>
                  <a:pt x="64593" y="31124"/>
                </a:lnTo>
                <a:lnTo>
                  <a:pt x="64651" y="30746"/>
                </a:lnTo>
                <a:lnTo>
                  <a:pt x="64709" y="30367"/>
                </a:lnTo>
                <a:lnTo>
                  <a:pt x="64782" y="29988"/>
                </a:lnTo>
                <a:lnTo>
                  <a:pt x="64870" y="29580"/>
                </a:lnTo>
                <a:lnTo>
                  <a:pt x="64972" y="29187"/>
                </a:lnTo>
                <a:lnTo>
                  <a:pt x="65205" y="28401"/>
                </a:lnTo>
                <a:lnTo>
                  <a:pt x="65452" y="27614"/>
                </a:lnTo>
                <a:lnTo>
                  <a:pt x="65700" y="26842"/>
                </a:lnTo>
                <a:lnTo>
                  <a:pt x="65947" y="26056"/>
                </a:lnTo>
                <a:lnTo>
                  <a:pt x="66049" y="25663"/>
                </a:lnTo>
                <a:lnTo>
                  <a:pt x="66151" y="25269"/>
                </a:lnTo>
                <a:lnTo>
                  <a:pt x="66253" y="24876"/>
                </a:lnTo>
                <a:lnTo>
                  <a:pt x="66326" y="24483"/>
                </a:lnTo>
                <a:lnTo>
                  <a:pt x="66384" y="24075"/>
                </a:lnTo>
                <a:lnTo>
                  <a:pt x="66442" y="23667"/>
                </a:lnTo>
                <a:lnTo>
                  <a:pt x="66472" y="23260"/>
                </a:lnTo>
                <a:lnTo>
                  <a:pt x="66472" y="22837"/>
                </a:lnTo>
                <a:lnTo>
                  <a:pt x="66442" y="22429"/>
                </a:lnTo>
                <a:lnTo>
                  <a:pt x="66384" y="22007"/>
                </a:lnTo>
                <a:lnTo>
                  <a:pt x="66311" y="21599"/>
                </a:lnTo>
                <a:lnTo>
                  <a:pt x="66209" y="21191"/>
                </a:lnTo>
                <a:lnTo>
                  <a:pt x="66078" y="20798"/>
                </a:lnTo>
                <a:lnTo>
                  <a:pt x="65918" y="20419"/>
                </a:lnTo>
                <a:lnTo>
                  <a:pt x="65743" y="20055"/>
                </a:lnTo>
                <a:lnTo>
                  <a:pt x="65540" y="19720"/>
                </a:lnTo>
                <a:lnTo>
                  <a:pt x="65423" y="19546"/>
                </a:lnTo>
                <a:lnTo>
                  <a:pt x="65292" y="19400"/>
                </a:lnTo>
                <a:lnTo>
                  <a:pt x="65161" y="19254"/>
                </a:lnTo>
                <a:lnTo>
                  <a:pt x="65030" y="19109"/>
                </a:lnTo>
                <a:lnTo>
                  <a:pt x="64884" y="18978"/>
                </a:lnTo>
                <a:lnTo>
                  <a:pt x="64738" y="18847"/>
                </a:lnTo>
                <a:lnTo>
                  <a:pt x="64593" y="18730"/>
                </a:lnTo>
                <a:lnTo>
                  <a:pt x="64418" y="18614"/>
                </a:lnTo>
                <a:lnTo>
                  <a:pt x="64258" y="18512"/>
                </a:lnTo>
                <a:lnTo>
                  <a:pt x="64083" y="18424"/>
                </a:lnTo>
                <a:lnTo>
                  <a:pt x="63894" y="18351"/>
                </a:lnTo>
                <a:lnTo>
                  <a:pt x="63704" y="18279"/>
                </a:lnTo>
                <a:lnTo>
                  <a:pt x="63399" y="18191"/>
                </a:lnTo>
                <a:lnTo>
                  <a:pt x="63078" y="18118"/>
                </a:lnTo>
                <a:lnTo>
                  <a:pt x="62758" y="18089"/>
                </a:lnTo>
                <a:lnTo>
                  <a:pt x="62437" y="18060"/>
                </a:lnTo>
                <a:lnTo>
                  <a:pt x="62102" y="18060"/>
                </a:lnTo>
                <a:lnTo>
                  <a:pt x="61767" y="18075"/>
                </a:lnTo>
                <a:lnTo>
                  <a:pt x="61112" y="18104"/>
                </a:lnTo>
                <a:lnTo>
                  <a:pt x="60355" y="18133"/>
                </a:lnTo>
                <a:lnTo>
                  <a:pt x="59976" y="18147"/>
                </a:lnTo>
                <a:lnTo>
                  <a:pt x="59612" y="18133"/>
                </a:lnTo>
                <a:lnTo>
                  <a:pt x="59248" y="18089"/>
                </a:lnTo>
                <a:lnTo>
                  <a:pt x="58884" y="18031"/>
                </a:lnTo>
                <a:lnTo>
                  <a:pt x="58709" y="17987"/>
                </a:lnTo>
                <a:lnTo>
                  <a:pt x="58534" y="17929"/>
                </a:lnTo>
                <a:lnTo>
                  <a:pt x="58374" y="17871"/>
                </a:lnTo>
                <a:lnTo>
                  <a:pt x="58199" y="17783"/>
                </a:lnTo>
                <a:lnTo>
                  <a:pt x="58039" y="17696"/>
                </a:lnTo>
                <a:lnTo>
                  <a:pt x="57879" y="17609"/>
                </a:lnTo>
                <a:lnTo>
                  <a:pt x="57733" y="17507"/>
                </a:lnTo>
                <a:lnTo>
                  <a:pt x="57587" y="17390"/>
                </a:lnTo>
                <a:lnTo>
                  <a:pt x="57456" y="17274"/>
                </a:lnTo>
                <a:lnTo>
                  <a:pt x="57325" y="17157"/>
                </a:lnTo>
                <a:lnTo>
                  <a:pt x="57209" y="17026"/>
                </a:lnTo>
                <a:lnTo>
                  <a:pt x="57092" y="16880"/>
                </a:lnTo>
                <a:lnTo>
                  <a:pt x="56990" y="16735"/>
                </a:lnTo>
                <a:lnTo>
                  <a:pt x="56888" y="16589"/>
                </a:lnTo>
                <a:lnTo>
                  <a:pt x="56714" y="16269"/>
                </a:lnTo>
                <a:lnTo>
                  <a:pt x="56553" y="15934"/>
                </a:lnTo>
                <a:lnTo>
                  <a:pt x="56422" y="15584"/>
                </a:lnTo>
                <a:lnTo>
                  <a:pt x="56306" y="15220"/>
                </a:lnTo>
                <a:lnTo>
                  <a:pt x="56218" y="14856"/>
                </a:lnTo>
                <a:lnTo>
                  <a:pt x="56146" y="14463"/>
                </a:lnTo>
                <a:lnTo>
                  <a:pt x="56087" y="14084"/>
                </a:lnTo>
                <a:lnTo>
                  <a:pt x="56044" y="13691"/>
                </a:lnTo>
                <a:lnTo>
                  <a:pt x="56015" y="13298"/>
                </a:lnTo>
                <a:lnTo>
                  <a:pt x="56000" y="12919"/>
                </a:lnTo>
                <a:lnTo>
                  <a:pt x="56000" y="12540"/>
                </a:lnTo>
                <a:lnTo>
                  <a:pt x="56000" y="11783"/>
                </a:lnTo>
                <a:lnTo>
                  <a:pt x="55985" y="10996"/>
                </a:lnTo>
                <a:lnTo>
                  <a:pt x="55971" y="10618"/>
                </a:lnTo>
                <a:lnTo>
                  <a:pt x="55956" y="10225"/>
                </a:lnTo>
                <a:lnTo>
                  <a:pt x="55913" y="9846"/>
                </a:lnTo>
                <a:lnTo>
                  <a:pt x="55869" y="9467"/>
                </a:lnTo>
                <a:lnTo>
                  <a:pt x="55796" y="9103"/>
                </a:lnTo>
                <a:lnTo>
                  <a:pt x="55709" y="8739"/>
                </a:lnTo>
                <a:lnTo>
                  <a:pt x="55607" y="8389"/>
                </a:lnTo>
                <a:lnTo>
                  <a:pt x="55476" y="8054"/>
                </a:lnTo>
                <a:lnTo>
                  <a:pt x="55315" y="7719"/>
                </a:lnTo>
                <a:lnTo>
                  <a:pt x="55126" y="7414"/>
                </a:lnTo>
                <a:lnTo>
                  <a:pt x="55024" y="7268"/>
                </a:lnTo>
                <a:lnTo>
                  <a:pt x="54908" y="7122"/>
                </a:lnTo>
                <a:lnTo>
                  <a:pt x="54791" y="6977"/>
                </a:lnTo>
                <a:lnTo>
                  <a:pt x="54660" y="6846"/>
                </a:lnTo>
                <a:lnTo>
                  <a:pt x="54471" y="6671"/>
                </a:lnTo>
                <a:lnTo>
                  <a:pt x="54281" y="6511"/>
                </a:lnTo>
                <a:lnTo>
                  <a:pt x="54078" y="6380"/>
                </a:lnTo>
                <a:lnTo>
                  <a:pt x="53859" y="6249"/>
                </a:lnTo>
                <a:lnTo>
                  <a:pt x="53641" y="6147"/>
                </a:lnTo>
                <a:lnTo>
                  <a:pt x="53422" y="6059"/>
                </a:lnTo>
                <a:lnTo>
                  <a:pt x="53189" y="5986"/>
                </a:lnTo>
                <a:lnTo>
                  <a:pt x="52956" y="5928"/>
                </a:lnTo>
                <a:lnTo>
                  <a:pt x="52723" y="5884"/>
                </a:lnTo>
                <a:lnTo>
                  <a:pt x="52475" y="5855"/>
                </a:lnTo>
                <a:lnTo>
                  <a:pt x="52228" y="5841"/>
                </a:lnTo>
                <a:lnTo>
                  <a:pt x="51980" y="5841"/>
                </a:lnTo>
                <a:lnTo>
                  <a:pt x="51733" y="5855"/>
                </a:lnTo>
                <a:lnTo>
                  <a:pt x="51485" y="5884"/>
                </a:lnTo>
                <a:lnTo>
                  <a:pt x="51223" y="5914"/>
                </a:lnTo>
                <a:lnTo>
                  <a:pt x="50975" y="5972"/>
                </a:lnTo>
                <a:lnTo>
                  <a:pt x="50728" y="6030"/>
                </a:lnTo>
                <a:lnTo>
                  <a:pt x="50480" y="6103"/>
                </a:lnTo>
                <a:lnTo>
                  <a:pt x="50233" y="6190"/>
                </a:lnTo>
                <a:lnTo>
                  <a:pt x="49985" y="6292"/>
                </a:lnTo>
                <a:lnTo>
                  <a:pt x="49737" y="6409"/>
                </a:lnTo>
                <a:lnTo>
                  <a:pt x="49504" y="6525"/>
                </a:lnTo>
                <a:lnTo>
                  <a:pt x="49271" y="6656"/>
                </a:lnTo>
                <a:lnTo>
                  <a:pt x="49053" y="6787"/>
                </a:lnTo>
                <a:lnTo>
                  <a:pt x="48820" y="6933"/>
                </a:lnTo>
                <a:lnTo>
                  <a:pt x="48616" y="7093"/>
                </a:lnTo>
                <a:lnTo>
                  <a:pt x="48397" y="7268"/>
                </a:lnTo>
                <a:lnTo>
                  <a:pt x="48208" y="7443"/>
                </a:lnTo>
                <a:lnTo>
                  <a:pt x="48019" y="7618"/>
                </a:lnTo>
                <a:lnTo>
                  <a:pt x="47829" y="7807"/>
                </a:lnTo>
                <a:lnTo>
                  <a:pt x="47655" y="7996"/>
                </a:lnTo>
                <a:lnTo>
                  <a:pt x="47495" y="8200"/>
                </a:lnTo>
                <a:lnTo>
                  <a:pt x="47203" y="8622"/>
                </a:lnTo>
                <a:lnTo>
                  <a:pt x="46927" y="9059"/>
                </a:lnTo>
                <a:lnTo>
                  <a:pt x="46679" y="9511"/>
                </a:lnTo>
                <a:lnTo>
                  <a:pt x="46460" y="9962"/>
                </a:lnTo>
                <a:lnTo>
                  <a:pt x="46257" y="10428"/>
                </a:lnTo>
                <a:lnTo>
                  <a:pt x="46067" y="10909"/>
                </a:lnTo>
                <a:lnTo>
                  <a:pt x="45892" y="11390"/>
                </a:lnTo>
                <a:lnTo>
                  <a:pt x="45732" y="11885"/>
                </a:lnTo>
                <a:lnTo>
                  <a:pt x="45572" y="12380"/>
                </a:lnTo>
                <a:lnTo>
                  <a:pt x="45426" y="12875"/>
                </a:lnTo>
                <a:lnTo>
                  <a:pt x="45150" y="13895"/>
                </a:lnTo>
                <a:lnTo>
                  <a:pt x="44873" y="14900"/>
                </a:lnTo>
                <a:lnTo>
                  <a:pt x="44727" y="15395"/>
                </a:lnTo>
                <a:lnTo>
                  <a:pt x="44582" y="15890"/>
                </a:lnTo>
                <a:lnTo>
                  <a:pt x="44421" y="16385"/>
                </a:lnTo>
                <a:lnTo>
                  <a:pt x="44232" y="16880"/>
                </a:lnTo>
                <a:lnTo>
                  <a:pt x="44028" y="17361"/>
                </a:lnTo>
                <a:lnTo>
                  <a:pt x="43810" y="17856"/>
                </a:lnTo>
                <a:lnTo>
                  <a:pt x="43562" y="18322"/>
                </a:lnTo>
                <a:lnTo>
                  <a:pt x="43315" y="18788"/>
                </a:lnTo>
                <a:lnTo>
                  <a:pt x="43023" y="19225"/>
                </a:lnTo>
                <a:lnTo>
                  <a:pt x="42717" y="19648"/>
                </a:lnTo>
                <a:lnTo>
                  <a:pt x="42397" y="20055"/>
                </a:lnTo>
                <a:lnTo>
                  <a:pt x="42222" y="20245"/>
                </a:lnTo>
                <a:lnTo>
                  <a:pt x="42048" y="20419"/>
                </a:lnTo>
                <a:lnTo>
                  <a:pt x="41873" y="20594"/>
                </a:lnTo>
                <a:lnTo>
                  <a:pt x="41683" y="20769"/>
                </a:lnTo>
                <a:lnTo>
                  <a:pt x="41494" y="20929"/>
                </a:lnTo>
                <a:lnTo>
                  <a:pt x="41290" y="21075"/>
                </a:lnTo>
                <a:lnTo>
                  <a:pt x="41086" y="21221"/>
                </a:lnTo>
                <a:lnTo>
                  <a:pt x="40868" y="21352"/>
                </a:lnTo>
                <a:lnTo>
                  <a:pt x="40664" y="21483"/>
                </a:lnTo>
                <a:lnTo>
                  <a:pt x="40431" y="21585"/>
                </a:lnTo>
                <a:lnTo>
                  <a:pt x="40212" y="21687"/>
                </a:lnTo>
                <a:lnTo>
                  <a:pt x="39965" y="21789"/>
                </a:lnTo>
                <a:lnTo>
                  <a:pt x="39732" y="21861"/>
                </a:lnTo>
                <a:lnTo>
                  <a:pt x="39484" y="21934"/>
                </a:lnTo>
                <a:lnTo>
                  <a:pt x="39178" y="21992"/>
                </a:lnTo>
                <a:lnTo>
                  <a:pt x="38873" y="22051"/>
                </a:lnTo>
                <a:lnTo>
                  <a:pt x="38567" y="22080"/>
                </a:lnTo>
                <a:lnTo>
                  <a:pt x="37970" y="22080"/>
                </a:lnTo>
                <a:lnTo>
                  <a:pt x="37678" y="22051"/>
                </a:lnTo>
                <a:lnTo>
                  <a:pt x="37387" y="22007"/>
                </a:lnTo>
                <a:lnTo>
                  <a:pt x="37096" y="21949"/>
                </a:lnTo>
                <a:lnTo>
                  <a:pt x="36804" y="21876"/>
                </a:lnTo>
                <a:lnTo>
                  <a:pt x="36513" y="21789"/>
                </a:lnTo>
                <a:lnTo>
                  <a:pt x="36222" y="21701"/>
                </a:lnTo>
                <a:lnTo>
                  <a:pt x="35945" y="21585"/>
                </a:lnTo>
                <a:lnTo>
                  <a:pt x="35668" y="21454"/>
                </a:lnTo>
                <a:lnTo>
                  <a:pt x="35377" y="21322"/>
                </a:lnTo>
                <a:lnTo>
                  <a:pt x="35115" y="21177"/>
                </a:lnTo>
                <a:lnTo>
                  <a:pt x="34838" y="21017"/>
                </a:lnTo>
                <a:lnTo>
                  <a:pt x="34562" y="20856"/>
                </a:lnTo>
                <a:lnTo>
                  <a:pt x="34299" y="20682"/>
                </a:lnTo>
                <a:lnTo>
                  <a:pt x="33775" y="20303"/>
                </a:lnTo>
                <a:lnTo>
                  <a:pt x="33265" y="19895"/>
                </a:lnTo>
                <a:lnTo>
                  <a:pt x="32770" y="19473"/>
                </a:lnTo>
                <a:lnTo>
                  <a:pt x="32290" y="19021"/>
                </a:lnTo>
                <a:lnTo>
                  <a:pt x="31838" y="18555"/>
                </a:lnTo>
                <a:lnTo>
                  <a:pt x="31387" y="18089"/>
                </a:lnTo>
                <a:lnTo>
                  <a:pt x="30964" y="17623"/>
                </a:lnTo>
                <a:lnTo>
                  <a:pt x="30105" y="16676"/>
                </a:lnTo>
                <a:lnTo>
                  <a:pt x="29668" y="16196"/>
                </a:lnTo>
                <a:lnTo>
                  <a:pt x="29202" y="15730"/>
                </a:lnTo>
                <a:lnTo>
                  <a:pt x="28750" y="15278"/>
                </a:lnTo>
                <a:lnTo>
                  <a:pt x="28270" y="14841"/>
                </a:lnTo>
                <a:lnTo>
                  <a:pt x="27775" y="14419"/>
                </a:lnTo>
                <a:lnTo>
                  <a:pt x="27279" y="14026"/>
                </a:lnTo>
                <a:lnTo>
                  <a:pt x="27032" y="13836"/>
                </a:lnTo>
                <a:lnTo>
                  <a:pt x="26770" y="13662"/>
                </a:lnTo>
                <a:lnTo>
                  <a:pt x="26508" y="13501"/>
                </a:lnTo>
                <a:lnTo>
                  <a:pt x="26245" y="13341"/>
                </a:lnTo>
                <a:lnTo>
                  <a:pt x="25969" y="13196"/>
                </a:lnTo>
                <a:lnTo>
                  <a:pt x="25692" y="13050"/>
                </a:lnTo>
                <a:lnTo>
                  <a:pt x="25415" y="12933"/>
                </a:lnTo>
                <a:lnTo>
                  <a:pt x="25139" y="12817"/>
                </a:lnTo>
                <a:lnTo>
                  <a:pt x="24862" y="12715"/>
                </a:lnTo>
                <a:lnTo>
                  <a:pt x="24571" y="12628"/>
                </a:lnTo>
                <a:lnTo>
                  <a:pt x="24279" y="12555"/>
                </a:lnTo>
                <a:lnTo>
                  <a:pt x="23988" y="12497"/>
                </a:lnTo>
                <a:lnTo>
                  <a:pt x="23682" y="12453"/>
                </a:lnTo>
                <a:lnTo>
                  <a:pt x="23376" y="12424"/>
                </a:lnTo>
                <a:lnTo>
                  <a:pt x="23070" y="12409"/>
                </a:lnTo>
                <a:lnTo>
                  <a:pt x="22765" y="12424"/>
                </a:lnTo>
                <a:lnTo>
                  <a:pt x="22415" y="12453"/>
                </a:lnTo>
                <a:lnTo>
                  <a:pt x="22065" y="12497"/>
                </a:lnTo>
                <a:lnTo>
                  <a:pt x="21716" y="12569"/>
                </a:lnTo>
                <a:lnTo>
                  <a:pt x="21381" y="12642"/>
                </a:lnTo>
                <a:lnTo>
                  <a:pt x="21031" y="12744"/>
                </a:lnTo>
                <a:lnTo>
                  <a:pt x="20696" y="12861"/>
                </a:lnTo>
                <a:lnTo>
                  <a:pt x="20041" y="13094"/>
                </a:lnTo>
                <a:lnTo>
                  <a:pt x="18701" y="13633"/>
                </a:lnTo>
                <a:lnTo>
                  <a:pt x="18046" y="13895"/>
                </a:lnTo>
                <a:lnTo>
                  <a:pt x="17696" y="13997"/>
                </a:lnTo>
                <a:lnTo>
                  <a:pt x="17361" y="14113"/>
                </a:lnTo>
                <a:lnTo>
                  <a:pt x="16866" y="14244"/>
                </a:lnTo>
                <a:lnTo>
                  <a:pt x="16371" y="14346"/>
                </a:lnTo>
                <a:lnTo>
                  <a:pt x="15876" y="14419"/>
                </a:lnTo>
                <a:lnTo>
                  <a:pt x="15381" y="14463"/>
                </a:lnTo>
                <a:lnTo>
                  <a:pt x="14885" y="14492"/>
                </a:lnTo>
                <a:lnTo>
                  <a:pt x="14376" y="14492"/>
                </a:lnTo>
                <a:lnTo>
                  <a:pt x="13880" y="14463"/>
                </a:lnTo>
                <a:lnTo>
                  <a:pt x="13385" y="14419"/>
                </a:lnTo>
                <a:lnTo>
                  <a:pt x="12890" y="14346"/>
                </a:lnTo>
                <a:lnTo>
                  <a:pt x="12395" y="14259"/>
                </a:lnTo>
                <a:lnTo>
                  <a:pt x="11914" y="14142"/>
                </a:lnTo>
                <a:lnTo>
                  <a:pt x="11419" y="13997"/>
                </a:lnTo>
                <a:lnTo>
                  <a:pt x="10938" y="13851"/>
                </a:lnTo>
                <a:lnTo>
                  <a:pt x="10472" y="13662"/>
                </a:lnTo>
                <a:lnTo>
                  <a:pt x="9992" y="13472"/>
                </a:lnTo>
                <a:lnTo>
                  <a:pt x="9526" y="13254"/>
                </a:lnTo>
                <a:lnTo>
                  <a:pt x="9074" y="13021"/>
                </a:lnTo>
                <a:lnTo>
                  <a:pt x="8623" y="12773"/>
                </a:lnTo>
                <a:lnTo>
                  <a:pt x="8171" y="12511"/>
                </a:lnTo>
                <a:lnTo>
                  <a:pt x="7749" y="12234"/>
                </a:lnTo>
                <a:lnTo>
                  <a:pt x="7312" y="11929"/>
                </a:lnTo>
                <a:lnTo>
                  <a:pt x="6904" y="11623"/>
                </a:lnTo>
                <a:lnTo>
                  <a:pt x="6496" y="11288"/>
                </a:lnTo>
                <a:lnTo>
                  <a:pt x="6089" y="10953"/>
                </a:lnTo>
                <a:lnTo>
                  <a:pt x="5710" y="10603"/>
                </a:lnTo>
                <a:lnTo>
                  <a:pt x="5331" y="10239"/>
                </a:lnTo>
                <a:lnTo>
                  <a:pt x="4967" y="9860"/>
                </a:lnTo>
                <a:lnTo>
                  <a:pt x="4618" y="9482"/>
                </a:lnTo>
                <a:lnTo>
                  <a:pt x="4283" y="9089"/>
                </a:lnTo>
                <a:lnTo>
                  <a:pt x="3962" y="8681"/>
                </a:lnTo>
                <a:lnTo>
                  <a:pt x="3656" y="8258"/>
                </a:lnTo>
                <a:lnTo>
                  <a:pt x="3365" y="7836"/>
                </a:lnTo>
                <a:lnTo>
                  <a:pt x="3074" y="7385"/>
                </a:lnTo>
                <a:lnTo>
                  <a:pt x="2783" y="6933"/>
                </a:lnTo>
                <a:lnTo>
                  <a:pt x="2520" y="6467"/>
                </a:lnTo>
                <a:lnTo>
                  <a:pt x="2273" y="6001"/>
                </a:lnTo>
                <a:lnTo>
                  <a:pt x="2025" y="5520"/>
                </a:lnTo>
                <a:lnTo>
                  <a:pt x="1792" y="5040"/>
                </a:lnTo>
                <a:lnTo>
                  <a:pt x="1574" y="4559"/>
                </a:lnTo>
                <a:lnTo>
                  <a:pt x="1355" y="4064"/>
                </a:lnTo>
                <a:lnTo>
                  <a:pt x="1166" y="3569"/>
                </a:lnTo>
                <a:lnTo>
                  <a:pt x="962" y="3074"/>
                </a:lnTo>
                <a:lnTo>
                  <a:pt x="787" y="2564"/>
                </a:lnTo>
                <a:lnTo>
                  <a:pt x="612" y="2069"/>
                </a:lnTo>
                <a:lnTo>
                  <a:pt x="292" y="1035"/>
                </a:lnTo>
                <a:lnTo>
                  <a:pt x="1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24"/>
          <p:cNvGrpSpPr/>
          <p:nvPr/>
        </p:nvGrpSpPr>
        <p:grpSpPr>
          <a:xfrm rot="-1643791" flipH="1">
            <a:off x="29043" y="202700"/>
            <a:ext cx="829810" cy="659800"/>
            <a:chOff x="7917675" y="-1178675"/>
            <a:chExt cx="547275" cy="435150"/>
          </a:xfrm>
        </p:grpSpPr>
        <p:sp>
          <p:nvSpPr>
            <p:cNvPr id="319" name="Google Shape;319;p24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24"/>
          <p:cNvSpPr/>
          <p:nvPr/>
        </p:nvSpPr>
        <p:spPr>
          <a:xfrm>
            <a:off x="10175" y="4467975"/>
            <a:ext cx="2362627" cy="675515"/>
          </a:xfrm>
          <a:custGeom>
            <a:avLst/>
            <a:gdLst/>
            <a:ahLst/>
            <a:cxnLst/>
            <a:rect l="l" t="t" r="r" b="b"/>
            <a:pathLst>
              <a:path w="56394" h="16124" extrusionOk="0">
                <a:moveTo>
                  <a:pt x="1" y="1"/>
                </a:moveTo>
                <a:lnTo>
                  <a:pt x="1" y="16124"/>
                </a:lnTo>
                <a:lnTo>
                  <a:pt x="56393" y="16124"/>
                </a:lnTo>
                <a:lnTo>
                  <a:pt x="56204" y="15614"/>
                </a:lnTo>
                <a:lnTo>
                  <a:pt x="56015" y="15104"/>
                </a:lnTo>
                <a:lnTo>
                  <a:pt x="55840" y="14580"/>
                </a:lnTo>
                <a:lnTo>
                  <a:pt x="55665" y="14055"/>
                </a:lnTo>
                <a:lnTo>
                  <a:pt x="55359" y="13007"/>
                </a:lnTo>
                <a:lnTo>
                  <a:pt x="55068" y="11944"/>
                </a:lnTo>
                <a:lnTo>
                  <a:pt x="54806" y="10866"/>
                </a:lnTo>
                <a:lnTo>
                  <a:pt x="54558" y="9788"/>
                </a:lnTo>
                <a:lnTo>
                  <a:pt x="54063" y="7633"/>
                </a:lnTo>
                <a:lnTo>
                  <a:pt x="53946" y="7181"/>
                </a:lnTo>
                <a:lnTo>
                  <a:pt x="53830" y="6730"/>
                </a:lnTo>
                <a:lnTo>
                  <a:pt x="53699" y="6278"/>
                </a:lnTo>
                <a:lnTo>
                  <a:pt x="53553" y="5827"/>
                </a:lnTo>
                <a:lnTo>
                  <a:pt x="53408" y="5375"/>
                </a:lnTo>
                <a:lnTo>
                  <a:pt x="53233" y="4938"/>
                </a:lnTo>
                <a:lnTo>
                  <a:pt x="53043" y="4501"/>
                </a:lnTo>
                <a:lnTo>
                  <a:pt x="52825" y="4094"/>
                </a:lnTo>
                <a:lnTo>
                  <a:pt x="52592" y="3700"/>
                </a:lnTo>
                <a:lnTo>
                  <a:pt x="52344" y="3322"/>
                </a:lnTo>
                <a:lnTo>
                  <a:pt x="52213" y="3147"/>
                </a:lnTo>
                <a:lnTo>
                  <a:pt x="52068" y="2972"/>
                </a:lnTo>
                <a:lnTo>
                  <a:pt x="51922" y="2812"/>
                </a:lnTo>
                <a:lnTo>
                  <a:pt x="51762" y="2652"/>
                </a:lnTo>
                <a:lnTo>
                  <a:pt x="51602" y="2506"/>
                </a:lnTo>
                <a:lnTo>
                  <a:pt x="51441" y="2375"/>
                </a:lnTo>
                <a:lnTo>
                  <a:pt x="51267" y="2229"/>
                </a:lnTo>
                <a:lnTo>
                  <a:pt x="51092" y="2113"/>
                </a:lnTo>
                <a:lnTo>
                  <a:pt x="50903" y="1996"/>
                </a:lnTo>
                <a:lnTo>
                  <a:pt x="50699" y="1894"/>
                </a:lnTo>
                <a:lnTo>
                  <a:pt x="50495" y="1807"/>
                </a:lnTo>
                <a:lnTo>
                  <a:pt x="50291" y="1720"/>
                </a:lnTo>
                <a:lnTo>
                  <a:pt x="50072" y="1647"/>
                </a:lnTo>
                <a:lnTo>
                  <a:pt x="49868" y="1603"/>
                </a:lnTo>
                <a:lnTo>
                  <a:pt x="49650" y="1559"/>
                </a:lnTo>
                <a:lnTo>
                  <a:pt x="49446" y="1530"/>
                </a:lnTo>
                <a:lnTo>
                  <a:pt x="49242" y="1501"/>
                </a:lnTo>
                <a:lnTo>
                  <a:pt x="48820" y="1501"/>
                </a:lnTo>
                <a:lnTo>
                  <a:pt x="48601" y="1516"/>
                </a:lnTo>
                <a:lnTo>
                  <a:pt x="48397" y="1530"/>
                </a:lnTo>
                <a:lnTo>
                  <a:pt x="48179" y="1574"/>
                </a:lnTo>
                <a:lnTo>
                  <a:pt x="47975" y="1603"/>
                </a:lnTo>
                <a:lnTo>
                  <a:pt x="47757" y="1661"/>
                </a:lnTo>
                <a:lnTo>
                  <a:pt x="47349" y="1792"/>
                </a:lnTo>
                <a:lnTo>
                  <a:pt x="46941" y="1953"/>
                </a:lnTo>
                <a:lnTo>
                  <a:pt x="46533" y="2142"/>
                </a:lnTo>
                <a:lnTo>
                  <a:pt x="46140" y="2360"/>
                </a:lnTo>
                <a:lnTo>
                  <a:pt x="45761" y="2593"/>
                </a:lnTo>
                <a:lnTo>
                  <a:pt x="45397" y="2856"/>
                </a:lnTo>
                <a:lnTo>
                  <a:pt x="45033" y="3147"/>
                </a:lnTo>
                <a:lnTo>
                  <a:pt x="44684" y="3438"/>
                </a:lnTo>
                <a:lnTo>
                  <a:pt x="44363" y="3744"/>
                </a:lnTo>
                <a:lnTo>
                  <a:pt x="44057" y="4064"/>
                </a:lnTo>
                <a:lnTo>
                  <a:pt x="43752" y="4385"/>
                </a:lnTo>
                <a:lnTo>
                  <a:pt x="43460" y="4720"/>
                </a:lnTo>
                <a:lnTo>
                  <a:pt x="42892" y="5404"/>
                </a:lnTo>
                <a:lnTo>
                  <a:pt x="42339" y="6103"/>
                </a:lnTo>
                <a:lnTo>
                  <a:pt x="41771" y="6788"/>
                </a:lnTo>
                <a:lnTo>
                  <a:pt x="41480" y="7123"/>
                </a:lnTo>
                <a:lnTo>
                  <a:pt x="41188" y="7443"/>
                </a:lnTo>
                <a:lnTo>
                  <a:pt x="40882" y="7764"/>
                </a:lnTo>
                <a:lnTo>
                  <a:pt x="40577" y="8070"/>
                </a:lnTo>
                <a:lnTo>
                  <a:pt x="40256" y="8361"/>
                </a:lnTo>
                <a:lnTo>
                  <a:pt x="39921" y="8652"/>
                </a:lnTo>
                <a:lnTo>
                  <a:pt x="39572" y="8914"/>
                </a:lnTo>
                <a:lnTo>
                  <a:pt x="39208" y="9147"/>
                </a:lnTo>
                <a:lnTo>
                  <a:pt x="38843" y="9366"/>
                </a:lnTo>
                <a:lnTo>
                  <a:pt x="38465" y="9555"/>
                </a:lnTo>
                <a:lnTo>
                  <a:pt x="38086" y="9730"/>
                </a:lnTo>
                <a:lnTo>
                  <a:pt x="37707" y="9875"/>
                </a:lnTo>
                <a:lnTo>
                  <a:pt x="37314" y="10007"/>
                </a:lnTo>
                <a:lnTo>
                  <a:pt x="36921" y="10109"/>
                </a:lnTo>
                <a:lnTo>
                  <a:pt x="36528" y="10196"/>
                </a:lnTo>
                <a:lnTo>
                  <a:pt x="36120" y="10269"/>
                </a:lnTo>
                <a:lnTo>
                  <a:pt x="35712" y="10312"/>
                </a:lnTo>
                <a:lnTo>
                  <a:pt x="35304" y="10342"/>
                </a:lnTo>
                <a:lnTo>
                  <a:pt x="34897" y="10356"/>
                </a:lnTo>
                <a:lnTo>
                  <a:pt x="34474" y="10356"/>
                </a:lnTo>
                <a:lnTo>
                  <a:pt x="34066" y="10342"/>
                </a:lnTo>
                <a:lnTo>
                  <a:pt x="33644" y="10298"/>
                </a:lnTo>
                <a:lnTo>
                  <a:pt x="33222" y="10254"/>
                </a:lnTo>
                <a:lnTo>
                  <a:pt x="32799" y="10196"/>
                </a:lnTo>
                <a:lnTo>
                  <a:pt x="32377" y="10109"/>
                </a:lnTo>
                <a:lnTo>
                  <a:pt x="31955" y="10021"/>
                </a:lnTo>
                <a:lnTo>
                  <a:pt x="31532" y="9919"/>
                </a:lnTo>
                <a:lnTo>
                  <a:pt x="31124" y="9803"/>
                </a:lnTo>
                <a:lnTo>
                  <a:pt x="30702" y="9672"/>
                </a:lnTo>
                <a:lnTo>
                  <a:pt x="30280" y="9541"/>
                </a:lnTo>
                <a:lnTo>
                  <a:pt x="29872" y="9395"/>
                </a:lnTo>
                <a:lnTo>
                  <a:pt x="29464" y="9235"/>
                </a:lnTo>
                <a:lnTo>
                  <a:pt x="29056" y="9074"/>
                </a:lnTo>
                <a:lnTo>
                  <a:pt x="28648" y="8900"/>
                </a:lnTo>
                <a:lnTo>
                  <a:pt x="27847" y="8536"/>
                </a:lnTo>
                <a:lnTo>
                  <a:pt x="27076" y="8142"/>
                </a:lnTo>
                <a:lnTo>
                  <a:pt x="26318" y="7720"/>
                </a:lnTo>
                <a:lnTo>
                  <a:pt x="25575" y="7298"/>
                </a:lnTo>
                <a:lnTo>
                  <a:pt x="24833" y="6861"/>
                </a:lnTo>
                <a:lnTo>
                  <a:pt x="23347" y="5972"/>
                </a:lnTo>
                <a:lnTo>
                  <a:pt x="22604" y="5535"/>
                </a:lnTo>
                <a:lnTo>
                  <a:pt x="21847" y="5113"/>
                </a:lnTo>
                <a:lnTo>
                  <a:pt x="21104" y="4691"/>
                </a:lnTo>
                <a:lnTo>
                  <a:pt x="20332" y="4297"/>
                </a:lnTo>
                <a:lnTo>
                  <a:pt x="19560" y="3933"/>
                </a:lnTo>
                <a:lnTo>
                  <a:pt x="18789" y="3598"/>
                </a:lnTo>
                <a:lnTo>
                  <a:pt x="18395" y="3438"/>
                </a:lnTo>
                <a:lnTo>
                  <a:pt x="18002" y="3292"/>
                </a:lnTo>
                <a:lnTo>
                  <a:pt x="17609" y="3161"/>
                </a:lnTo>
                <a:lnTo>
                  <a:pt x="17216" y="3030"/>
                </a:lnTo>
                <a:lnTo>
                  <a:pt x="16808" y="2914"/>
                </a:lnTo>
                <a:lnTo>
                  <a:pt x="16400" y="2812"/>
                </a:lnTo>
                <a:lnTo>
                  <a:pt x="15992" y="2724"/>
                </a:lnTo>
                <a:lnTo>
                  <a:pt x="15584" y="2652"/>
                </a:lnTo>
                <a:lnTo>
                  <a:pt x="15177" y="2579"/>
                </a:lnTo>
                <a:lnTo>
                  <a:pt x="14754" y="2535"/>
                </a:lnTo>
                <a:lnTo>
                  <a:pt x="14332" y="2506"/>
                </a:lnTo>
                <a:lnTo>
                  <a:pt x="13910" y="2491"/>
                </a:lnTo>
                <a:lnTo>
                  <a:pt x="13516" y="2491"/>
                </a:lnTo>
                <a:lnTo>
                  <a:pt x="13109" y="2506"/>
                </a:lnTo>
                <a:lnTo>
                  <a:pt x="12715" y="2521"/>
                </a:lnTo>
                <a:lnTo>
                  <a:pt x="12322" y="2564"/>
                </a:lnTo>
                <a:lnTo>
                  <a:pt x="11521" y="2652"/>
                </a:lnTo>
                <a:lnTo>
                  <a:pt x="10735" y="2754"/>
                </a:lnTo>
                <a:lnTo>
                  <a:pt x="9948" y="2856"/>
                </a:lnTo>
                <a:lnTo>
                  <a:pt x="9147" y="2943"/>
                </a:lnTo>
                <a:lnTo>
                  <a:pt x="8754" y="2987"/>
                </a:lnTo>
                <a:lnTo>
                  <a:pt x="8361" y="3016"/>
                </a:lnTo>
                <a:lnTo>
                  <a:pt x="7953" y="3030"/>
                </a:lnTo>
                <a:lnTo>
                  <a:pt x="7560" y="3030"/>
                </a:lnTo>
                <a:lnTo>
                  <a:pt x="7035" y="3016"/>
                </a:lnTo>
                <a:lnTo>
                  <a:pt x="6526" y="2972"/>
                </a:lnTo>
                <a:lnTo>
                  <a:pt x="6001" y="2914"/>
                </a:lnTo>
                <a:lnTo>
                  <a:pt x="5491" y="2812"/>
                </a:lnTo>
                <a:lnTo>
                  <a:pt x="4982" y="2710"/>
                </a:lnTo>
                <a:lnTo>
                  <a:pt x="4487" y="2564"/>
                </a:lnTo>
                <a:lnTo>
                  <a:pt x="3977" y="2404"/>
                </a:lnTo>
                <a:lnTo>
                  <a:pt x="3496" y="2215"/>
                </a:lnTo>
                <a:lnTo>
                  <a:pt x="3016" y="2011"/>
                </a:lnTo>
                <a:lnTo>
                  <a:pt x="2550" y="1792"/>
                </a:lnTo>
                <a:lnTo>
                  <a:pt x="2083" y="1545"/>
                </a:lnTo>
                <a:lnTo>
                  <a:pt x="1647" y="1268"/>
                </a:lnTo>
                <a:lnTo>
                  <a:pt x="1210" y="977"/>
                </a:lnTo>
                <a:lnTo>
                  <a:pt x="787" y="671"/>
                </a:lnTo>
                <a:lnTo>
                  <a:pt x="379" y="336"/>
                </a:lnTo>
                <a:lnTo>
                  <a:pt x="1" y="1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4"/>
          <p:cNvGrpSpPr/>
          <p:nvPr/>
        </p:nvGrpSpPr>
        <p:grpSpPr>
          <a:xfrm rot="1643791">
            <a:off x="8253736" y="3973800"/>
            <a:ext cx="829810" cy="659800"/>
            <a:chOff x="7917675" y="-1178675"/>
            <a:chExt cx="547275" cy="435150"/>
          </a:xfrm>
        </p:grpSpPr>
        <p:sp>
          <p:nvSpPr>
            <p:cNvPr id="323" name="Google Shape;323;p24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●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○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■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●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○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■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●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○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■"/>
              <a:defRPr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  <p:sldLayoutId id="2147483662" r:id="rId12"/>
    <p:sldLayoutId id="2147483663" r:id="rId13"/>
    <p:sldLayoutId id="2147483665" r:id="rId14"/>
    <p:sldLayoutId id="2147483666" r:id="rId15"/>
    <p:sldLayoutId id="2147483667" r:id="rId16"/>
    <p:sldLayoutId id="2147483669" r:id="rId17"/>
    <p:sldLayoutId id="2147483670" r:id="rId18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/>
          <p:nvPr/>
        </p:nvSpPr>
        <p:spPr>
          <a:xfrm>
            <a:off x="-136678" y="47474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-136678" y="4899865"/>
            <a:ext cx="9526722" cy="1095087"/>
          </a:xfrm>
          <a:custGeom>
            <a:avLst/>
            <a:gdLst/>
            <a:ahLst/>
            <a:cxnLst/>
            <a:rect l="l" t="t" r="r" b="b"/>
            <a:pathLst>
              <a:path w="171290" h="35931" extrusionOk="0">
                <a:moveTo>
                  <a:pt x="166513" y="1"/>
                </a:moveTo>
                <a:lnTo>
                  <a:pt x="166222" y="16"/>
                </a:lnTo>
                <a:lnTo>
                  <a:pt x="165916" y="30"/>
                </a:lnTo>
                <a:lnTo>
                  <a:pt x="165624" y="45"/>
                </a:lnTo>
                <a:lnTo>
                  <a:pt x="165348" y="74"/>
                </a:lnTo>
                <a:lnTo>
                  <a:pt x="164780" y="161"/>
                </a:lnTo>
                <a:lnTo>
                  <a:pt x="164226" y="278"/>
                </a:lnTo>
                <a:lnTo>
                  <a:pt x="163702" y="423"/>
                </a:lnTo>
                <a:lnTo>
                  <a:pt x="163178" y="584"/>
                </a:lnTo>
                <a:lnTo>
                  <a:pt x="162668" y="773"/>
                </a:lnTo>
                <a:lnTo>
                  <a:pt x="162187" y="977"/>
                </a:lnTo>
                <a:lnTo>
                  <a:pt x="161707" y="1195"/>
                </a:lnTo>
                <a:lnTo>
                  <a:pt x="161241" y="1414"/>
                </a:lnTo>
                <a:lnTo>
                  <a:pt x="160789" y="1661"/>
                </a:lnTo>
                <a:lnTo>
                  <a:pt x="160338" y="1909"/>
                </a:lnTo>
                <a:lnTo>
                  <a:pt x="159493" y="2419"/>
                </a:lnTo>
                <a:lnTo>
                  <a:pt x="158677" y="2914"/>
                </a:lnTo>
                <a:lnTo>
                  <a:pt x="157803" y="3438"/>
                </a:lnTo>
                <a:lnTo>
                  <a:pt x="156900" y="3933"/>
                </a:lnTo>
                <a:lnTo>
                  <a:pt x="155954" y="4429"/>
                </a:lnTo>
                <a:lnTo>
                  <a:pt x="154978" y="4895"/>
                </a:lnTo>
                <a:lnTo>
                  <a:pt x="153973" y="5361"/>
                </a:lnTo>
                <a:lnTo>
                  <a:pt x="152939" y="5798"/>
                </a:lnTo>
                <a:lnTo>
                  <a:pt x="151861" y="6220"/>
                </a:lnTo>
                <a:lnTo>
                  <a:pt x="150769" y="6628"/>
                </a:lnTo>
                <a:lnTo>
                  <a:pt x="149648" y="7006"/>
                </a:lnTo>
                <a:lnTo>
                  <a:pt x="148497" y="7385"/>
                </a:lnTo>
                <a:lnTo>
                  <a:pt x="147317" y="7720"/>
                </a:lnTo>
                <a:lnTo>
                  <a:pt x="146123" y="8055"/>
                </a:lnTo>
                <a:lnTo>
                  <a:pt x="144900" y="8361"/>
                </a:lnTo>
                <a:lnTo>
                  <a:pt x="143662" y="8652"/>
                </a:lnTo>
                <a:lnTo>
                  <a:pt x="142395" y="8914"/>
                </a:lnTo>
                <a:lnTo>
                  <a:pt x="141113" y="9162"/>
                </a:lnTo>
                <a:lnTo>
                  <a:pt x="139831" y="9380"/>
                </a:lnTo>
                <a:lnTo>
                  <a:pt x="138535" y="9570"/>
                </a:lnTo>
                <a:lnTo>
                  <a:pt x="137224" y="9744"/>
                </a:lnTo>
                <a:lnTo>
                  <a:pt x="135899" y="9890"/>
                </a:lnTo>
                <a:lnTo>
                  <a:pt x="134559" y="10007"/>
                </a:lnTo>
                <a:lnTo>
                  <a:pt x="133219" y="10079"/>
                </a:lnTo>
                <a:lnTo>
                  <a:pt x="131865" y="10138"/>
                </a:lnTo>
                <a:lnTo>
                  <a:pt x="131195" y="10152"/>
                </a:lnTo>
                <a:lnTo>
                  <a:pt x="129665" y="10152"/>
                </a:lnTo>
                <a:lnTo>
                  <a:pt x="128835" y="10123"/>
                </a:lnTo>
                <a:lnTo>
                  <a:pt x="127991" y="10094"/>
                </a:lnTo>
                <a:lnTo>
                  <a:pt x="127160" y="10036"/>
                </a:lnTo>
                <a:lnTo>
                  <a:pt x="126316" y="9963"/>
                </a:lnTo>
                <a:lnTo>
                  <a:pt x="125500" y="9890"/>
                </a:lnTo>
                <a:lnTo>
                  <a:pt x="124670" y="9788"/>
                </a:lnTo>
                <a:lnTo>
                  <a:pt x="123869" y="9672"/>
                </a:lnTo>
                <a:lnTo>
                  <a:pt x="122995" y="9511"/>
                </a:lnTo>
                <a:lnTo>
                  <a:pt x="122136" y="9351"/>
                </a:lnTo>
                <a:lnTo>
                  <a:pt x="121306" y="9176"/>
                </a:lnTo>
                <a:lnTo>
                  <a:pt x="120475" y="8973"/>
                </a:lnTo>
                <a:lnTo>
                  <a:pt x="119660" y="8769"/>
                </a:lnTo>
                <a:lnTo>
                  <a:pt x="118859" y="8550"/>
                </a:lnTo>
                <a:lnTo>
                  <a:pt x="118058" y="8332"/>
                </a:lnTo>
                <a:lnTo>
                  <a:pt x="117257" y="8099"/>
                </a:lnTo>
                <a:lnTo>
                  <a:pt x="115698" y="7618"/>
                </a:lnTo>
                <a:lnTo>
                  <a:pt x="114126" y="7123"/>
                </a:lnTo>
                <a:lnTo>
                  <a:pt x="112567" y="6642"/>
                </a:lnTo>
                <a:lnTo>
                  <a:pt x="110980" y="6176"/>
                </a:lnTo>
                <a:lnTo>
                  <a:pt x="109625" y="5798"/>
                </a:lnTo>
                <a:lnTo>
                  <a:pt x="108242" y="5463"/>
                </a:lnTo>
                <a:lnTo>
                  <a:pt x="106843" y="5128"/>
                </a:lnTo>
                <a:lnTo>
                  <a:pt x="105416" y="4836"/>
                </a:lnTo>
                <a:lnTo>
                  <a:pt x="103960" y="4560"/>
                </a:lnTo>
                <a:lnTo>
                  <a:pt x="102503" y="4312"/>
                </a:lnTo>
                <a:lnTo>
                  <a:pt x="101018" y="4079"/>
                </a:lnTo>
                <a:lnTo>
                  <a:pt x="99532" y="3875"/>
                </a:lnTo>
                <a:lnTo>
                  <a:pt x="98018" y="3686"/>
                </a:lnTo>
                <a:lnTo>
                  <a:pt x="96503" y="3526"/>
                </a:lnTo>
                <a:lnTo>
                  <a:pt x="94974" y="3394"/>
                </a:lnTo>
                <a:lnTo>
                  <a:pt x="93444" y="3292"/>
                </a:lnTo>
                <a:lnTo>
                  <a:pt x="91901" y="3205"/>
                </a:lnTo>
                <a:lnTo>
                  <a:pt x="90357" y="3147"/>
                </a:lnTo>
                <a:lnTo>
                  <a:pt x="88813" y="3103"/>
                </a:lnTo>
                <a:lnTo>
                  <a:pt x="87255" y="3089"/>
                </a:lnTo>
                <a:lnTo>
                  <a:pt x="85594" y="3103"/>
                </a:lnTo>
                <a:lnTo>
                  <a:pt x="83934" y="3147"/>
                </a:lnTo>
                <a:lnTo>
                  <a:pt x="82274" y="3220"/>
                </a:lnTo>
                <a:lnTo>
                  <a:pt x="80628" y="3322"/>
                </a:lnTo>
                <a:lnTo>
                  <a:pt x="78982" y="3453"/>
                </a:lnTo>
                <a:lnTo>
                  <a:pt x="77351" y="3613"/>
                </a:lnTo>
                <a:lnTo>
                  <a:pt x="75734" y="3788"/>
                </a:lnTo>
                <a:lnTo>
                  <a:pt x="74118" y="4006"/>
                </a:lnTo>
                <a:lnTo>
                  <a:pt x="72938" y="4181"/>
                </a:lnTo>
                <a:lnTo>
                  <a:pt x="71773" y="4385"/>
                </a:lnTo>
                <a:lnTo>
                  <a:pt x="70593" y="4589"/>
                </a:lnTo>
                <a:lnTo>
                  <a:pt x="69443" y="4793"/>
                </a:lnTo>
                <a:lnTo>
                  <a:pt x="67142" y="5244"/>
                </a:lnTo>
                <a:lnTo>
                  <a:pt x="64855" y="5725"/>
                </a:lnTo>
                <a:lnTo>
                  <a:pt x="62583" y="6205"/>
                </a:lnTo>
                <a:lnTo>
                  <a:pt x="60296" y="6671"/>
                </a:lnTo>
                <a:lnTo>
                  <a:pt x="57995" y="7137"/>
                </a:lnTo>
                <a:lnTo>
                  <a:pt x="56845" y="7341"/>
                </a:lnTo>
                <a:lnTo>
                  <a:pt x="55680" y="7560"/>
                </a:lnTo>
                <a:lnTo>
                  <a:pt x="54194" y="7793"/>
                </a:lnTo>
                <a:lnTo>
                  <a:pt x="52708" y="8026"/>
                </a:lnTo>
                <a:lnTo>
                  <a:pt x="51194" y="8215"/>
                </a:lnTo>
                <a:lnTo>
                  <a:pt x="49665" y="8390"/>
                </a:lnTo>
                <a:lnTo>
                  <a:pt x="48121" y="8521"/>
                </a:lnTo>
                <a:lnTo>
                  <a:pt x="47349" y="8579"/>
                </a:lnTo>
                <a:lnTo>
                  <a:pt x="46577" y="8623"/>
                </a:lnTo>
                <a:lnTo>
                  <a:pt x="45805" y="8667"/>
                </a:lnTo>
                <a:lnTo>
                  <a:pt x="45033" y="8696"/>
                </a:lnTo>
                <a:lnTo>
                  <a:pt x="44261" y="8710"/>
                </a:lnTo>
                <a:lnTo>
                  <a:pt x="42572" y="8710"/>
                </a:lnTo>
                <a:lnTo>
                  <a:pt x="41654" y="8681"/>
                </a:lnTo>
                <a:lnTo>
                  <a:pt x="40751" y="8638"/>
                </a:lnTo>
                <a:lnTo>
                  <a:pt x="39834" y="8579"/>
                </a:lnTo>
                <a:lnTo>
                  <a:pt x="38931" y="8492"/>
                </a:lnTo>
                <a:lnTo>
                  <a:pt x="38042" y="8390"/>
                </a:lnTo>
                <a:lnTo>
                  <a:pt x="37154" y="8273"/>
                </a:lnTo>
                <a:lnTo>
                  <a:pt x="36280" y="8128"/>
                </a:lnTo>
                <a:lnTo>
                  <a:pt x="35421" y="7968"/>
                </a:lnTo>
                <a:lnTo>
                  <a:pt x="34576" y="7793"/>
                </a:lnTo>
                <a:lnTo>
                  <a:pt x="33746" y="7604"/>
                </a:lnTo>
                <a:lnTo>
                  <a:pt x="32945" y="7385"/>
                </a:lnTo>
                <a:lnTo>
                  <a:pt x="32144" y="7167"/>
                </a:lnTo>
                <a:lnTo>
                  <a:pt x="31357" y="6934"/>
                </a:lnTo>
                <a:lnTo>
                  <a:pt x="30585" y="6686"/>
                </a:lnTo>
                <a:lnTo>
                  <a:pt x="29828" y="6438"/>
                </a:lnTo>
                <a:lnTo>
                  <a:pt x="28313" y="5914"/>
                </a:lnTo>
                <a:lnTo>
                  <a:pt x="26813" y="5375"/>
                </a:lnTo>
                <a:lnTo>
                  <a:pt x="25313" y="4851"/>
                </a:lnTo>
                <a:lnTo>
                  <a:pt x="23799" y="4327"/>
                </a:lnTo>
                <a:lnTo>
                  <a:pt x="23143" y="4123"/>
                </a:lnTo>
                <a:lnTo>
                  <a:pt x="22488" y="3904"/>
                </a:lnTo>
                <a:lnTo>
                  <a:pt x="21818" y="3715"/>
                </a:lnTo>
                <a:lnTo>
                  <a:pt x="21133" y="3511"/>
                </a:lnTo>
                <a:lnTo>
                  <a:pt x="20434" y="3336"/>
                </a:lnTo>
                <a:lnTo>
                  <a:pt x="19735" y="3161"/>
                </a:lnTo>
                <a:lnTo>
                  <a:pt x="19022" y="3001"/>
                </a:lnTo>
                <a:lnTo>
                  <a:pt x="18308" y="2841"/>
                </a:lnTo>
                <a:lnTo>
                  <a:pt x="17580" y="2710"/>
                </a:lnTo>
                <a:lnTo>
                  <a:pt x="16837" y="2579"/>
                </a:lnTo>
                <a:lnTo>
                  <a:pt x="16094" y="2477"/>
                </a:lnTo>
                <a:lnTo>
                  <a:pt x="15351" y="2390"/>
                </a:lnTo>
                <a:lnTo>
                  <a:pt x="14609" y="2317"/>
                </a:lnTo>
                <a:lnTo>
                  <a:pt x="13851" y="2258"/>
                </a:lnTo>
                <a:lnTo>
                  <a:pt x="13094" y="2229"/>
                </a:lnTo>
                <a:lnTo>
                  <a:pt x="12337" y="2215"/>
                </a:lnTo>
                <a:lnTo>
                  <a:pt x="11769" y="2229"/>
                </a:lnTo>
                <a:lnTo>
                  <a:pt x="11186" y="2244"/>
                </a:lnTo>
                <a:lnTo>
                  <a:pt x="10618" y="2273"/>
                </a:lnTo>
                <a:lnTo>
                  <a:pt x="10035" y="2331"/>
                </a:lnTo>
                <a:lnTo>
                  <a:pt x="9599" y="2375"/>
                </a:lnTo>
                <a:lnTo>
                  <a:pt x="9162" y="2433"/>
                </a:lnTo>
                <a:lnTo>
                  <a:pt x="8725" y="2491"/>
                </a:lnTo>
                <a:lnTo>
                  <a:pt x="8302" y="2564"/>
                </a:lnTo>
                <a:lnTo>
                  <a:pt x="7895" y="2652"/>
                </a:lnTo>
                <a:lnTo>
                  <a:pt x="7487" y="2739"/>
                </a:lnTo>
                <a:lnTo>
                  <a:pt x="7079" y="2841"/>
                </a:lnTo>
                <a:lnTo>
                  <a:pt x="6700" y="2943"/>
                </a:lnTo>
                <a:lnTo>
                  <a:pt x="6307" y="3045"/>
                </a:lnTo>
                <a:lnTo>
                  <a:pt x="5943" y="3161"/>
                </a:lnTo>
                <a:lnTo>
                  <a:pt x="5564" y="3292"/>
                </a:lnTo>
                <a:lnTo>
                  <a:pt x="5215" y="3424"/>
                </a:lnTo>
                <a:lnTo>
                  <a:pt x="4865" y="3555"/>
                </a:lnTo>
                <a:lnTo>
                  <a:pt x="4516" y="3700"/>
                </a:lnTo>
                <a:lnTo>
                  <a:pt x="4195" y="3846"/>
                </a:lnTo>
                <a:lnTo>
                  <a:pt x="3860" y="4006"/>
                </a:lnTo>
                <a:lnTo>
                  <a:pt x="3554" y="4166"/>
                </a:lnTo>
                <a:lnTo>
                  <a:pt x="3249" y="4327"/>
                </a:lnTo>
                <a:lnTo>
                  <a:pt x="2957" y="4501"/>
                </a:lnTo>
                <a:lnTo>
                  <a:pt x="2666" y="4676"/>
                </a:lnTo>
                <a:lnTo>
                  <a:pt x="2389" y="4851"/>
                </a:lnTo>
                <a:lnTo>
                  <a:pt x="2127" y="5040"/>
                </a:lnTo>
                <a:lnTo>
                  <a:pt x="1865" y="5230"/>
                </a:lnTo>
                <a:lnTo>
                  <a:pt x="1617" y="5419"/>
                </a:lnTo>
                <a:lnTo>
                  <a:pt x="1384" y="5608"/>
                </a:lnTo>
                <a:lnTo>
                  <a:pt x="1151" y="5812"/>
                </a:lnTo>
                <a:lnTo>
                  <a:pt x="933" y="6001"/>
                </a:lnTo>
                <a:lnTo>
                  <a:pt x="729" y="6205"/>
                </a:lnTo>
                <a:lnTo>
                  <a:pt x="525" y="6424"/>
                </a:lnTo>
                <a:lnTo>
                  <a:pt x="350" y="6628"/>
                </a:lnTo>
                <a:lnTo>
                  <a:pt x="176" y="6832"/>
                </a:lnTo>
                <a:lnTo>
                  <a:pt x="1" y="7050"/>
                </a:lnTo>
                <a:lnTo>
                  <a:pt x="1" y="14405"/>
                </a:lnTo>
                <a:lnTo>
                  <a:pt x="190" y="14915"/>
                </a:lnTo>
                <a:lnTo>
                  <a:pt x="379" y="15439"/>
                </a:lnTo>
                <a:lnTo>
                  <a:pt x="525" y="15978"/>
                </a:lnTo>
                <a:lnTo>
                  <a:pt x="598" y="16240"/>
                </a:lnTo>
                <a:lnTo>
                  <a:pt x="642" y="16517"/>
                </a:lnTo>
                <a:lnTo>
                  <a:pt x="700" y="16852"/>
                </a:lnTo>
                <a:lnTo>
                  <a:pt x="714" y="17201"/>
                </a:lnTo>
                <a:lnTo>
                  <a:pt x="714" y="17551"/>
                </a:lnTo>
                <a:lnTo>
                  <a:pt x="700" y="17915"/>
                </a:lnTo>
                <a:lnTo>
                  <a:pt x="656" y="18265"/>
                </a:lnTo>
                <a:lnTo>
                  <a:pt x="598" y="18614"/>
                </a:lnTo>
                <a:lnTo>
                  <a:pt x="452" y="19342"/>
                </a:lnTo>
                <a:lnTo>
                  <a:pt x="307" y="20056"/>
                </a:lnTo>
                <a:lnTo>
                  <a:pt x="161" y="20770"/>
                </a:lnTo>
                <a:lnTo>
                  <a:pt x="88" y="21134"/>
                </a:lnTo>
                <a:lnTo>
                  <a:pt x="44" y="21483"/>
                </a:lnTo>
                <a:lnTo>
                  <a:pt x="15" y="21833"/>
                </a:lnTo>
                <a:lnTo>
                  <a:pt x="1" y="22182"/>
                </a:lnTo>
                <a:lnTo>
                  <a:pt x="1" y="35931"/>
                </a:lnTo>
                <a:lnTo>
                  <a:pt x="171290" y="35931"/>
                </a:lnTo>
                <a:lnTo>
                  <a:pt x="171290" y="28445"/>
                </a:lnTo>
                <a:lnTo>
                  <a:pt x="171290" y="4734"/>
                </a:lnTo>
                <a:lnTo>
                  <a:pt x="171290" y="1705"/>
                </a:lnTo>
                <a:lnTo>
                  <a:pt x="171130" y="1545"/>
                </a:lnTo>
                <a:lnTo>
                  <a:pt x="170969" y="1399"/>
                </a:lnTo>
                <a:lnTo>
                  <a:pt x="170795" y="1254"/>
                </a:lnTo>
                <a:lnTo>
                  <a:pt x="170605" y="1108"/>
                </a:lnTo>
                <a:lnTo>
                  <a:pt x="170401" y="977"/>
                </a:lnTo>
                <a:lnTo>
                  <a:pt x="170198" y="846"/>
                </a:lnTo>
                <a:lnTo>
                  <a:pt x="169965" y="729"/>
                </a:lnTo>
                <a:lnTo>
                  <a:pt x="169731" y="613"/>
                </a:lnTo>
                <a:lnTo>
                  <a:pt x="169484" y="511"/>
                </a:lnTo>
                <a:lnTo>
                  <a:pt x="169222" y="423"/>
                </a:lnTo>
                <a:lnTo>
                  <a:pt x="168960" y="336"/>
                </a:lnTo>
                <a:lnTo>
                  <a:pt x="168668" y="249"/>
                </a:lnTo>
                <a:lnTo>
                  <a:pt x="168362" y="190"/>
                </a:lnTo>
                <a:lnTo>
                  <a:pt x="168057" y="132"/>
                </a:lnTo>
                <a:lnTo>
                  <a:pt x="167722" y="88"/>
                </a:lnTo>
                <a:lnTo>
                  <a:pt x="167372" y="45"/>
                </a:lnTo>
                <a:lnTo>
                  <a:pt x="166935" y="16"/>
                </a:lnTo>
                <a:lnTo>
                  <a:pt x="166513" y="1"/>
                </a:lnTo>
                <a:close/>
              </a:path>
            </a:pathLst>
          </a:custGeom>
          <a:solidFill>
            <a:srgbClr val="191919">
              <a:alpha val="6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8"/>
          <p:cNvSpPr txBox="1">
            <a:spLocks noGrp="1"/>
          </p:cNvSpPr>
          <p:nvPr>
            <p:ph type="ctrTitle"/>
          </p:nvPr>
        </p:nvSpPr>
        <p:spPr>
          <a:xfrm>
            <a:off x="581830" y="557960"/>
            <a:ext cx="5265000" cy="23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Save</a:t>
            </a:r>
            <a:br>
              <a:rPr lang="en" sz="8300" dirty="0"/>
            </a:br>
            <a:r>
              <a:rPr lang="en" dirty="0"/>
              <a:t>Water</a:t>
            </a:r>
            <a:br>
              <a:rPr lang="en" sz="6400" dirty="0"/>
            </a:br>
            <a:r>
              <a:rPr lang="en" sz="4400" dirty="0">
                <a:solidFill>
                  <a:schemeClr val="lt1"/>
                </a:solidFill>
              </a:rPr>
              <a:t>SAVE LIFE</a:t>
            </a:r>
            <a:endParaRPr sz="7000" dirty="0"/>
          </a:p>
        </p:txBody>
      </p:sp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xfrm>
            <a:off x="581830" y="2704910"/>
            <a:ext cx="3009095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Every Drop Counts</a:t>
            </a:r>
            <a:endParaRPr sz="2400" dirty="0"/>
          </a:p>
        </p:txBody>
      </p:sp>
      <p:grpSp>
        <p:nvGrpSpPr>
          <p:cNvPr id="339" name="Google Shape;339;p28"/>
          <p:cNvGrpSpPr/>
          <p:nvPr/>
        </p:nvGrpSpPr>
        <p:grpSpPr>
          <a:xfrm>
            <a:off x="4086225" y="781051"/>
            <a:ext cx="4618015" cy="5213902"/>
            <a:chOff x="5058566" y="1178869"/>
            <a:chExt cx="3683774" cy="4327674"/>
          </a:xfrm>
        </p:grpSpPr>
        <p:grpSp>
          <p:nvGrpSpPr>
            <p:cNvPr id="340" name="Google Shape;340;p28"/>
            <p:cNvGrpSpPr/>
            <p:nvPr/>
          </p:nvGrpSpPr>
          <p:grpSpPr>
            <a:xfrm>
              <a:off x="6863504" y="4254630"/>
              <a:ext cx="187190" cy="248136"/>
              <a:chOff x="8787175" y="-1256575"/>
              <a:chExt cx="356825" cy="473000"/>
            </a:xfrm>
          </p:grpSpPr>
          <p:sp>
            <p:nvSpPr>
              <p:cNvPr id="341" name="Google Shape;341;p28"/>
              <p:cNvSpPr/>
              <p:nvPr/>
            </p:nvSpPr>
            <p:spPr>
              <a:xfrm>
                <a:off x="8787175" y="-1256575"/>
                <a:ext cx="241050" cy="383425"/>
              </a:xfrm>
              <a:custGeom>
                <a:avLst/>
                <a:gdLst/>
                <a:ahLst/>
                <a:cxnLst/>
                <a:rect l="l" t="t" r="r" b="b"/>
                <a:pathLst>
                  <a:path w="9642" h="15337" extrusionOk="0">
                    <a:moveTo>
                      <a:pt x="4413" y="0"/>
                    </a:moveTo>
                    <a:lnTo>
                      <a:pt x="4180" y="15"/>
                    </a:lnTo>
                    <a:lnTo>
                      <a:pt x="3962" y="44"/>
                    </a:lnTo>
                    <a:lnTo>
                      <a:pt x="3729" y="88"/>
                    </a:lnTo>
                    <a:lnTo>
                      <a:pt x="3510" y="131"/>
                    </a:lnTo>
                    <a:lnTo>
                      <a:pt x="3277" y="189"/>
                    </a:lnTo>
                    <a:lnTo>
                      <a:pt x="3059" y="262"/>
                    </a:lnTo>
                    <a:lnTo>
                      <a:pt x="2840" y="350"/>
                    </a:lnTo>
                    <a:lnTo>
                      <a:pt x="2622" y="452"/>
                    </a:lnTo>
                    <a:lnTo>
                      <a:pt x="2418" y="554"/>
                    </a:lnTo>
                    <a:lnTo>
                      <a:pt x="2214" y="670"/>
                    </a:lnTo>
                    <a:lnTo>
                      <a:pt x="2010" y="801"/>
                    </a:lnTo>
                    <a:lnTo>
                      <a:pt x="1835" y="932"/>
                    </a:lnTo>
                    <a:lnTo>
                      <a:pt x="1646" y="1078"/>
                    </a:lnTo>
                    <a:lnTo>
                      <a:pt x="1486" y="1224"/>
                    </a:lnTo>
                    <a:lnTo>
                      <a:pt x="1325" y="1384"/>
                    </a:lnTo>
                    <a:lnTo>
                      <a:pt x="1165" y="1559"/>
                    </a:lnTo>
                    <a:lnTo>
                      <a:pt x="1020" y="1719"/>
                    </a:lnTo>
                    <a:lnTo>
                      <a:pt x="888" y="1893"/>
                    </a:lnTo>
                    <a:lnTo>
                      <a:pt x="757" y="2083"/>
                    </a:lnTo>
                    <a:lnTo>
                      <a:pt x="641" y="2272"/>
                    </a:lnTo>
                    <a:lnTo>
                      <a:pt x="539" y="2461"/>
                    </a:lnTo>
                    <a:lnTo>
                      <a:pt x="437" y="2665"/>
                    </a:lnTo>
                    <a:lnTo>
                      <a:pt x="350" y="2869"/>
                    </a:lnTo>
                    <a:lnTo>
                      <a:pt x="277" y="3073"/>
                    </a:lnTo>
                    <a:lnTo>
                      <a:pt x="204" y="3292"/>
                    </a:lnTo>
                    <a:lnTo>
                      <a:pt x="146" y="3496"/>
                    </a:lnTo>
                    <a:lnTo>
                      <a:pt x="102" y="3714"/>
                    </a:lnTo>
                    <a:lnTo>
                      <a:pt x="58" y="3932"/>
                    </a:lnTo>
                    <a:lnTo>
                      <a:pt x="29" y="4165"/>
                    </a:lnTo>
                    <a:lnTo>
                      <a:pt x="15" y="4384"/>
                    </a:lnTo>
                    <a:lnTo>
                      <a:pt x="0" y="4602"/>
                    </a:lnTo>
                    <a:lnTo>
                      <a:pt x="15" y="4835"/>
                    </a:lnTo>
                    <a:lnTo>
                      <a:pt x="29" y="5054"/>
                    </a:lnTo>
                    <a:lnTo>
                      <a:pt x="58" y="5287"/>
                    </a:lnTo>
                    <a:lnTo>
                      <a:pt x="87" y="5505"/>
                    </a:lnTo>
                    <a:lnTo>
                      <a:pt x="146" y="5738"/>
                    </a:lnTo>
                    <a:lnTo>
                      <a:pt x="204" y="5957"/>
                    </a:lnTo>
                    <a:lnTo>
                      <a:pt x="277" y="6190"/>
                    </a:lnTo>
                    <a:lnTo>
                      <a:pt x="364" y="6408"/>
                    </a:lnTo>
                    <a:lnTo>
                      <a:pt x="481" y="6641"/>
                    </a:lnTo>
                    <a:lnTo>
                      <a:pt x="597" y="6860"/>
                    </a:lnTo>
                    <a:lnTo>
                      <a:pt x="714" y="7078"/>
                    </a:lnTo>
                    <a:lnTo>
                      <a:pt x="859" y="7282"/>
                    </a:lnTo>
                    <a:lnTo>
                      <a:pt x="1413" y="8083"/>
                    </a:lnTo>
                    <a:lnTo>
                      <a:pt x="1704" y="8506"/>
                    </a:lnTo>
                    <a:lnTo>
                      <a:pt x="1995" y="8957"/>
                    </a:lnTo>
                    <a:lnTo>
                      <a:pt x="2272" y="9423"/>
                    </a:lnTo>
                    <a:lnTo>
                      <a:pt x="2534" y="9904"/>
                    </a:lnTo>
                    <a:lnTo>
                      <a:pt x="2767" y="10399"/>
                    </a:lnTo>
                    <a:lnTo>
                      <a:pt x="2986" y="10909"/>
                    </a:lnTo>
                    <a:lnTo>
                      <a:pt x="3088" y="11171"/>
                    </a:lnTo>
                    <a:lnTo>
                      <a:pt x="3175" y="11433"/>
                    </a:lnTo>
                    <a:lnTo>
                      <a:pt x="3248" y="11695"/>
                    </a:lnTo>
                    <a:lnTo>
                      <a:pt x="3321" y="11972"/>
                    </a:lnTo>
                    <a:lnTo>
                      <a:pt x="3379" y="12234"/>
                    </a:lnTo>
                    <a:lnTo>
                      <a:pt x="3423" y="12511"/>
                    </a:lnTo>
                    <a:lnTo>
                      <a:pt x="3452" y="12788"/>
                    </a:lnTo>
                    <a:lnTo>
                      <a:pt x="3481" y="13064"/>
                    </a:lnTo>
                    <a:lnTo>
                      <a:pt x="3495" y="13341"/>
                    </a:lnTo>
                    <a:lnTo>
                      <a:pt x="3481" y="13618"/>
                    </a:lnTo>
                    <a:lnTo>
                      <a:pt x="3466" y="13909"/>
                    </a:lnTo>
                    <a:lnTo>
                      <a:pt x="3423" y="14186"/>
                    </a:lnTo>
                    <a:lnTo>
                      <a:pt x="3379" y="14477"/>
                    </a:lnTo>
                    <a:lnTo>
                      <a:pt x="3306" y="14754"/>
                    </a:lnTo>
                    <a:lnTo>
                      <a:pt x="3219" y="15045"/>
                    </a:lnTo>
                    <a:lnTo>
                      <a:pt x="3117" y="15336"/>
                    </a:lnTo>
                    <a:lnTo>
                      <a:pt x="3219" y="15278"/>
                    </a:lnTo>
                    <a:lnTo>
                      <a:pt x="3510" y="15132"/>
                    </a:lnTo>
                    <a:lnTo>
                      <a:pt x="3947" y="14870"/>
                    </a:lnTo>
                    <a:lnTo>
                      <a:pt x="4500" y="14521"/>
                    </a:lnTo>
                    <a:lnTo>
                      <a:pt x="4806" y="14302"/>
                    </a:lnTo>
                    <a:lnTo>
                      <a:pt x="5141" y="14069"/>
                    </a:lnTo>
                    <a:lnTo>
                      <a:pt x="5491" y="13807"/>
                    </a:lnTo>
                    <a:lnTo>
                      <a:pt x="5840" y="13516"/>
                    </a:lnTo>
                    <a:lnTo>
                      <a:pt x="6204" y="13210"/>
                    </a:lnTo>
                    <a:lnTo>
                      <a:pt x="6569" y="12875"/>
                    </a:lnTo>
                    <a:lnTo>
                      <a:pt x="6933" y="12511"/>
                    </a:lnTo>
                    <a:lnTo>
                      <a:pt x="7282" y="12132"/>
                    </a:lnTo>
                    <a:lnTo>
                      <a:pt x="7632" y="11724"/>
                    </a:lnTo>
                    <a:lnTo>
                      <a:pt x="7952" y="11287"/>
                    </a:lnTo>
                    <a:lnTo>
                      <a:pt x="8273" y="10836"/>
                    </a:lnTo>
                    <a:lnTo>
                      <a:pt x="8564" y="10355"/>
                    </a:lnTo>
                    <a:lnTo>
                      <a:pt x="8695" y="10108"/>
                    </a:lnTo>
                    <a:lnTo>
                      <a:pt x="8826" y="9846"/>
                    </a:lnTo>
                    <a:lnTo>
                      <a:pt x="8942" y="9583"/>
                    </a:lnTo>
                    <a:lnTo>
                      <a:pt x="9059" y="9321"/>
                    </a:lnTo>
                    <a:lnTo>
                      <a:pt x="9161" y="9059"/>
                    </a:lnTo>
                    <a:lnTo>
                      <a:pt x="9263" y="8782"/>
                    </a:lnTo>
                    <a:lnTo>
                      <a:pt x="9350" y="8491"/>
                    </a:lnTo>
                    <a:lnTo>
                      <a:pt x="9423" y="8200"/>
                    </a:lnTo>
                    <a:lnTo>
                      <a:pt x="9496" y="7909"/>
                    </a:lnTo>
                    <a:lnTo>
                      <a:pt x="9554" y="7617"/>
                    </a:lnTo>
                    <a:lnTo>
                      <a:pt x="9598" y="7311"/>
                    </a:lnTo>
                    <a:lnTo>
                      <a:pt x="9627" y="6991"/>
                    </a:lnTo>
                    <a:lnTo>
                      <a:pt x="9642" y="6685"/>
                    </a:lnTo>
                    <a:lnTo>
                      <a:pt x="9642" y="6350"/>
                    </a:lnTo>
                    <a:lnTo>
                      <a:pt x="9642" y="6030"/>
                    </a:lnTo>
                    <a:lnTo>
                      <a:pt x="9627" y="5695"/>
                    </a:lnTo>
                    <a:lnTo>
                      <a:pt x="9583" y="5360"/>
                    </a:lnTo>
                    <a:lnTo>
                      <a:pt x="9540" y="5010"/>
                    </a:lnTo>
                    <a:lnTo>
                      <a:pt x="9467" y="4661"/>
                    </a:lnTo>
                    <a:lnTo>
                      <a:pt x="9379" y="4311"/>
                    </a:lnTo>
                    <a:lnTo>
                      <a:pt x="9292" y="3947"/>
                    </a:lnTo>
                    <a:lnTo>
                      <a:pt x="9176" y="3583"/>
                    </a:lnTo>
                    <a:lnTo>
                      <a:pt x="9044" y="3204"/>
                    </a:lnTo>
                    <a:lnTo>
                      <a:pt x="8884" y="2826"/>
                    </a:lnTo>
                    <a:lnTo>
                      <a:pt x="8797" y="2607"/>
                    </a:lnTo>
                    <a:lnTo>
                      <a:pt x="8680" y="2403"/>
                    </a:lnTo>
                    <a:lnTo>
                      <a:pt x="8564" y="2199"/>
                    </a:lnTo>
                    <a:lnTo>
                      <a:pt x="8447" y="2010"/>
                    </a:lnTo>
                    <a:lnTo>
                      <a:pt x="8302" y="1821"/>
                    </a:lnTo>
                    <a:lnTo>
                      <a:pt x="8171" y="1646"/>
                    </a:lnTo>
                    <a:lnTo>
                      <a:pt x="8010" y="1471"/>
                    </a:lnTo>
                    <a:lnTo>
                      <a:pt x="7865" y="1311"/>
                    </a:lnTo>
                    <a:lnTo>
                      <a:pt x="7690" y="1151"/>
                    </a:lnTo>
                    <a:lnTo>
                      <a:pt x="7515" y="1005"/>
                    </a:lnTo>
                    <a:lnTo>
                      <a:pt x="7340" y="874"/>
                    </a:lnTo>
                    <a:lnTo>
                      <a:pt x="7166" y="743"/>
                    </a:lnTo>
                    <a:lnTo>
                      <a:pt x="6976" y="626"/>
                    </a:lnTo>
                    <a:lnTo>
                      <a:pt x="6772" y="524"/>
                    </a:lnTo>
                    <a:lnTo>
                      <a:pt x="6583" y="422"/>
                    </a:lnTo>
                    <a:lnTo>
                      <a:pt x="6379" y="335"/>
                    </a:lnTo>
                    <a:lnTo>
                      <a:pt x="6175" y="262"/>
                    </a:lnTo>
                    <a:lnTo>
                      <a:pt x="5957" y="189"/>
                    </a:lnTo>
                    <a:lnTo>
                      <a:pt x="5738" y="131"/>
                    </a:lnTo>
                    <a:lnTo>
                      <a:pt x="5520" y="88"/>
                    </a:lnTo>
                    <a:lnTo>
                      <a:pt x="5301" y="44"/>
                    </a:lnTo>
                    <a:lnTo>
                      <a:pt x="5083" y="15"/>
                    </a:lnTo>
                    <a:lnTo>
                      <a:pt x="48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8"/>
              <p:cNvSpPr/>
              <p:nvPr/>
            </p:nvSpPr>
            <p:spPr>
              <a:xfrm>
                <a:off x="8787175" y="-1256575"/>
                <a:ext cx="241050" cy="383425"/>
              </a:xfrm>
              <a:custGeom>
                <a:avLst/>
                <a:gdLst/>
                <a:ahLst/>
                <a:cxnLst/>
                <a:rect l="l" t="t" r="r" b="b"/>
                <a:pathLst>
                  <a:path w="9642" h="15337" fill="none" extrusionOk="0">
                    <a:moveTo>
                      <a:pt x="2840" y="350"/>
                    </a:moveTo>
                    <a:lnTo>
                      <a:pt x="2840" y="350"/>
                    </a:lnTo>
                    <a:lnTo>
                      <a:pt x="2622" y="452"/>
                    </a:lnTo>
                    <a:lnTo>
                      <a:pt x="2418" y="554"/>
                    </a:lnTo>
                    <a:lnTo>
                      <a:pt x="2214" y="670"/>
                    </a:lnTo>
                    <a:lnTo>
                      <a:pt x="2010" y="801"/>
                    </a:lnTo>
                    <a:lnTo>
                      <a:pt x="1835" y="932"/>
                    </a:lnTo>
                    <a:lnTo>
                      <a:pt x="1646" y="1078"/>
                    </a:lnTo>
                    <a:lnTo>
                      <a:pt x="1486" y="1224"/>
                    </a:lnTo>
                    <a:lnTo>
                      <a:pt x="1325" y="1384"/>
                    </a:lnTo>
                    <a:lnTo>
                      <a:pt x="1165" y="1559"/>
                    </a:lnTo>
                    <a:lnTo>
                      <a:pt x="1020" y="1719"/>
                    </a:lnTo>
                    <a:lnTo>
                      <a:pt x="888" y="1893"/>
                    </a:lnTo>
                    <a:lnTo>
                      <a:pt x="757" y="2083"/>
                    </a:lnTo>
                    <a:lnTo>
                      <a:pt x="641" y="2272"/>
                    </a:lnTo>
                    <a:lnTo>
                      <a:pt x="539" y="2461"/>
                    </a:lnTo>
                    <a:lnTo>
                      <a:pt x="437" y="2665"/>
                    </a:lnTo>
                    <a:lnTo>
                      <a:pt x="350" y="2869"/>
                    </a:lnTo>
                    <a:lnTo>
                      <a:pt x="277" y="3073"/>
                    </a:lnTo>
                    <a:lnTo>
                      <a:pt x="204" y="3292"/>
                    </a:lnTo>
                    <a:lnTo>
                      <a:pt x="146" y="3496"/>
                    </a:lnTo>
                    <a:lnTo>
                      <a:pt x="102" y="3714"/>
                    </a:lnTo>
                    <a:lnTo>
                      <a:pt x="58" y="3932"/>
                    </a:lnTo>
                    <a:lnTo>
                      <a:pt x="29" y="4165"/>
                    </a:lnTo>
                    <a:lnTo>
                      <a:pt x="15" y="4384"/>
                    </a:lnTo>
                    <a:lnTo>
                      <a:pt x="0" y="4602"/>
                    </a:lnTo>
                    <a:lnTo>
                      <a:pt x="15" y="4835"/>
                    </a:lnTo>
                    <a:lnTo>
                      <a:pt x="29" y="5054"/>
                    </a:lnTo>
                    <a:lnTo>
                      <a:pt x="58" y="5287"/>
                    </a:lnTo>
                    <a:lnTo>
                      <a:pt x="87" y="5505"/>
                    </a:lnTo>
                    <a:lnTo>
                      <a:pt x="146" y="5738"/>
                    </a:lnTo>
                    <a:lnTo>
                      <a:pt x="204" y="5957"/>
                    </a:lnTo>
                    <a:lnTo>
                      <a:pt x="277" y="6190"/>
                    </a:lnTo>
                    <a:lnTo>
                      <a:pt x="364" y="6408"/>
                    </a:lnTo>
                    <a:lnTo>
                      <a:pt x="364" y="6408"/>
                    </a:lnTo>
                    <a:lnTo>
                      <a:pt x="481" y="6641"/>
                    </a:lnTo>
                    <a:lnTo>
                      <a:pt x="597" y="6860"/>
                    </a:lnTo>
                    <a:lnTo>
                      <a:pt x="714" y="7078"/>
                    </a:lnTo>
                    <a:lnTo>
                      <a:pt x="859" y="7282"/>
                    </a:lnTo>
                    <a:lnTo>
                      <a:pt x="859" y="7282"/>
                    </a:lnTo>
                    <a:lnTo>
                      <a:pt x="859" y="7282"/>
                    </a:lnTo>
                    <a:lnTo>
                      <a:pt x="1413" y="8083"/>
                    </a:lnTo>
                    <a:lnTo>
                      <a:pt x="1704" y="8506"/>
                    </a:lnTo>
                    <a:lnTo>
                      <a:pt x="1995" y="8957"/>
                    </a:lnTo>
                    <a:lnTo>
                      <a:pt x="2272" y="9423"/>
                    </a:lnTo>
                    <a:lnTo>
                      <a:pt x="2534" y="9904"/>
                    </a:lnTo>
                    <a:lnTo>
                      <a:pt x="2767" y="10399"/>
                    </a:lnTo>
                    <a:lnTo>
                      <a:pt x="2986" y="10909"/>
                    </a:lnTo>
                    <a:lnTo>
                      <a:pt x="3088" y="11171"/>
                    </a:lnTo>
                    <a:lnTo>
                      <a:pt x="3175" y="11433"/>
                    </a:lnTo>
                    <a:lnTo>
                      <a:pt x="3248" y="11695"/>
                    </a:lnTo>
                    <a:lnTo>
                      <a:pt x="3321" y="11972"/>
                    </a:lnTo>
                    <a:lnTo>
                      <a:pt x="3379" y="12234"/>
                    </a:lnTo>
                    <a:lnTo>
                      <a:pt x="3423" y="12511"/>
                    </a:lnTo>
                    <a:lnTo>
                      <a:pt x="3452" y="12788"/>
                    </a:lnTo>
                    <a:lnTo>
                      <a:pt x="3481" y="13064"/>
                    </a:lnTo>
                    <a:lnTo>
                      <a:pt x="3495" y="13341"/>
                    </a:lnTo>
                    <a:lnTo>
                      <a:pt x="3481" y="13618"/>
                    </a:lnTo>
                    <a:lnTo>
                      <a:pt x="3466" y="13909"/>
                    </a:lnTo>
                    <a:lnTo>
                      <a:pt x="3423" y="14186"/>
                    </a:lnTo>
                    <a:lnTo>
                      <a:pt x="3379" y="14477"/>
                    </a:lnTo>
                    <a:lnTo>
                      <a:pt x="3306" y="14754"/>
                    </a:lnTo>
                    <a:lnTo>
                      <a:pt x="3219" y="15045"/>
                    </a:lnTo>
                    <a:lnTo>
                      <a:pt x="3117" y="15336"/>
                    </a:lnTo>
                    <a:lnTo>
                      <a:pt x="3117" y="15336"/>
                    </a:lnTo>
                    <a:lnTo>
                      <a:pt x="3219" y="15278"/>
                    </a:lnTo>
                    <a:lnTo>
                      <a:pt x="3510" y="15132"/>
                    </a:lnTo>
                    <a:lnTo>
                      <a:pt x="3947" y="14870"/>
                    </a:lnTo>
                    <a:lnTo>
                      <a:pt x="4500" y="14521"/>
                    </a:lnTo>
                    <a:lnTo>
                      <a:pt x="4806" y="14302"/>
                    </a:lnTo>
                    <a:lnTo>
                      <a:pt x="5141" y="14069"/>
                    </a:lnTo>
                    <a:lnTo>
                      <a:pt x="5491" y="13807"/>
                    </a:lnTo>
                    <a:lnTo>
                      <a:pt x="5840" y="13516"/>
                    </a:lnTo>
                    <a:lnTo>
                      <a:pt x="6204" y="13210"/>
                    </a:lnTo>
                    <a:lnTo>
                      <a:pt x="6569" y="12875"/>
                    </a:lnTo>
                    <a:lnTo>
                      <a:pt x="6933" y="12511"/>
                    </a:lnTo>
                    <a:lnTo>
                      <a:pt x="7282" y="12132"/>
                    </a:lnTo>
                    <a:lnTo>
                      <a:pt x="7632" y="11724"/>
                    </a:lnTo>
                    <a:lnTo>
                      <a:pt x="7952" y="11287"/>
                    </a:lnTo>
                    <a:lnTo>
                      <a:pt x="8273" y="10836"/>
                    </a:lnTo>
                    <a:lnTo>
                      <a:pt x="8564" y="10355"/>
                    </a:lnTo>
                    <a:lnTo>
                      <a:pt x="8695" y="10108"/>
                    </a:lnTo>
                    <a:lnTo>
                      <a:pt x="8826" y="9846"/>
                    </a:lnTo>
                    <a:lnTo>
                      <a:pt x="8942" y="9583"/>
                    </a:lnTo>
                    <a:lnTo>
                      <a:pt x="9059" y="9321"/>
                    </a:lnTo>
                    <a:lnTo>
                      <a:pt x="9161" y="9059"/>
                    </a:lnTo>
                    <a:lnTo>
                      <a:pt x="9263" y="8782"/>
                    </a:lnTo>
                    <a:lnTo>
                      <a:pt x="9350" y="8491"/>
                    </a:lnTo>
                    <a:lnTo>
                      <a:pt x="9423" y="8200"/>
                    </a:lnTo>
                    <a:lnTo>
                      <a:pt x="9496" y="7909"/>
                    </a:lnTo>
                    <a:lnTo>
                      <a:pt x="9554" y="7617"/>
                    </a:lnTo>
                    <a:lnTo>
                      <a:pt x="9598" y="7311"/>
                    </a:lnTo>
                    <a:lnTo>
                      <a:pt x="9627" y="6991"/>
                    </a:lnTo>
                    <a:lnTo>
                      <a:pt x="9642" y="6685"/>
                    </a:lnTo>
                    <a:lnTo>
                      <a:pt x="9642" y="6350"/>
                    </a:lnTo>
                    <a:lnTo>
                      <a:pt x="9642" y="6030"/>
                    </a:lnTo>
                    <a:lnTo>
                      <a:pt x="9627" y="5695"/>
                    </a:lnTo>
                    <a:lnTo>
                      <a:pt x="9583" y="5360"/>
                    </a:lnTo>
                    <a:lnTo>
                      <a:pt x="9540" y="5010"/>
                    </a:lnTo>
                    <a:lnTo>
                      <a:pt x="9467" y="4661"/>
                    </a:lnTo>
                    <a:lnTo>
                      <a:pt x="9379" y="4311"/>
                    </a:lnTo>
                    <a:lnTo>
                      <a:pt x="9292" y="3947"/>
                    </a:lnTo>
                    <a:lnTo>
                      <a:pt x="9176" y="3583"/>
                    </a:lnTo>
                    <a:lnTo>
                      <a:pt x="9044" y="3204"/>
                    </a:lnTo>
                    <a:lnTo>
                      <a:pt x="8884" y="2826"/>
                    </a:lnTo>
                    <a:lnTo>
                      <a:pt x="8884" y="2826"/>
                    </a:lnTo>
                    <a:lnTo>
                      <a:pt x="8797" y="2607"/>
                    </a:lnTo>
                    <a:lnTo>
                      <a:pt x="8680" y="2403"/>
                    </a:lnTo>
                    <a:lnTo>
                      <a:pt x="8564" y="2199"/>
                    </a:lnTo>
                    <a:lnTo>
                      <a:pt x="8447" y="2010"/>
                    </a:lnTo>
                    <a:lnTo>
                      <a:pt x="8302" y="1821"/>
                    </a:lnTo>
                    <a:lnTo>
                      <a:pt x="8171" y="1646"/>
                    </a:lnTo>
                    <a:lnTo>
                      <a:pt x="8010" y="1471"/>
                    </a:lnTo>
                    <a:lnTo>
                      <a:pt x="7865" y="1311"/>
                    </a:lnTo>
                    <a:lnTo>
                      <a:pt x="7690" y="1151"/>
                    </a:lnTo>
                    <a:lnTo>
                      <a:pt x="7515" y="1005"/>
                    </a:lnTo>
                    <a:lnTo>
                      <a:pt x="7340" y="874"/>
                    </a:lnTo>
                    <a:lnTo>
                      <a:pt x="7166" y="743"/>
                    </a:lnTo>
                    <a:lnTo>
                      <a:pt x="6976" y="626"/>
                    </a:lnTo>
                    <a:lnTo>
                      <a:pt x="6772" y="524"/>
                    </a:lnTo>
                    <a:lnTo>
                      <a:pt x="6583" y="422"/>
                    </a:lnTo>
                    <a:lnTo>
                      <a:pt x="6379" y="335"/>
                    </a:lnTo>
                    <a:lnTo>
                      <a:pt x="6175" y="262"/>
                    </a:lnTo>
                    <a:lnTo>
                      <a:pt x="5957" y="189"/>
                    </a:lnTo>
                    <a:lnTo>
                      <a:pt x="5738" y="131"/>
                    </a:lnTo>
                    <a:lnTo>
                      <a:pt x="5520" y="88"/>
                    </a:lnTo>
                    <a:lnTo>
                      <a:pt x="5301" y="44"/>
                    </a:lnTo>
                    <a:lnTo>
                      <a:pt x="5083" y="15"/>
                    </a:lnTo>
                    <a:lnTo>
                      <a:pt x="4865" y="0"/>
                    </a:lnTo>
                    <a:lnTo>
                      <a:pt x="4631" y="0"/>
                    </a:lnTo>
                    <a:lnTo>
                      <a:pt x="4413" y="0"/>
                    </a:lnTo>
                    <a:lnTo>
                      <a:pt x="4180" y="15"/>
                    </a:lnTo>
                    <a:lnTo>
                      <a:pt x="3962" y="44"/>
                    </a:lnTo>
                    <a:lnTo>
                      <a:pt x="3729" y="88"/>
                    </a:lnTo>
                    <a:lnTo>
                      <a:pt x="3510" y="131"/>
                    </a:lnTo>
                    <a:lnTo>
                      <a:pt x="3277" y="189"/>
                    </a:lnTo>
                    <a:lnTo>
                      <a:pt x="3059" y="262"/>
                    </a:lnTo>
                    <a:lnTo>
                      <a:pt x="2840" y="35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8"/>
              <p:cNvSpPr/>
              <p:nvPr/>
            </p:nvSpPr>
            <p:spPr>
              <a:xfrm>
                <a:off x="8937175" y="-915425"/>
                <a:ext cx="2068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8273" h="5274" extrusionOk="0">
                    <a:moveTo>
                      <a:pt x="4807" y="1"/>
                    </a:moveTo>
                    <a:lnTo>
                      <a:pt x="4472" y="15"/>
                    </a:lnTo>
                    <a:lnTo>
                      <a:pt x="4151" y="44"/>
                    </a:lnTo>
                    <a:lnTo>
                      <a:pt x="3831" y="103"/>
                    </a:lnTo>
                    <a:lnTo>
                      <a:pt x="3540" y="176"/>
                    </a:lnTo>
                    <a:lnTo>
                      <a:pt x="3234" y="278"/>
                    </a:lnTo>
                    <a:lnTo>
                      <a:pt x="2957" y="379"/>
                    </a:lnTo>
                    <a:lnTo>
                      <a:pt x="2695" y="511"/>
                    </a:lnTo>
                    <a:lnTo>
                      <a:pt x="2433" y="656"/>
                    </a:lnTo>
                    <a:lnTo>
                      <a:pt x="2185" y="802"/>
                    </a:lnTo>
                    <a:lnTo>
                      <a:pt x="1938" y="962"/>
                    </a:lnTo>
                    <a:lnTo>
                      <a:pt x="1719" y="1137"/>
                    </a:lnTo>
                    <a:lnTo>
                      <a:pt x="1501" y="1312"/>
                    </a:lnTo>
                    <a:lnTo>
                      <a:pt x="1311" y="1486"/>
                    </a:lnTo>
                    <a:lnTo>
                      <a:pt x="1122" y="1661"/>
                    </a:lnTo>
                    <a:lnTo>
                      <a:pt x="787" y="1996"/>
                    </a:lnTo>
                    <a:lnTo>
                      <a:pt x="510" y="2317"/>
                    </a:lnTo>
                    <a:lnTo>
                      <a:pt x="292" y="2593"/>
                    </a:lnTo>
                    <a:lnTo>
                      <a:pt x="132" y="2812"/>
                    </a:lnTo>
                    <a:lnTo>
                      <a:pt x="1" y="3001"/>
                    </a:lnTo>
                    <a:lnTo>
                      <a:pt x="161" y="2972"/>
                    </a:lnTo>
                    <a:lnTo>
                      <a:pt x="321" y="2943"/>
                    </a:lnTo>
                    <a:lnTo>
                      <a:pt x="481" y="2914"/>
                    </a:lnTo>
                    <a:lnTo>
                      <a:pt x="627" y="2899"/>
                    </a:lnTo>
                    <a:lnTo>
                      <a:pt x="933" y="2914"/>
                    </a:lnTo>
                    <a:lnTo>
                      <a:pt x="1238" y="2943"/>
                    </a:lnTo>
                    <a:lnTo>
                      <a:pt x="1530" y="3001"/>
                    </a:lnTo>
                    <a:lnTo>
                      <a:pt x="1806" y="3088"/>
                    </a:lnTo>
                    <a:lnTo>
                      <a:pt x="2083" y="3190"/>
                    </a:lnTo>
                    <a:lnTo>
                      <a:pt x="2345" y="3321"/>
                    </a:lnTo>
                    <a:lnTo>
                      <a:pt x="2608" y="3467"/>
                    </a:lnTo>
                    <a:lnTo>
                      <a:pt x="2855" y="3627"/>
                    </a:lnTo>
                    <a:lnTo>
                      <a:pt x="3103" y="3788"/>
                    </a:lnTo>
                    <a:lnTo>
                      <a:pt x="3336" y="3962"/>
                    </a:lnTo>
                    <a:lnTo>
                      <a:pt x="3773" y="4312"/>
                    </a:lnTo>
                    <a:lnTo>
                      <a:pt x="4166" y="4661"/>
                    </a:lnTo>
                    <a:lnTo>
                      <a:pt x="4370" y="4822"/>
                    </a:lnTo>
                    <a:lnTo>
                      <a:pt x="4603" y="4967"/>
                    </a:lnTo>
                    <a:lnTo>
                      <a:pt x="4836" y="5084"/>
                    </a:lnTo>
                    <a:lnTo>
                      <a:pt x="5069" y="5171"/>
                    </a:lnTo>
                    <a:lnTo>
                      <a:pt x="5302" y="5229"/>
                    </a:lnTo>
                    <a:lnTo>
                      <a:pt x="5549" y="5258"/>
                    </a:lnTo>
                    <a:lnTo>
                      <a:pt x="5782" y="5273"/>
                    </a:lnTo>
                    <a:lnTo>
                      <a:pt x="6016" y="5258"/>
                    </a:lnTo>
                    <a:lnTo>
                      <a:pt x="6263" y="5229"/>
                    </a:lnTo>
                    <a:lnTo>
                      <a:pt x="6482" y="5171"/>
                    </a:lnTo>
                    <a:lnTo>
                      <a:pt x="6715" y="5098"/>
                    </a:lnTo>
                    <a:lnTo>
                      <a:pt x="6933" y="4996"/>
                    </a:lnTo>
                    <a:lnTo>
                      <a:pt x="7137" y="4880"/>
                    </a:lnTo>
                    <a:lnTo>
                      <a:pt x="7326" y="4749"/>
                    </a:lnTo>
                    <a:lnTo>
                      <a:pt x="7516" y="4589"/>
                    </a:lnTo>
                    <a:lnTo>
                      <a:pt x="7676" y="4399"/>
                    </a:lnTo>
                    <a:lnTo>
                      <a:pt x="7836" y="4210"/>
                    </a:lnTo>
                    <a:lnTo>
                      <a:pt x="7967" y="3991"/>
                    </a:lnTo>
                    <a:lnTo>
                      <a:pt x="8084" y="3758"/>
                    </a:lnTo>
                    <a:lnTo>
                      <a:pt x="8156" y="3525"/>
                    </a:lnTo>
                    <a:lnTo>
                      <a:pt x="8229" y="3292"/>
                    </a:lnTo>
                    <a:lnTo>
                      <a:pt x="8258" y="3059"/>
                    </a:lnTo>
                    <a:lnTo>
                      <a:pt x="8273" y="2812"/>
                    </a:lnTo>
                    <a:lnTo>
                      <a:pt x="8258" y="2579"/>
                    </a:lnTo>
                    <a:lnTo>
                      <a:pt x="8229" y="2346"/>
                    </a:lnTo>
                    <a:lnTo>
                      <a:pt x="8171" y="2113"/>
                    </a:lnTo>
                    <a:lnTo>
                      <a:pt x="8098" y="1880"/>
                    </a:lnTo>
                    <a:lnTo>
                      <a:pt x="7996" y="1661"/>
                    </a:lnTo>
                    <a:lnTo>
                      <a:pt x="7880" y="1457"/>
                    </a:lnTo>
                    <a:lnTo>
                      <a:pt x="7734" y="1268"/>
                    </a:lnTo>
                    <a:lnTo>
                      <a:pt x="7574" y="1079"/>
                    </a:lnTo>
                    <a:lnTo>
                      <a:pt x="7399" y="918"/>
                    </a:lnTo>
                    <a:lnTo>
                      <a:pt x="7210" y="758"/>
                    </a:lnTo>
                    <a:lnTo>
                      <a:pt x="6991" y="627"/>
                    </a:lnTo>
                    <a:lnTo>
                      <a:pt x="6598" y="438"/>
                    </a:lnTo>
                    <a:lnTo>
                      <a:pt x="6234" y="278"/>
                    </a:lnTo>
                    <a:lnTo>
                      <a:pt x="5855" y="161"/>
                    </a:lnTo>
                    <a:lnTo>
                      <a:pt x="5506" y="74"/>
                    </a:lnTo>
                    <a:lnTo>
                      <a:pt x="5142" y="30"/>
                    </a:lnTo>
                    <a:lnTo>
                      <a:pt x="480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" name="Google Shape;344;p28"/>
            <p:cNvGrpSpPr/>
            <p:nvPr/>
          </p:nvGrpSpPr>
          <p:grpSpPr>
            <a:xfrm rot="-3510540">
              <a:off x="5870280" y="4286524"/>
              <a:ext cx="312106" cy="248162"/>
              <a:chOff x="7917675" y="-1178675"/>
              <a:chExt cx="547275" cy="435150"/>
            </a:xfrm>
          </p:grpSpPr>
          <p:sp>
            <p:nvSpPr>
              <p:cNvPr id="345" name="Google Shape;345;p28"/>
              <p:cNvSpPr/>
              <p:nvPr/>
            </p:nvSpPr>
            <p:spPr>
              <a:xfrm>
                <a:off x="7917675" y="-1178675"/>
                <a:ext cx="297500" cy="329175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3167" extrusionOk="0">
                    <a:moveTo>
                      <a:pt x="4501" y="1"/>
                    </a:moveTo>
                    <a:lnTo>
                      <a:pt x="4268" y="15"/>
                    </a:lnTo>
                    <a:lnTo>
                      <a:pt x="4050" y="45"/>
                    </a:lnTo>
                    <a:lnTo>
                      <a:pt x="3831" y="74"/>
                    </a:lnTo>
                    <a:lnTo>
                      <a:pt x="3613" y="117"/>
                    </a:lnTo>
                    <a:lnTo>
                      <a:pt x="3394" y="176"/>
                    </a:lnTo>
                    <a:lnTo>
                      <a:pt x="3176" y="234"/>
                    </a:lnTo>
                    <a:lnTo>
                      <a:pt x="2972" y="307"/>
                    </a:lnTo>
                    <a:lnTo>
                      <a:pt x="2768" y="394"/>
                    </a:lnTo>
                    <a:lnTo>
                      <a:pt x="2564" y="481"/>
                    </a:lnTo>
                    <a:lnTo>
                      <a:pt x="2375" y="583"/>
                    </a:lnTo>
                    <a:lnTo>
                      <a:pt x="2185" y="700"/>
                    </a:lnTo>
                    <a:lnTo>
                      <a:pt x="1996" y="816"/>
                    </a:lnTo>
                    <a:lnTo>
                      <a:pt x="1807" y="948"/>
                    </a:lnTo>
                    <a:lnTo>
                      <a:pt x="1632" y="1093"/>
                    </a:lnTo>
                    <a:lnTo>
                      <a:pt x="1472" y="1239"/>
                    </a:lnTo>
                    <a:lnTo>
                      <a:pt x="1312" y="1399"/>
                    </a:lnTo>
                    <a:lnTo>
                      <a:pt x="1151" y="1559"/>
                    </a:lnTo>
                    <a:lnTo>
                      <a:pt x="1006" y="1734"/>
                    </a:lnTo>
                    <a:lnTo>
                      <a:pt x="875" y="1923"/>
                    </a:lnTo>
                    <a:lnTo>
                      <a:pt x="744" y="2113"/>
                    </a:lnTo>
                    <a:lnTo>
                      <a:pt x="627" y="2302"/>
                    </a:lnTo>
                    <a:lnTo>
                      <a:pt x="511" y="2506"/>
                    </a:lnTo>
                    <a:lnTo>
                      <a:pt x="409" y="2724"/>
                    </a:lnTo>
                    <a:lnTo>
                      <a:pt x="321" y="2943"/>
                    </a:lnTo>
                    <a:lnTo>
                      <a:pt x="234" y="3161"/>
                    </a:lnTo>
                    <a:lnTo>
                      <a:pt x="161" y="3394"/>
                    </a:lnTo>
                    <a:lnTo>
                      <a:pt x="117" y="3613"/>
                    </a:lnTo>
                    <a:lnTo>
                      <a:pt x="59" y="3846"/>
                    </a:lnTo>
                    <a:lnTo>
                      <a:pt x="30" y="4064"/>
                    </a:lnTo>
                    <a:lnTo>
                      <a:pt x="15" y="4297"/>
                    </a:lnTo>
                    <a:lnTo>
                      <a:pt x="1" y="4530"/>
                    </a:lnTo>
                    <a:lnTo>
                      <a:pt x="1" y="4749"/>
                    </a:lnTo>
                    <a:lnTo>
                      <a:pt x="15" y="4967"/>
                    </a:lnTo>
                    <a:lnTo>
                      <a:pt x="30" y="5200"/>
                    </a:lnTo>
                    <a:lnTo>
                      <a:pt x="74" y="5419"/>
                    </a:lnTo>
                    <a:lnTo>
                      <a:pt x="117" y="5637"/>
                    </a:lnTo>
                    <a:lnTo>
                      <a:pt x="161" y="5856"/>
                    </a:lnTo>
                    <a:lnTo>
                      <a:pt x="234" y="6060"/>
                    </a:lnTo>
                    <a:lnTo>
                      <a:pt x="307" y="6278"/>
                    </a:lnTo>
                    <a:lnTo>
                      <a:pt x="394" y="6482"/>
                    </a:lnTo>
                    <a:lnTo>
                      <a:pt x="481" y="6686"/>
                    </a:lnTo>
                    <a:lnTo>
                      <a:pt x="583" y="6875"/>
                    </a:lnTo>
                    <a:lnTo>
                      <a:pt x="700" y="7065"/>
                    </a:lnTo>
                    <a:lnTo>
                      <a:pt x="816" y="7254"/>
                    </a:lnTo>
                    <a:lnTo>
                      <a:pt x="948" y="7429"/>
                    </a:lnTo>
                    <a:lnTo>
                      <a:pt x="1093" y="7603"/>
                    </a:lnTo>
                    <a:lnTo>
                      <a:pt x="1239" y="7778"/>
                    </a:lnTo>
                    <a:lnTo>
                      <a:pt x="1399" y="7938"/>
                    </a:lnTo>
                    <a:lnTo>
                      <a:pt x="1559" y="8084"/>
                    </a:lnTo>
                    <a:lnTo>
                      <a:pt x="1734" y="8230"/>
                    </a:lnTo>
                    <a:lnTo>
                      <a:pt x="1923" y="8375"/>
                    </a:lnTo>
                    <a:lnTo>
                      <a:pt x="2113" y="8506"/>
                    </a:lnTo>
                    <a:lnTo>
                      <a:pt x="2302" y="8623"/>
                    </a:lnTo>
                    <a:lnTo>
                      <a:pt x="2506" y="8739"/>
                    </a:lnTo>
                    <a:lnTo>
                      <a:pt x="2724" y="8841"/>
                    </a:lnTo>
                    <a:lnTo>
                      <a:pt x="2943" y="8929"/>
                    </a:lnTo>
                    <a:lnTo>
                      <a:pt x="3176" y="9016"/>
                    </a:lnTo>
                    <a:lnTo>
                      <a:pt x="3423" y="9089"/>
                    </a:lnTo>
                    <a:lnTo>
                      <a:pt x="3671" y="9147"/>
                    </a:lnTo>
                    <a:lnTo>
                      <a:pt x="3904" y="9191"/>
                    </a:lnTo>
                    <a:lnTo>
                      <a:pt x="4880" y="9337"/>
                    </a:lnTo>
                    <a:lnTo>
                      <a:pt x="5390" y="9438"/>
                    </a:lnTo>
                    <a:lnTo>
                      <a:pt x="5899" y="9540"/>
                    </a:lnTo>
                    <a:lnTo>
                      <a:pt x="6424" y="9672"/>
                    </a:lnTo>
                    <a:lnTo>
                      <a:pt x="6963" y="9817"/>
                    </a:lnTo>
                    <a:lnTo>
                      <a:pt x="7487" y="9977"/>
                    </a:lnTo>
                    <a:lnTo>
                      <a:pt x="7997" y="10181"/>
                    </a:lnTo>
                    <a:lnTo>
                      <a:pt x="8244" y="10298"/>
                    </a:lnTo>
                    <a:lnTo>
                      <a:pt x="8506" y="10414"/>
                    </a:lnTo>
                    <a:lnTo>
                      <a:pt x="8739" y="10545"/>
                    </a:lnTo>
                    <a:lnTo>
                      <a:pt x="8987" y="10676"/>
                    </a:lnTo>
                    <a:lnTo>
                      <a:pt x="9220" y="10822"/>
                    </a:lnTo>
                    <a:lnTo>
                      <a:pt x="9453" y="10982"/>
                    </a:lnTo>
                    <a:lnTo>
                      <a:pt x="9671" y="11157"/>
                    </a:lnTo>
                    <a:lnTo>
                      <a:pt x="9890" y="11332"/>
                    </a:lnTo>
                    <a:lnTo>
                      <a:pt x="10094" y="11521"/>
                    </a:lnTo>
                    <a:lnTo>
                      <a:pt x="10283" y="11711"/>
                    </a:lnTo>
                    <a:lnTo>
                      <a:pt x="10473" y="11929"/>
                    </a:lnTo>
                    <a:lnTo>
                      <a:pt x="10662" y="12147"/>
                    </a:lnTo>
                    <a:lnTo>
                      <a:pt x="10822" y="12380"/>
                    </a:lnTo>
                    <a:lnTo>
                      <a:pt x="10982" y="12628"/>
                    </a:lnTo>
                    <a:lnTo>
                      <a:pt x="11128" y="12890"/>
                    </a:lnTo>
                    <a:lnTo>
                      <a:pt x="11259" y="13167"/>
                    </a:lnTo>
                    <a:lnTo>
                      <a:pt x="11303" y="13065"/>
                    </a:lnTo>
                    <a:lnTo>
                      <a:pt x="11390" y="12745"/>
                    </a:lnTo>
                    <a:lnTo>
                      <a:pt x="11507" y="12264"/>
                    </a:lnTo>
                    <a:lnTo>
                      <a:pt x="11638" y="11609"/>
                    </a:lnTo>
                    <a:lnTo>
                      <a:pt x="11710" y="11244"/>
                    </a:lnTo>
                    <a:lnTo>
                      <a:pt x="11769" y="10837"/>
                    </a:lnTo>
                    <a:lnTo>
                      <a:pt x="11812" y="10400"/>
                    </a:lnTo>
                    <a:lnTo>
                      <a:pt x="11856" y="9948"/>
                    </a:lnTo>
                    <a:lnTo>
                      <a:pt x="11885" y="9468"/>
                    </a:lnTo>
                    <a:lnTo>
                      <a:pt x="11900" y="8972"/>
                    </a:lnTo>
                    <a:lnTo>
                      <a:pt x="11885" y="8463"/>
                    </a:lnTo>
                    <a:lnTo>
                      <a:pt x="11856" y="7953"/>
                    </a:lnTo>
                    <a:lnTo>
                      <a:pt x="11812" y="7414"/>
                    </a:lnTo>
                    <a:lnTo>
                      <a:pt x="11725" y="6875"/>
                    </a:lnTo>
                    <a:lnTo>
                      <a:pt x="11623" y="6336"/>
                    </a:lnTo>
                    <a:lnTo>
                      <a:pt x="11477" y="5797"/>
                    </a:lnTo>
                    <a:lnTo>
                      <a:pt x="11390" y="5521"/>
                    </a:lnTo>
                    <a:lnTo>
                      <a:pt x="11303" y="5259"/>
                    </a:lnTo>
                    <a:lnTo>
                      <a:pt x="11201" y="4982"/>
                    </a:lnTo>
                    <a:lnTo>
                      <a:pt x="11084" y="4720"/>
                    </a:lnTo>
                    <a:lnTo>
                      <a:pt x="10968" y="4458"/>
                    </a:lnTo>
                    <a:lnTo>
                      <a:pt x="10837" y="4195"/>
                    </a:lnTo>
                    <a:lnTo>
                      <a:pt x="10691" y="3933"/>
                    </a:lnTo>
                    <a:lnTo>
                      <a:pt x="10545" y="3686"/>
                    </a:lnTo>
                    <a:lnTo>
                      <a:pt x="10371" y="3423"/>
                    </a:lnTo>
                    <a:lnTo>
                      <a:pt x="10196" y="3176"/>
                    </a:lnTo>
                    <a:lnTo>
                      <a:pt x="10006" y="2928"/>
                    </a:lnTo>
                    <a:lnTo>
                      <a:pt x="9803" y="2695"/>
                    </a:lnTo>
                    <a:lnTo>
                      <a:pt x="9599" y="2462"/>
                    </a:lnTo>
                    <a:lnTo>
                      <a:pt x="9366" y="2229"/>
                    </a:lnTo>
                    <a:lnTo>
                      <a:pt x="9133" y="2011"/>
                    </a:lnTo>
                    <a:lnTo>
                      <a:pt x="8870" y="1792"/>
                    </a:lnTo>
                    <a:lnTo>
                      <a:pt x="8608" y="1574"/>
                    </a:lnTo>
                    <a:lnTo>
                      <a:pt x="8317" y="1370"/>
                    </a:lnTo>
                    <a:lnTo>
                      <a:pt x="8026" y="1181"/>
                    </a:lnTo>
                    <a:lnTo>
                      <a:pt x="7705" y="991"/>
                    </a:lnTo>
                    <a:lnTo>
                      <a:pt x="7385" y="816"/>
                    </a:lnTo>
                    <a:lnTo>
                      <a:pt x="7035" y="642"/>
                    </a:lnTo>
                    <a:lnTo>
                      <a:pt x="6686" y="467"/>
                    </a:lnTo>
                    <a:lnTo>
                      <a:pt x="6307" y="321"/>
                    </a:lnTo>
                    <a:lnTo>
                      <a:pt x="6074" y="234"/>
                    </a:lnTo>
                    <a:lnTo>
                      <a:pt x="5856" y="176"/>
                    </a:lnTo>
                    <a:lnTo>
                      <a:pt x="5623" y="117"/>
                    </a:lnTo>
                    <a:lnTo>
                      <a:pt x="5404" y="74"/>
                    </a:lnTo>
                    <a:lnTo>
                      <a:pt x="5171" y="30"/>
                    </a:lnTo>
                    <a:lnTo>
                      <a:pt x="4953" y="15"/>
                    </a:lnTo>
                    <a:lnTo>
                      <a:pt x="47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8"/>
              <p:cNvSpPr/>
              <p:nvPr/>
            </p:nvSpPr>
            <p:spPr>
              <a:xfrm>
                <a:off x="8277775" y="-984950"/>
                <a:ext cx="187175" cy="241425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9657" extrusionOk="0">
                    <a:moveTo>
                      <a:pt x="4414" y="0"/>
                    </a:moveTo>
                    <a:lnTo>
                      <a:pt x="4108" y="15"/>
                    </a:lnTo>
                    <a:lnTo>
                      <a:pt x="3817" y="44"/>
                    </a:lnTo>
                    <a:lnTo>
                      <a:pt x="3525" y="117"/>
                    </a:lnTo>
                    <a:lnTo>
                      <a:pt x="3234" y="219"/>
                    </a:lnTo>
                    <a:lnTo>
                      <a:pt x="2943" y="350"/>
                    </a:lnTo>
                    <a:lnTo>
                      <a:pt x="2666" y="510"/>
                    </a:lnTo>
                    <a:lnTo>
                      <a:pt x="2448" y="670"/>
                    </a:lnTo>
                    <a:lnTo>
                      <a:pt x="2229" y="816"/>
                    </a:lnTo>
                    <a:lnTo>
                      <a:pt x="2025" y="976"/>
                    </a:lnTo>
                    <a:lnTo>
                      <a:pt x="1836" y="1151"/>
                    </a:lnTo>
                    <a:lnTo>
                      <a:pt x="1661" y="1311"/>
                    </a:lnTo>
                    <a:lnTo>
                      <a:pt x="1486" y="1486"/>
                    </a:lnTo>
                    <a:lnTo>
                      <a:pt x="1326" y="1660"/>
                    </a:lnTo>
                    <a:lnTo>
                      <a:pt x="1181" y="1835"/>
                    </a:lnTo>
                    <a:lnTo>
                      <a:pt x="1049" y="2010"/>
                    </a:lnTo>
                    <a:lnTo>
                      <a:pt x="918" y="2199"/>
                    </a:lnTo>
                    <a:lnTo>
                      <a:pt x="802" y="2374"/>
                    </a:lnTo>
                    <a:lnTo>
                      <a:pt x="685" y="2563"/>
                    </a:lnTo>
                    <a:lnTo>
                      <a:pt x="496" y="2927"/>
                    </a:lnTo>
                    <a:lnTo>
                      <a:pt x="350" y="3306"/>
                    </a:lnTo>
                    <a:lnTo>
                      <a:pt x="219" y="3685"/>
                    </a:lnTo>
                    <a:lnTo>
                      <a:pt x="132" y="4063"/>
                    </a:lnTo>
                    <a:lnTo>
                      <a:pt x="59" y="4457"/>
                    </a:lnTo>
                    <a:lnTo>
                      <a:pt x="15" y="4835"/>
                    </a:lnTo>
                    <a:lnTo>
                      <a:pt x="1" y="5199"/>
                    </a:lnTo>
                    <a:lnTo>
                      <a:pt x="1" y="5578"/>
                    </a:lnTo>
                    <a:lnTo>
                      <a:pt x="30" y="5942"/>
                    </a:lnTo>
                    <a:lnTo>
                      <a:pt x="59" y="6306"/>
                    </a:lnTo>
                    <a:lnTo>
                      <a:pt x="117" y="6641"/>
                    </a:lnTo>
                    <a:lnTo>
                      <a:pt x="190" y="6991"/>
                    </a:lnTo>
                    <a:lnTo>
                      <a:pt x="263" y="7311"/>
                    </a:lnTo>
                    <a:lnTo>
                      <a:pt x="350" y="7617"/>
                    </a:lnTo>
                    <a:lnTo>
                      <a:pt x="438" y="7908"/>
                    </a:lnTo>
                    <a:lnTo>
                      <a:pt x="525" y="8185"/>
                    </a:lnTo>
                    <a:lnTo>
                      <a:pt x="714" y="8680"/>
                    </a:lnTo>
                    <a:lnTo>
                      <a:pt x="889" y="9088"/>
                    </a:lnTo>
                    <a:lnTo>
                      <a:pt x="1035" y="9394"/>
                    </a:lnTo>
                    <a:lnTo>
                      <a:pt x="1181" y="9656"/>
                    </a:lnTo>
                    <a:lnTo>
                      <a:pt x="1224" y="9452"/>
                    </a:lnTo>
                    <a:lnTo>
                      <a:pt x="1297" y="9263"/>
                    </a:lnTo>
                    <a:lnTo>
                      <a:pt x="1355" y="9074"/>
                    </a:lnTo>
                    <a:lnTo>
                      <a:pt x="1443" y="8899"/>
                    </a:lnTo>
                    <a:lnTo>
                      <a:pt x="1530" y="8724"/>
                    </a:lnTo>
                    <a:lnTo>
                      <a:pt x="1617" y="8564"/>
                    </a:lnTo>
                    <a:lnTo>
                      <a:pt x="1719" y="8404"/>
                    </a:lnTo>
                    <a:lnTo>
                      <a:pt x="1836" y="8258"/>
                    </a:lnTo>
                    <a:lnTo>
                      <a:pt x="1952" y="8112"/>
                    </a:lnTo>
                    <a:lnTo>
                      <a:pt x="2069" y="7967"/>
                    </a:lnTo>
                    <a:lnTo>
                      <a:pt x="2331" y="7705"/>
                    </a:lnTo>
                    <a:lnTo>
                      <a:pt x="2622" y="7457"/>
                    </a:lnTo>
                    <a:lnTo>
                      <a:pt x="2914" y="7238"/>
                    </a:lnTo>
                    <a:lnTo>
                      <a:pt x="3234" y="7035"/>
                    </a:lnTo>
                    <a:lnTo>
                      <a:pt x="3554" y="6845"/>
                    </a:lnTo>
                    <a:lnTo>
                      <a:pt x="3875" y="6685"/>
                    </a:lnTo>
                    <a:lnTo>
                      <a:pt x="4210" y="6525"/>
                    </a:lnTo>
                    <a:lnTo>
                      <a:pt x="4530" y="6379"/>
                    </a:lnTo>
                    <a:lnTo>
                      <a:pt x="4851" y="6248"/>
                    </a:lnTo>
                    <a:lnTo>
                      <a:pt x="5477" y="6015"/>
                    </a:lnTo>
                    <a:lnTo>
                      <a:pt x="5623" y="5957"/>
                    </a:lnTo>
                    <a:lnTo>
                      <a:pt x="5783" y="5884"/>
                    </a:lnTo>
                    <a:lnTo>
                      <a:pt x="5928" y="5797"/>
                    </a:lnTo>
                    <a:lnTo>
                      <a:pt x="6074" y="5709"/>
                    </a:lnTo>
                    <a:lnTo>
                      <a:pt x="6336" y="5520"/>
                    </a:lnTo>
                    <a:lnTo>
                      <a:pt x="6569" y="5316"/>
                    </a:lnTo>
                    <a:lnTo>
                      <a:pt x="6773" y="5083"/>
                    </a:lnTo>
                    <a:lnTo>
                      <a:pt x="6948" y="4850"/>
                    </a:lnTo>
                    <a:lnTo>
                      <a:pt x="7108" y="4588"/>
                    </a:lnTo>
                    <a:lnTo>
                      <a:pt x="7239" y="4311"/>
                    </a:lnTo>
                    <a:lnTo>
                      <a:pt x="7341" y="4034"/>
                    </a:lnTo>
                    <a:lnTo>
                      <a:pt x="7414" y="3743"/>
                    </a:lnTo>
                    <a:lnTo>
                      <a:pt x="7458" y="3452"/>
                    </a:lnTo>
                    <a:lnTo>
                      <a:pt x="7487" y="3160"/>
                    </a:lnTo>
                    <a:lnTo>
                      <a:pt x="7472" y="2855"/>
                    </a:lnTo>
                    <a:lnTo>
                      <a:pt x="7429" y="2549"/>
                    </a:lnTo>
                    <a:lnTo>
                      <a:pt x="7356" y="2257"/>
                    </a:lnTo>
                    <a:lnTo>
                      <a:pt x="7268" y="1966"/>
                    </a:lnTo>
                    <a:lnTo>
                      <a:pt x="7137" y="1689"/>
                    </a:lnTo>
                    <a:lnTo>
                      <a:pt x="6977" y="1413"/>
                    </a:lnTo>
                    <a:lnTo>
                      <a:pt x="6788" y="1151"/>
                    </a:lnTo>
                    <a:lnTo>
                      <a:pt x="6569" y="918"/>
                    </a:lnTo>
                    <a:lnTo>
                      <a:pt x="6351" y="714"/>
                    </a:lnTo>
                    <a:lnTo>
                      <a:pt x="6103" y="524"/>
                    </a:lnTo>
                    <a:lnTo>
                      <a:pt x="5841" y="379"/>
                    </a:lnTo>
                    <a:lnTo>
                      <a:pt x="5579" y="248"/>
                    </a:lnTo>
                    <a:lnTo>
                      <a:pt x="5302" y="146"/>
                    </a:lnTo>
                    <a:lnTo>
                      <a:pt x="5011" y="73"/>
                    </a:lnTo>
                    <a:lnTo>
                      <a:pt x="4705" y="15"/>
                    </a:lnTo>
                    <a:lnTo>
                      <a:pt x="441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28"/>
            <p:cNvGrpSpPr/>
            <p:nvPr/>
          </p:nvGrpSpPr>
          <p:grpSpPr>
            <a:xfrm>
              <a:off x="5058566" y="1178869"/>
              <a:ext cx="3683774" cy="4327674"/>
              <a:chOff x="4846300" y="839800"/>
              <a:chExt cx="3972580" cy="4666962"/>
            </a:xfrm>
          </p:grpSpPr>
          <p:sp>
            <p:nvSpPr>
              <p:cNvPr id="348" name="Google Shape;348;p28"/>
              <p:cNvSpPr/>
              <p:nvPr/>
            </p:nvSpPr>
            <p:spPr>
              <a:xfrm>
                <a:off x="8209767" y="3782085"/>
                <a:ext cx="609113" cy="1566359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46514" extrusionOk="0">
                    <a:moveTo>
                      <a:pt x="1" y="1"/>
                    </a:moveTo>
                    <a:lnTo>
                      <a:pt x="1" y="45088"/>
                    </a:lnTo>
                    <a:lnTo>
                      <a:pt x="1" y="45164"/>
                    </a:lnTo>
                    <a:lnTo>
                      <a:pt x="46" y="45225"/>
                    </a:lnTo>
                    <a:lnTo>
                      <a:pt x="92" y="45301"/>
                    </a:lnTo>
                    <a:lnTo>
                      <a:pt x="183" y="45376"/>
                    </a:lnTo>
                    <a:lnTo>
                      <a:pt x="274" y="45437"/>
                    </a:lnTo>
                    <a:lnTo>
                      <a:pt x="395" y="45513"/>
                    </a:lnTo>
                    <a:lnTo>
                      <a:pt x="547" y="45573"/>
                    </a:lnTo>
                    <a:lnTo>
                      <a:pt x="698" y="45634"/>
                    </a:lnTo>
                    <a:lnTo>
                      <a:pt x="1092" y="45755"/>
                    </a:lnTo>
                    <a:lnTo>
                      <a:pt x="1532" y="45877"/>
                    </a:lnTo>
                    <a:lnTo>
                      <a:pt x="2063" y="45983"/>
                    </a:lnTo>
                    <a:lnTo>
                      <a:pt x="2639" y="46089"/>
                    </a:lnTo>
                    <a:lnTo>
                      <a:pt x="3291" y="46180"/>
                    </a:lnTo>
                    <a:lnTo>
                      <a:pt x="3988" y="46271"/>
                    </a:lnTo>
                    <a:lnTo>
                      <a:pt x="4731" y="46331"/>
                    </a:lnTo>
                    <a:lnTo>
                      <a:pt x="5519" y="46392"/>
                    </a:lnTo>
                    <a:lnTo>
                      <a:pt x="6353" y="46438"/>
                    </a:lnTo>
                    <a:lnTo>
                      <a:pt x="7217" y="46483"/>
                    </a:lnTo>
                    <a:lnTo>
                      <a:pt x="8112" y="46498"/>
                    </a:lnTo>
                    <a:lnTo>
                      <a:pt x="9036" y="46513"/>
                    </a:lnTo>
                    <a:lnTo>
                      <a:pt x="9976" y="46498"/>
                    </a:lnTo>
                    <a:lnTo>
                      <a:pt x="10871" y="46483"/>
                    </a:lnTo>
                    <a:lnTo>
                      <a:pt x="11735" y="46438"/>
                    </a:lnTo>
                    <a:lnTo>
                      <a:pt x="12569" y="46392"/>
                    </a:lnTo>
                    <a:lnTo>
                      <a:pt x="13357" y="46331"/>
                    </a:lnTo>
                    <a:lnTo>
                      <a:pt x="14100" y="46271"/>
                    </a:lnTo>
                    <a:lnTo>
                      <a:pt x="14797" y="46180"/>
                    </a:lnTo>
                    <a:lnTo>
                      <a:pt x="15449" y="46089"/>
                    </a:lnTo>
                    <a:lnTo>
                      <a:pt x="16026" y="45983"/>
                    </a:lnTo>
                    <a:lnTo>
                      <a:pt x="16556" y="45877"/>
                    </a:lnTo>
                    <a:lnTo>
                      <a:pt x="16996" y="45755"/>
                    </a:lnTo>
                    <a:lnTo>
                      <a:pt x="17390" y="45634"/>
                    </a:lnTo>
                    <a:lnTo>
                      <a:pt x="17542" y="45573"/>
                    </a:lnTo>
                    <a:lnTo>
                      <a:pt x="17693" y="45513"/>
                    </a:lnTo>
                    <a:lnTo>
                      <a:pt x="17814" y="45437"/>
                    </a:lnTo>
                    <a:lnTo>
                      <a:pt x="17905" y="45376"/>
                    </a:lnTo>
                    <a:lnTo>
                      <a:pt x="17996" y="45301"/>
                    </a:lnTo>
                    <a:lnTo>
                      <a:pt x="18042" y="45225"/>
                    </a:lnTo>
                    <a:lnTo>
                      <a:pt x="18087" y="45164"/>
                    </a:lnTo>
                    <a:lnTo>
                      <a:pt x="18087" y="45088"/>
                    </a:lnTo>
                    <a:lnTo>
                      <a:pt x="180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8"/>
              <p:cNvSpPr/>
              <p:nvPr/>
            </p:nvSpPr>
            <p:spPr>
              <a:xfrm>
                <a:off x="8209767" y="3782085"/>
                <a:ext cx="609113" cy="1566359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46514" fill="none" extrusionOk="0">
                    <a:moveTo>
                      <a:pt x="1" y="1"/>
                    </a:moveTo>
                    <a:lnTo>
                      <a:pt x="1" y="45088"/>
                    </a:lnTo>
                    <a:lnTo>
                      <a:pt x="1" y="45088"/>
                    </a:lnTo>
                    <a:lnTo>
                      <a:pt x="1" y="45164"/>
                    </a:lnTo>
                    <a:lnTo>
                      <a:pt x="46" y="45225"/>
                    </a:lnTo>
                    <a:lnTo>
                      <a:pt x="92" y="45301"/>
                    </a:lnTo>
                    <a:lnTo>
                      <a:pt x="183" y="45376"/>
                    </a:lnTo>
                    <a:lnTo>
                      <a:pt x="274" y="45437"/>
                    </a:lnTo>
                    <a:lnTo>
                      <a:pt x="395" y="45513"/>
                    </a:lnTo>
                    <a:lnTo>
                      <a:pt x="547" y="45573"/>
                    </a:lnTo>
                    <a:lnTo>
                      <a:pt x="698" y="45634"/>
                    </a:lnTo>
                    <a:lnTo>
                      <a:pt x="1092" y="45755"/>
                    </a:lnTo>
                    <a:lnTo>
                      <a:pt x="1532" y="45877"/>
                    </a:lnTo>
                    <a:lnTo>
                      <a:pt x="2063" y="45983"/>
                    </a:lnTo>
                    <a:lnTo>
                      <a:pt x="2639" y="46089"/>
                    </a:lnTo>
                    <a:lnTo>
                      <a:pt x="3291" y="46180"/>
                    </a:lnTo>
                    <a:lnTo>
                      <a:pt x="3988" y="46271"/>
                    </a:lnTo>
                    <a:lnTo>
                      <a:pt x="4731" y="46331"/>
                    </a:lnTo>
                    <a:lnTo>
                      <a:pt x="5519" y="46392"/>
                    </a:lnTo>
                    <a:lnTo>
                      <a:pt x="6353" y="46438"/>
                    </a:lnTo>
                    <a:lnTo>
                      <a:pt x="7217" y="46483"/>
                    </a:lnTo>
                    <a:lnTo>
                      <a:pt x="8112" y="46498"/>
                    </a:lnTo>
                    <a:lnTo>
                      <a:pt x="9036" y="46513"/>
                    </a:lnTo>
                    <a:lnTo>
                      <a:pt x="9036" y="46513"/>
                    </a:lnTo>
                    <a:lnTo>
                      <a:pt x="9976" y="46498"/>
                    </a:lnTo>
                    <a:lnTo>
                      <a:pt x="10871" y="46483"/>
                    </a:lnTo>
                    <a:lnTo>
                      <a:pt x="11735" y="46438"/>
                    </a:lnTo>
                    <a:lnTo>
                      <a:pt x="12569" y="46392"/>
                    </a:lnTo>
                    <a:lnTo>
                      <a:pt x="13357" y="46331"/>
                    </a:lnTo>
                    <a:lnTo>
                      <a:pt x="14100" y="46271"/>
                    </a:lnTo>
                    <a:lnTo>
                      <a:pt x="14797" y="46180"/>
                    </a:lnTo>
                    <a:lnTo>
                      <a:pt x="15449" y="46089"/>
                    </a:lnTo>
                    <a:lnTo>
                      <a:pt x="16026" y="45983"/>
                    </a:lnTo>
                    <a:lnTo>
                      <a:pt x="16556" y="45877"/>
                    </a:lnTo>
                    <a:lnTo>
                      <a:pt x="16996" y="45755"/>
                    </a:lnTo>
                    <a:lnTo>
                      <a:pt x="17390" y="45634"/>
                    </a:lnTo>
                    <a:lnTo>
                      <a:pt x="17542" y="45573"/>
                    </a:lnTo>
                    <a:lnTo>
                      <a:pt x="17693" y="45513"/>
                    </a:lnTo>
                    <a:lnTo>
                      <a:pt x="17814" y="45437"/>
                    </a:lnTo>
                    <a:lnTo>
                      <a:pt x="17905" y="45376"/>
                    </a:lnTo>
                    <a:lnTo>
                      <a:pt x="17996" y="45301"/>
                    </a:lnTo>
                    <a:lnTo>
                      <a:pt x="18042" y="45225"/>
                    </a:lnTo>
                    <a:lnTo>
                      <a:pt x="18087" y="45164"/>
                    </a:lnTo>
                    <a:lnTo>
                      <a:pt x="18087" y="45088"/>
                    </a:lnTo>
                    <a:lnTo>
                      <a:pt x="18087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8"/>
              <p:cNvSpPr/>
              <p:nvPr/>
            </p:nvSpPr>
            <p:spPr>
              <a:xfrm>
                <a:off x="8365990" y="3786160"/>
                <a:ext cx="449326" cy="1451494"/>
              </a:xfrm>
              <a:custGeom>
                <a:avLst/>
                <a:gdLst/>
                <a:ahLst/>
                <a:cxnLst/>
                <a:rect l="l" t="t" r="r" b="b"/>
                <a:pathLst>
                  <a:path w="13343" h="43103" extrusionOk="0">
                    <a:moveTo>
                      <a:pt x="1" y="1"/>
                    </a:moveTo>
                    <a:lnTo>
                      <a:pt x="1" y="28382"/>
                    </a:lnTo>
                    <a:lnTo>
                      <a:pt x="16" y="29094"/>
                    </a:lnTo>
                    <a:lnTo>
                      <a:pt x="77" y="29792"/>
                    </a:lnTo>
                    <a:lnTo>
                      <a:pt x="153" y="30489"/>
                    </a:lnTo>
                    <a:lnTo>
                      <a:pt x="274" y="31171"/>
                    </a:lnTo>
                    <a:lnTo>
                      <a:pt x="410" y="31838"/>
                    </a:lnTo>
                    <a:lnTo>
                      <a:pt x="592" y="32505"/>
                    </a:lnTo>
                    <a:lnTo>
                      <a:pt x="789" y="33142"/>
                    </a:lnTo>
                    <a:lnTo>
                      <a:pt x="1032" y="33779"/>
                    </a:lnTo>
                    <a:lnTo>
                      <a:pt x="1290" y="34400"/>
                    </a:lnTo>
                    <a:lnTo>
                      <a:pt x="1578" y="35007"/>
                    </a:lnTo>
                    <a:lnTo>
                      <a:pt x="1881" y="35613"/>
                    </a:lnTo>
                    <a:lnTo>
                      <a:pt x="2230" y="36189"/>
                    </a:lnTo>
                    <a:lnTo>
                      <a:pt x="2593" y="36735"/>
                    </a:lnTo>
                    <a:lnTo>
                      <a:pt x="2988" y="37281"/>
                    </a:lnTo>
                    <a:lnTo>
                      <a:pt x="3397" y="37811"/>
                    </a:lnTo>
                    <a:lnTo>
                      <a:pt x="3837" y="38312"/>
                    </a:lnTo>
                    <a:lnTo>
                      <a:pt x="4291" y="38797"/>
                    </a:lnTo>
                    <a:lnTo>
                      <a:pt x="4776" y="39252"/>
                    </a:lnTo>
                    <a:lnTo>
                      <a:pt x="5277" y="39707"/>
                    </a:lnTo>
                    <a:lnTo>
                      <a:pt x="5792" y="40116"/>
                    </a:lnTo>
                    <a:lnTo>
                      <a:pt x="6338" y="40510"/>
                    </a:lnTo>
                    <a:lnTo>
                      <a:pt x="6899" y="40889"/>
                    </a:lnTo>
                    <a:lnTo>
                      <a:pt x="7475" y="41238"/>
                    </a:lnTo>
                    <a:lnTo>
                      <a:pt x="8066" y="41556"/>
                    </a:lnTo>
                    <a:lnTo>
                      <a:pt x="8673" y="41844"/>
                    </a:lnTo>
                    <a:lnTo>
                      <a:pt x="9294" y="42117"/>
                    </a:lnTo>
                    <a:lnTo>
                      <a:pt x="9931" y="42360"/>
                    </a:lnTo>
                    <a:lnTo>
                      <a:pt x="10598" y="42572"/>
                    </a:lnTo>
                    <a:lnTo>
                      <a:pt x="11265" y="42739"/>
                    </a:lnTo>
                    <a:lnTo>
                      <a:pt x="11947" y="42890"/>
                    </a:lnTo>
                    <a:lnTo>
                      <a:pt x="12630" y="43012"/>
                    </a:lnTo>
                    <a:lnTo>
                      <a:pt x="13342" y="43103"/>
                    </a:lnTo>
                    <a:lnTo>
                      <a:pt x="13342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8"/>
              <p:cNvSpPr/>
              <p:nvPr/>
            </p:nvSpPr>
            <p:spPr>
              <a:xfrm>
                <a:off x="8365990" y="3786160"/>
                <a:ext cx="449326" cy="1451494"/>
              </a:xfrm>
              <a:custGeom>
                <a:avLst/>
                <a:gdLst/>
                <a:ahLst/>
                <a:cxnLst/>
                <a:rect l="l" t="t" r="r" b="b"/>
                <a:pathLst>
                  <a:path w="13343" h="43103" fill="none" extrusionOk="0">
                    <a:moveTo>
                      <a:pt x="13342" y="43103"/>
                    </a:moveTo>
                    <a:lnTo>
                      <a:pt x="13342" y="1"/>
                    </a:lnTo>
                    <a:lnTo>
                      <a:pt x="1" y="1"/>
                    </a:lnTo>
                    <a:lnTo>
                      <a:pt x="1" y="28382"/>
                    </a:lnTo>
                    <a:lnTo>
                      <a:pt x="1" y="28382"/>
                    </a:lnTo>
                    <a:lnTo>
                      <a:pt x="16" y="29094"/>
                    </a:lnTo>
                    <a:lnTo>
                      <a:pt x="77" y="29792"/>
                    </a:lnTo>
                    <a:lnTo>
                      <a:pt x="153" y="30489"/>
                    </a:lnTo>
                    <a:lnTo>
                      <a:pt x="274" y="31171"/>
                    </a:lnTo>
                    <a:lnTo>
                      <a:pt x="410" y="31838"/>
                    </a:lnTo>
                    <a:lnTo>
                      <a:pt x="592" y="32505"/>
                    </a:lnTo>
                    <a:lnTo>
                      <a:pt x="789" y="33142"/>
                    </a:lnTo>
                    <a:lnTo>
                      <a:pt x="1032" y="33779"/>
                    </a:lnTo>
                    <a:lnTo>
                      <a:pt x="1290" y="34400"/>
                    </a:lnTo>
                    <a:lnTo>
                      <a:pt x="1578" y="35007"/>
                    </a:lnTo>
                    <a:lnTo>
                      <a:pt x="1881" y="35613"/>
                    </a:lnTo>
                    <a:lnTo>
                      <a:pt x="2230" y="36189"/>
                    </a:lnTo>
                    <a:lnTo>
                      <a:pt x="2593" y="36735"/>
                    </a:lnTo>
                    <a:lnTo>
                      <a:pt x="2988" y="37281"/>
                    </a:lnTo>
                    <a:lnTo>
                      <a:pt x="3397" y="37811"/>
                    </a:lnTo>
                    <a:lnTo>
                      <a:pt x="3837" y="38312"/>
                    </a:lnTo>
                    <a:lnTo>
                      <a:pt x="4291" y="38797"/>
                    </a:lnTo>
                    <a:lnTo>
                      <a:pt x="4776" y="39252"/>
                    </a:lnTo>
                    <a:lnTo>
                      <a:pt x="5277" y="39707"/>
                    </a:lnTo>
                    <a:lnTo>
                      <a:pt x="5792" y="40116"/>
                    </a:lnTo>
                    <a:lnTo>
                      <a:pt x="6338" y="40510"/>
                    </a:lnTo>
                    <a:lnTo>
                      <a:pt x="6899" y="40889"/>
                    </a:lnTo>
                    <a:lnTo>
                      <a:pt x="7475" y="41238"/>
                    </a:lnTo>
                    <a:lnTo>
                      <a:pt x="8066" y="41556"/>
                    </a:lnTo>
                    <a:lnTo>
                      <a:pt x="8673" y="41844"/>
                    </a:lnTo>
                    <a:lnTo>
                      <a:pt x="9294" y="42117"/>
                    </a:lnTo>
                    <a:lnTo>
                      <a:pt x="9931" y="42360"/>
                    </a:lnTo>
                    <a:lnTo>
                      <a:pt x="10598" y="42572"/>
                    </a:lnTo>
                    <a:lnTo>
                      <a:pt x="11265" y="42739"/>
                    </a:lnTo>
                    <a:lnTo>
                      <a:pt x="11947" y="42890"/>
                    </a:lnTo>
                    <a:lnTo>
                      <a:pt x="12630" y="43012"/>
                    </a:lnTo>
                    <a:lnTo>
                      <a:pt x="13342" y="4310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8"/>
              <p:cNvSpPr/>
              <p:nvPr/>
            </p:nvSpPr>
            <p:spPr>
              <a:xfrm>
                <a:off x="8717266" y="3789763"/>
                <a:ext cx="98062" cy="1218159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36174" extrusionOk="0">
                    <a:moveTo>
                      <a:pt x="2911" y="0"/>
                    </a:moveTo>
                    <a:lnTo>
                      <a:pt x="2835" y="61"/>
                    </a:lnTo>
                    <a:lnTo>
                      <a:pt x="2744" y="121"/>
                    </a:lnTo>
                    <a:lnTo>
                      <a:pt x="2517" y="243"/>
                    </a:lnTo>
                    <a:lnTo>
                      <a:pt x="2229" y="349"/>
                    </a:lnTo>
                    <a:lnTo>
                      <a:pt x="1895" y="455"/>
                    </a:lnTo>
                    <a:lnTo>
                      <a:pt x="1501" y="561"/>
                    </a:lnTo>
                    <a:lnTo>
                      <a:pt x="1046" y="667"/>
                    </a:lnTo>
                    <a:lnTo>
                      <a:pt x="546" y="743"/>
                    </a:lnTo>
                    <a:lnTo>
                      <a:pt x="0" y="834"/>
                    </a:lnTo>
                    <a:lnTo>
                      <a:pt x="0" y="30776"/>
                    </a:lnTo>
                    <a:lnTo>
                      <a:pt x="16" y="31185"/>
                    </a:lnTo>
                    <a:lnTo>
                      <a:pt x="61" y="31580"/>
                    </a:lnTo>
                    <a:lnTo>
                      <a:pt x="122" y="31974"/>
                    </a:lnTo>
                    <a:lnTo>
                      <a:pt x="197" y="32353"/>
                    </a:lnTo>
                    <a:lnTo>
                      <a:pt x="304" y="32747"/>
                    </a:lnTo>
                    <a:lnTo>
                      <a:pt x="440" y="33111"/>
                    </a:lnTo>
                    <a:lnTo>
                      <a:pt x="592" y="33475"/>
                    </a:lnTo>
                    <a:lnTo>
                      <a:pt x="758" y="33823"/>
                    </a:lnTo>
                    <a:lnTo>
                      <a:pt x="956" y="34172"/>
                    </a:lnTo>
                    <a:lnTo>
                      <a:pt x="1183" y="34506"/>
                    </a:lnTo>
                    <a:lnTo>
                      <a:pt x="1410" y="34824"/>
                    </a:lnTo>
                    <a:lnTo>
                      <a:pt x="1668" y="35112"/>
                    </a:lnTo>
                    <a:lnTo>
                      <a:pt x="1941" y="35400"/>
                    </a:lnTo>
                    <a:lnTo>
                      <a:pt x="2229" y="35673"/>
                    </a:lnTo>
                    <a:lnTo>
                      <a:pt x="2547" y="35931"/>
                    </a:lnTo>
                    <a:lnTo>
                      <a:pt x="2881" y="36158"/>
                    </a:lnTo>
                    <a:lnTo>
                      <a:pt x="2911" y="36173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8"/>
              <p:cNvSpPr/>
              <p:nvPr/>
            </p:nvSpPr>
            <p:spPr>
              <a:xfrm>
                <a:off x="8717266" y="3789763"/>
                <a:ext cx="98062" cy="1218159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36174" fill="none" extrusionOk="0">
                    <a:moveTo>
                      <a:pt x="2911" y="0"/>
                    </a:moveTo>
                    <a:lnTo>
                      <a:pt x="2911" y="0"/>
                    </a:lnTo>
                    <a:lnTo>
                      <a:pt x="2835" y="61"/>
                    </a:lnTo>
                    <a:lnTo>
                      <a:pt x="2744" y="121"/>
                    </a:lnTo>
                    <a:lnTo>
                      <a:pt x="2517" y="243"/>
                    </a:lnTo>
                    <a:lnTo>
                      <a:pt x="2229" y="349"/>
                    </a:lnTo>
                    <a:lnTo>
                      <a:pt x="1895" y="455"/>
                    </a:lnTo>
                    <a:lnTo>
                      <a:pt x="1501" y="561"/>
                    </a:lnTo>
                    <a:lnTo>
                      <a:pt x="1046" y="667"/>
                    </a:lnTo>
                    <a:lnTo>
                      <a:pt x="546" y="743"/>
                    </a:lnTo>
                    <a:lnTo>
                      <a:pt x="0" y="834"/>
                    </a:lnTo>
                    <a:lnTo>
                      <a:pt x="0" y="30776"/>
                    </a:lnTo>
                    <a:lnTo>
                      <a:pt x="0" y="30776"/>
                    </a:lnTo>
                    <a:lnTo>
                      <a:pt x="16" y="31185"/>
                    </a:lnTo>
                    <a:lnTo>
                      <a:pt x="61" y="31580"/>
                    </a:lnTo>
                    <a:lnTo>
                      <a:pt x="122" y="31974"/>
                    </a:lnTo>
                    <a:lnTo>
                      <a:pt x="197" y="32353"/>
                    </a:lnTo>
                    <a:lnTo>
                      <a:pt x="304" y="32747"/>
                    </a:lnTo>
                    <a:lnTo>
                      <a:pt x="440" y="33111"/>
                    </a:lnTo>
                    <a:lnTo>
                      <a:pt x="592" y="33475"/>
                    </a:lnTo>
                    <a:lnTo>
                      <a:pt x="758" y="33823"/>
                    </a:lnTo>
                    <a:lnTo>
                      <a:pt x="956" y="34172"/>
                    </a:lnTo>
                    <a:lnTo>
                      <a:pt x="1183" y="34506"/>
                    </a:lnTo>
                    <a:lnTo>
                      <a:pt x="1410" y="34824"/>
                    </a:lnTo>
                    <a:lnTo>
                      <a:pt x="1668" y="35112"/>
                    </a:lnTo>
                    <a:lnTo>
                      <a:pt x="1941" y="35400"/>
                    </a:lnTo>
                    <a:lnTo>
                      <a:pt x="2229" y="35673"/>
                    </a:lnTo>
                    <a:lnTo>
                      <a:pt x="2547" y="35931"/>
                    </a:lnTo>
                    <a:lnTo>
                      <a:pt x="2881" y="36158"/>
                    </a:lnTo>
                    <a:lnTo>
                      <a:pt x="2881" y="36158"/>
                    </a:lnTo>
                    <a:lnTo>
                      <a:pt x="2911" y="36173"/>
                    </a:lnTo>
                    <a:lnTo>
                      <a:pt x="291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8"/>
              <p:cNvSpPr/>
              <p:nvPr/>
            </p:nvSpPr>
            <p:spPr>
              <a:xfrm>
                <a:off x="8209767" y="3734096"/>
                <a:ext cx="609113" cy="96007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2851" extrusionOk="0">
                    <a:moveTo>
                      <a:pt x="8112" y="1"/>
                    </a:moveTo>
                    <a:lnTo>
                      <a:pt x="7217" y="31"/>
                    </a:lnTo>
                    <a:lnTo>
                      <a:pt x="6353" y="61"/>
                    </a:lnTo>
                    <a:lnTo>
                      <a:pt x="5519" y="107"/>
                    </a:lnTo>
                    <a:lnTo>
                      <a:pt x="4731" y="167"/>
                    </a:lnTo>
                    <a:lnTo>
                      <a:pt x="3988" y="243"/>
                    </a:lnTo>
                    <a:lnTo>
                      <a:pt x="3291" y="319"/>
                    </a:lnTo>
                    <a:lnTo>
                      <a:pt x="2639" y="410"/>
                    </a:lnTo>
                    <a:lnTo>
                      <a:pt x="2063" y="516"/>
                    </a:lnTo>
                    <a:lnTo>
                      <a:pt x="1532" y="622"/>
                    </a:lnTo>
                    <a:lnTo>
                      <a:pt x="1092" y="743"/>
                    </a:lnTo>
                    <a:lnTo>
                      <a:pt x="698" y="865"/>
                    </a:lnTo>
                    <a:lnTo>
                      <a:pt x="547" y="940"/>
                    </a:lnTo>
                    <a:lnTo>
                      <a:pt x="395" y="1001"/>
                    </a:lnTo>
                    <a:lnTo>
                      <a:pt x="274" y="1062"/>
                    </a:lnTo>
                    <a:lnTo>
                      <a:pt x="183" y="1138"/>
                    </a:lnTo>
                    <a:lnTo>
                      <a:pt x="92" y="1213"/>
                    </a:lnTo>
                    <a:lnTo>
                      <a:pt x="46" y="1274"/>
                    </a:lnTo>
                    <a:lnTo>
                      <a:pt x="1" y="1350"/>
                    </a:lnTo>
                    <a:lnTo>
                      <a:pt x="1" y="1426"/>
                    </a:lnTo>
                    <a:lnTo>
                      <a:pt x="1" y="1501"/>
                    </a:lnTo>
                    <a:lnTo>
                      <a:pt x="46" y="1577"/>
                    </a:lnTo>
                    <a:lnTo>
                      <a:pt x="92" y="1638"/>
                    </a:lnTo>
                    <a:lnTo>
                      <a:pt x="183" y="1714"/>
                    </a:lnTo>
                    <a:lnTo>
                      <a:pt x="274" y="1774"/>
                    </a:lnTo>
                    <a:lnTo>
                      <a:pt x="395" y="1850"/>
                    </a:lnTo>
                    <a:lnTo>
                      <a:pt x="547" y="1911"/>
                    </a:lnTo>
                    <a:lnTo>
                      <a:pt x="698" y="1987"/>
                    </a:lnTo>
                    <a:lnTo>
                      <a:pt x="1092" y="2108"/>
                    </a:lnTo>
                    <a:lnTo>
                      <a:pt x="1532" y="2214"/>
                    </a:lnTo>
                    <a:lnTo>
                      <a:pt x="2063" y="2335"/>
                    </a:lnTo>
                    <a:lnTo>
                      <a:pt x="2639" y="2426"/>
                    </a:lnTo>
                    <a:lnTo>
                      <a:pt x="3291" y="2517"/>
                    </a:lnTo>
                    <a:lnTo>
                      <a:pt x="3988" y="2608"/>
                    </a:lnTo>
                    <a:lnTo>
                      <a:pt x="4731" y="2684"/>
                    </a:lnTo>
                    <a:lnTo>
                      <a:pt x="5519" y="2745"/>
                    </a:lnTo>
                    <a:lnTo>
                      <a:pt x="6353" y="2790"/>
                    </a:lnTo>
                    <a:lnTo>
                      <a:pt x="7217" y="2820"/>
                    </a:lnTo>
                    <a:lnTo>
                      <a:pt x="8112" y="2836"/>
                    </a:lnTo>
                    <a:lnTo>
                      <a:pt x="9036" y="2851"/>
                    </a:lnTo>
                    <a:lnTo>
                      <a:pt x="9976" y="2836"/>
                    </a:lnTo>
                    <a:lnTo>
                      <a:pt x="10871" y="2820"/>
                    </a:lnTo>
                    <a:lnTo>
                      <a:pt x="11735" y="2790"/>
                    </a:lnTo>
                    <a:lnTo>
                      <a:pt x="12569" y="2745"/>
                    </a:lnTo>
                    <a:lnTo>
                      <a:pt x="13357" y="2684"/>
                    </a:lnTo>
                    <a:lnTo>
                      <a:pt x="14100" y="2608"/>
                    </a:lnTo>
                    <a:lnTo>
                      <a:pt x="14797" y="2517"/>
                    </a:lnTo>
                    <a:lnTo>
                      <a:pt x="15449" y="2426"/>
                    </a:lnTo>
                    <a:lnTo>
                      <a:pt x="16026" y="2335"/>
                    </a:lnTo>
                    <a:lnTo>
                      <a:pt x="16556" y="2214"/>
                    </a:lnTo>
                    <a:lnTo>
                      <a:pt x="16996" y="2108"/>
                    </a:lnTo>
                    <a:lnTo>
                      <a:pt x="17390" y="1987"/>
                    </a:lnTo>
                    <a:lnTo>
                      <a:pt x="17542" y="1911"/>
                    </a:lnTo>
                    <a:lnTo>
                      <a:pt x="17693" y="1850"/>
                    </a:lnTo>
                    <a:lnTo>
                      <a:pt x="17814" y="1774"/>
                    </a:lnTo>
                    <a:lnTo>
                      <a:pt x="17905" y="1714"/>
                    </a:lnTo>
                    <a:lnTo>
                      <a:pt x="17996" y="1638"/>
                    </a:lnTo>
                    <a:lnTo>
                      <a:pt x="18042" y="1577"/>
                    </a:lnTo>
                    <a:lnTo>
                      <a:pt x="18087" y="1501"/>
                    </a:lnTo>
                    <a:lnTo>
                      <a:pt x="18087" y="1426"/>
                    </a:lnTo>
                    <a:lnTo>
                      <a:pt x="18087" y="1350"/>
                    </a:lnTo>
                    <a:lnTo>
                      <a:pt x="18042" y="1274"/>
                    </a:lnTo>
                    <a:lnTo>
                      <a:pt x="17996" y="1213"/>
                    </a:lnTo>
                    <a:lnTo>
                      <a:pt x="17905" y="1138"/>
                    </a:lnTo>
                    <a:lnTo>
                      <a:pt x="17814" y="1062"/>
                    </a:lnTo>
                    <a:lnTo>
                      <a:pt x="17693" y="1001"/>
                    </a:lnTo>
                    <a:lnTo>
                      <a:pt x="17542" y="940"/>
                    </a:lnTo>
                    <a:lnTo>
                      <a:pt x="17390" y="865"/>
                    </a:lnTo>
                    <a:lnTo>
                      <a:pt x="16996" y="743"/>
                    </a:lnTo>
                    <a:lnTo>
                      <a:pt x="16556" y="622"/>
                    </a:lnTo>
                    <a:lnTo>
                      <a:pt x="16026" y="516"/>
                    </a:lnTo>
                    <a:lnTo>
                      <a:pt x="15449" y="410"/>
                    </a:lnTo>
                    <a:lnTo>
                      <a:pt x="14797" y="319"/>
                    </a:lnTo>
                    <a:lnTo>
                      <a:pt x="14100" y="243"/>
                    </a:lnTo>
                    <a:lnTo>
                      <a:pt x="13357" y="167"/>
                    </a:lnTo>
                    <a:lnTo>
                      <a:pt x="12569" y="107"/>
                    </a:lnTo>
                    <a:lnTo>
                      <a:pt x="11735" y="61"/>
                    </a:lnTo>
                    <a:lnTo>
                      <a:pt x="10871" y="31"/>
                    </a:lnTo>
                    <a:lnTo>
                      <a:pt x="99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8"/>
              <p:cNvSpPr/>
              <p:nvPr/>
            </p:nvSpPr>
            <p:spPr>
              <a:xfrm>
                <a:off x="8209767" y="3734096"/>
                <a:ext cx="609113" cy="96007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2851" fill="none" extrusionOk="0">
                    <a:moveTo>
                      <a:pt x="18087" y="1426"/>
                    </a:moveTo>
                    <a:lnTo>
                      <a:pt x="18087" y="1426"/>
                    </a:lnTo>
                    <a:lnTo>
                      <a:pt x="18087" y="1350"/>
                    </a:lnTo>
                    <a:lnTo>
                      <a:pt x="18042" y="1274"/>
                    </a:lnTo>
                    <a:lnTo>
                      <a:pt x="17996" y="1213"/>
                    </a:lnTo>
                    <a:lnTo>
                      <a:pt x="17905" y="1138"/>
                    </a:lnTo>
                    <a:lnTo>
                      <a:pt x="17814" y="1062"/>
                    </a:lnTo>
                    <a:lnTo>
                      <a:pt x="17693" y="1001"/>
                    </a:lnTo>
                    <a:lnTo>
                      <a:pt x="17542" y="940"/>
                    </a:lnTo>
                    <a:lnTo>
                      <a:pt x="17390" y="865"/>
                    </a:lnTo>
                    <a:lnTo>
                      <a:pt x="16996" y="743"/>
                    </a:lnTo>
                    <a:lnTo>
                      <a:pt x="16556" y="622"/>
                    </a:lnTo>
                    <a:lnTo>
                      <a:pt x="16026" y="516"/>
                    </a:lnTo>
                    <a:lnTo>
                      <a:pt x="15449" y="410"/>
                    </a:lnTo>
                    <a:lnTo>
                      <a:pt x="14797" y="319"/>
                    </a:lnTo>
                    <a:lnTo>
                      <a:pt x="14100" y="243"/>
                    </a:lnTo>
                    <a:lnTo>
                      <a:pt x="13357" y="167"/>
                    </a:lnTo>
                    <a:lnTo>
                      <a:pt x="12569" y="107"/>
                    </a:lnTo>
                    <a:lnTo>
                      <a:pt x="11735" y="61"/>
                    </a:lnTo>
                    <a:lnTo>
                      <a:pt x="10871" y="31"/>
                    </a:lnTo>
                    <a:lnTo>
                      <a:pt x="9976" y="1"/>
                    </a:lnTo>
                    <a:lnTo>
                      <a:pt x="9036" y="1"/>
                    </a:lnTo>
                    <a:lnTo>
                      <a:pt x="9036" y="1"/>
                    </a:lnTo>
                    <a:lnTo>
                      <a:pt x="8112" y="1"/>
                    </a:lnTo>
                    <a:lnTo>
                      <a:pt x="7217" y="31"/>
                    </a:lnTo>
                    <a:lnTo>
                      <a:pt x="6353" y="61"/>
                    </a:lnTo>
                    <a:lnTo>
                      <a:pt x="5519" y="107"/>
                    </a:lnTo>
                    <a:lnTo>
                      <a:pt x="4731" y="167"/>
                    </a:lnTo>
                    <a:lnTo>
                      <a:pt x="3988" y="243"/>
                    </a:lnTo>
                    <a:lnTo>
                      <a:pt x="3291" y="319"/>
                    </a:lnTo>
                    <a:lnTo>
                      <a:pt x="2639" y="410"/>
                    </a:lnTo>
                    <a:lnTo>
                      <a:pt x="2063" y="516"/>
                    </a:lnTo>
                    <a:lnTo>
                      <a:pt x="1532" y="622"/>
                    </a:lnTo>
                    <a:lnTo>
                      <a:pt x="1092" y="743"/>
                    </a:lnTo>
                    <a:lnTo>
                      <a:pt x="698" y="865"/>
                    </a:lnTo>
                    <a:lnTo>
                      <a:pt x="547" y="940"/>
                    </a:lnTo>
                    <a:lnTo>
                      <a:pt x="395" y="1001"/>
                    </a:lnTo>
                    <a:lnTo>
                      <a:pt x="274" y="1062"/>
                    </a:lnTo>
                    <a:lnTo>
                      <a:pt x="183" y="1138"/>
                    </a:lnTo>
                    <a:lnTo>
                      <a:pt x="92" y="1213"/>
                    </a:lnTo>
                    <a:lnTo>
                      <a:pt x="46" y="1274"/>
                    </a:lnTo>
                    <a:lnTo>
                      <a:pt x="1" y="1350"/>
                    </a:lnTo>
                    <a:lnTo>
                      <a:pt x="1" y="1426"/>
                    </a:lnTo>
                    <a:lnTo>
                      <a:pt x="1" y="1426"/>
                    </a:lnTo>
                    <a:lnTo>
                      <a:pt x="1" y="1501"/>
                    </a:lnTo>
                    <a:lnTo>
                      <a:pt x="46" y="1577"/>
                    </a:lnTo>
                    <a:lnTo>
                      <a:pt x="92" y="1638"/>
                    </a:lnTo>
                    <a:lnTo>
                      <a:pt x="183" y="1714"/>
                    </a:lnTo>
                    <a:lnTo>
                      <a:pt x="274" y="1774"/>
                    </a:lnTo>
                    <a:lnTo>
                      <a:pt x="395" y="1850"/>
                    </a:lnTo>
                    <a:lnTo>
                      <a:pt x="547" y="1911"/>
                    </a:lnTo>
                    <a:lnTo>
                      <a:pt x="698" y="1987"/>
                    </a:lnTo>
                    <a:lnTo>
                      <a:pt x="1092" y="2108"/>
                    </a:lnTo>
                    <a:lnTo>
                      <a:pt x="1532" y="2214"/>
                    </a:lnTo>
                    <a:lnTo>
                      <a:pt x="2063" y="2335"/>
                    </a:lnTo>
                    <a:lnTo>
                      <a:pt x="2639" y="2426"/>
                    </a:lnTo>
                    <a:lnTo>
                      <a:pt x="3291" y="2517"/>
                    </a:lnTo>
                    <a:lnTo>
                      <a:pt x="3988" y="2608"/>
                    </a:lnTo>
                    <a:lnTo>
                      <a:pt x="4731" y="2684"/>
                    </a:lnTo>
                    <a:lnTo>
                      <a:pt x="5519" y="2745"/>
                    </a:lnTo>
                    <a:lnTo>
                      <a:pt x="6353" y="2790"/>
                    </a:lnTo>
                    <a:lnTo>
                      <a:pt x="7217" y="2820"/>
                    </a:lnTo>
                    <a:lnTo>
                      <a:pt x="8112" y="2836"/>
                    </a:lnTo>
                    <a:lnTo>
                      <a:pt x="9036" y="2851"/>
                    </a:lnTo>
                    <a:lnTo>
                      <a:pt x="9036" y="2851"/>
                    </a:lnTo>
                    <a:lnTo>
                      <a:pt x="9976" y="2836"/>
                    </a:lnTo>
                    <a:lnTo>
                      <a:pt x="10871" y="2820"/>
                    </a:lnTo>
                    <a:lnTo>
                      <a:pt x="11735" y="2790"/>
                    </a:lnTo>
                    <a:lnTo>
                      <a:pt x="12569" y="2745"/>
                    </a:lnTo>
                    <a:lnTo>
                      <a:pt x="13357" y="2684"/>
                    </a:lnTo>
                    <a:lnTo>
                      <a:pt x="14100" y="2608"/>
                    </a:lnTo>
                    <a:lnTo>
                      <a:pt x="14797" y="2517"/>
                    </a:lnTo>
                    <a:lnTo>
                      <a:pt x="15449" y="2426"/>
                    </a:lnTo>
                    <a:lnTo>
                      <a:pt x="16026" y="2335"/>
                    </a:lnTo>
                    <a:lnTo>
                      <a:pt x="16556" y="2214"/>
                    </a:lnTo>
                    <a:lnTo>
                      <a:pt x="16996" y="2108"/>
                    </a:lnTo>
                    <a:lnTo>
                      <a:pt x="17390" y="1987"/>
                    </a:lnTo>
                    <a:lnTo>
                      <a:pt x="17542" y="1911"/>
                    </a:lnTo>
                    <a:lnTo>
                      <a:pt x="17693" y="1850"/>
                    </a:lnTo>
                    <a:lnTo>
                      <a:pt x="17814" y="1774"/>
                    </a:lnTo>
                    <a:lnTo>
                      <a:pt x="17905" y="1714"/>
                    </a:lnTo>
                    <a:lnTo>
                      <a:pt x="17996" y="1638"/>
                    </a:lnTo>
                    <a:lnTo>
                      <a:pt x="18042" y="1577"/>
                    </a:lnTo>
                    <a:lnTo>
                      <a:pt x="18087" y="1501"/>
                    </a:lnTo>
                    <a:lnTo>
                      <a:pt x="18087" y="142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8"/>
              <p:cNvSpPr/>
              <p:nvPr/>
            </p:nvSpPr>
            <p:spPr>
              <a:xfrm>
                <a:off x="7854450" y="4238531"/>
                <a:ext cx="832682" cy="587124"/>
              </a:xfrm>
              <a:custGeom>
                <a:avLst/>
                <a:gdLst/>
                <a:ahLst/>
                <a:cxnLst/>
                <a:rect l="l" t="t" r="r" b="b"/>
                <a:pathLst>
                  <a:path w="24727" h="17435" extrusionOk="0">
                    <a:moveTo>
                      <a:pt x="17359" y="0"/>
                    </a:moveTo>
                    <a:lnTo>
                      <a:pt x="16965" y="15"/>
                    </a:lnTo>
                    <a:lnTo>
                      <a:pt x="16586" y="46"/>
                    </a:lnTo>
                    <a:lnTo>
                      <a:pt x="16222" y="91"/>
                    </a:lnTo>
                    <a:lnTo>
                      <a:pt x="15858" y="152"/>
                    </a:lnTo>
                    <a:lnTo>
                      <a:pt x="15843" y="152"/>
                    </a:lnTo>
                    <a:lnTo>
                      <a:pt x="15449" y="243"/>
                    </a:lnTo>
                    <a:lnTo>
                      <a:pt x="15054" y="364"/>
                    </a:lnTo>
                    <a:lnTo>
                      <a:pt x="5609" y="2896"/>
                    </a:lnTo>
                    <a:lnTo>
                      <a:pt x="5382" y="2957"/>
                    </a:lnTo>
                    <a:lnTo>
                      <a:pt x="5291" y="2987"/>
                    </a:lnTo>
                    <a:lnTo>
                      <a:pt x="5018" y="3078"/>
                    </a:lnTo>
                    <a:lnTo>
                      <a:pt x="4730" y="3169"/>
                    </a:lnTo>
                    <a:lnTo>
                      <a:pt x="4457" y="3290"/>
                    </a:lnTo>
                    <a:lnTo>
                      <a:pt x="4184" y="3411"/>
                    </a:lnTo>
                    <a:lnTo>
                      <a:pt x="3927" y="3533"/>
                    </a:lnTo>
                    <a:lnTo>
                      <a:pt x="3669" y="3684"/>
                    </a:lnTo>
                    <a:lnTo>
                      <a:pt x="3426" y="3836"/>
                    </a:lnTo>
                    <a:lnTo>
                      <a:pt x="3184" y="4003"/>
                    </a:lnTo>
                    <a:lnTo>
                      <a:pt x="2941" y="4169"/>
                    </a:lnTo>
                    <a:lnTo>
                      <a:pt x="2714" y="4351"/>
                    </a:lnTo>
                    <a:lnTo>
                      <a:pt x="2486" y="4533"/>
                    </a:lnTo>
                    <a:lnTo>
                      <a:pt x="2274" y="4730"/>
                    </a:lnTo>
                    <a:lnTo>
                      <a:pt x="2077" y="4943"/>
                    </a:lnTo>
                    <a:lnTo>
                      <a:pt x="1880" y="5155"/>
                    </a:lnTo>
                    <a:lnTo>
                      <a:pt x="1683" y="5367"/>
                    </a:lnTo>
                    <a:lnTo>
                      <a:pt x="1501" y="5594"/>
                    </a:lnTo>
                    <a:lnTo>
                      <a:pt x="1334" y="5837"/>
                    </a:lnTo>
                    <a:lnTo>
                      <a:pt x="1167" y="6080"/>
                    </a:lnTo>
                    <a:lnTo>
                      <a:pt x="1016" y="6322"/>
                    </a:lnTo>
                    <a:lnTo>
                      <a:pt x="879" y="6580"/>
                    </a:lnTo>
                    <a:lnTo>
                      <a:pt x="743" y="6853"/>
                    </a:lnTo>
                    <a:lnTo>
                      <a:pt x="622" y="7111"/>
                    </a:lnTo>
                    <a:lnTo>
                      <a:pt x="500" y="7383"/>
                    </a:lnTo>
                    <a:lnTo>
                      <a:pt x="409" y="7671"/>
                    </a:lnTo>
                    <a:lnTo>
                      <a:pt x="318" y="7944"/>
                    </a:lnTo>
                    <a:lnTo>
                      <a:pt x="227" y="8232"/>
                    </a:lnTo>
                    <a:lnTo>
                      <a:pt x="167" y="8536"/>
                    </a:lnTo>
                    <a:lnTo>
                      <a:pt x="106" y="8824"/>
                    </a:lnTo>
                    <a:lnTo>
                      <a:pt x="61" y="9127"/>
                    </a:lnTo>
                    <a:lnTo>
                      <a:pt x="30" y="9430"/>
                    </a:lnTo>
                    <a:lnTo>
                      <a:pt x="15" y="9748"/>
                    </a:lnTo>
                    <a:lnTo>
                      <a:pt x="0" y="10052"/>
                    </a:lnTo>
                    <a:lnTo>
                      <a:pt x="15" y="10431"/>
                    </a:lnTo>
                    <a:lnTo>
                      <a:pt x="46" y="10810"/>
                    </a:lnTo>
                    <a:lnTo>
                      <a:pt x="91" y="11174"/>
                    </a:lnTo>
                    <a:lnTo>
                      <a:pt x="152" y="11537"/>
                    </a:lnTo>
                    <a:lnTo>
                      <a:pt x="243" y="11901"/>
                    </a:lnTo>
                    <a:lnTo>
                      <a:pt x="334" y="12250"/>
                    </a:lnTo>
                    <a:lnTo>
                      <a:pt x="455" y="12599"/>
                    </a:lnTo>
                    <a:lnTo>
                      <a:pt x="591" y="12932"/>
                    </a:lnTo>
                    <a:lnTo>
                      <a:pt x="728" y="13251"/>
                    </a:lnTo>
                    <a:lnTo>
                      <a:pt x="895" y="13569"/>
                    </a:lnTo>
                    <a:lnTo>
                      <a:pt x="1076" y="13887"/>
                    </a:lnTo>
                    <a:lnTo>
                      <a:pt x="1258" y="14175"/>
                    </a:lnTo>
                    <a:lnTo>
                      <a:pt x="1471" y="14463"/>
                    </a:lnTo>
                    <a:lnTo>
                      <a:pt x="1683" y="14751"/>
                    </a:lnTo>
                    <a:lnTo>
                      <a:pt x="1925" y="15009"/>
                    </a:lnTo>
                    <a:lnTo>
                      <a:pt x="2168" y="15267"/>
                    </a:lnTo>
                    <a:lnTo>
                      <a:pt x="2426" y="15510"/>
                    </a:lnTo>
                    <a:lnTo>
                      <a:pt x="2683" y="15752"/>
                    </a:lnTo>
                    <a:lnTo>
                      <a:pt x="2972" y="15964"/>
                    </a:lnTo>
                    <a:lnTo>
                      <a:pt x="3260" y="16177"/>
                    </a:lnTo>
                    <a:lnTo>
                      <a:pt x="3563" y="16359"/>
                    </a:lnTo>
                    <a:lnTo>
                      <a:pt x="3866" y="16540"/>
                    </a:lnTo>
                    <a:lnTo>
                      <a:pt x="4184" y="16707"/>
                    </a:lnTo>
                    <a:lnTo>
                      <a:pt x="4503" y="16844"/>
                    </a:lnTo>
                    <a:lnTo>
                      <a:pt x="4851" y="16980"/>
                    </a:lnTo>
                    <a:lnTo>
                      <a:pt x="5185" y="17101"/>
                    </a:lnTo>
                    <a:lnTo>
                      <a:pt x="5534" y="17192"/>
                    </a:lnTo>
                    <a:lnTo>
                      <a:pt x="5897" y="17283"/>
                    </a:lnTo>
                    <a:lnTo>
                      <a:pt x="6261" y="17344"/>
                    </a:lnTo>
                    <a:lnTo>
                      <a:pt x="6625" y="17389"/>
                    </a:lnTo>
                    <a:lnTo>
                      <a:pt x="7004" y="17420"/>
                    </a:lnTo>
                    <a:lnTo>
                      <a:pt x="7383" y="17435"/>
                    </a:lnTo>
                    <a:lnTo>
                      <a:pt x="7656" y="17420"/>
                    </a:lnTo>
                    <a:lnTo>
                      <a:pt x="7929" y="17405"/>
                    </a:lnTo>
                    <a:lnTo>
                      <a:pt x="8187" y="17389"/>
                    </a:lnTo>
                    <a:lnTo>
                      <a:pt x="8460" y="17359"/>
                    </a:lnTo>
                    <a:lnTo>
                      <a:pt x="8717" y="17314"/>
                    </a:lnTo>
                    <a:lnTo>
                      <a:pt x="8975" y="17253"/>
                    </a:lnTo>
                    <a:lnTo>
                      <a:pt x="9233" y="17192"/>
                    </a:lnTo>
                    <a:lnTo>
                      <a:pt x="9491" y="17132"/>
                    </a:lnTo>
                    <a:lnTo>
                      <a:pt x="19148" y="14524"/>
                    </a:lnTo>
                    <a:lnTo>
                      <a:pt x="19451" y="14448"/>
                    </a:lnTo>
                    <a:lnTo>
                      <a:pt x="19739" y="14357"/>
                    </a:lnTo>
                    <a:lnTo>
                      <a:pt x="20027" y="14251"/>
                    </a:lnTo>
                    <a:lnTo>
                      <a:pt x="20315" y="14130"/>
                    </a:lnTo>
                    <a:lnTo>
                      <a:pt x="20588" y="14009"/>
                    </a:lnTo>
                    <a:lnTo>
                      <a:pt x="20861" y="13872"/>
                    </a:lnTo>
                    <a:lnTo>
                      <a:pt x="21119" y="13721"/>
                    </a:lnTo>
                    <a:lnTo>
                      <a:pt x="21376" y="13554"/>
                    </a:lnTo>
                    <a:lnTo>
                      <a:pt x="21619" y="13387"/>
                    </a:lnTo>
                    <a:lnTo>
                      <a:pt x="21862" y="13205"/>
                    </a:lnTo>
                    <a:lnTo>
                      <a:pt x="22104" y="13023"/>
                    </a:lnTo>
                    <a:lnTo>
                      <a:pt x="22316" y="12826"/>
                    </a:lnTo>
                    <a:lnTo>
                      <a:pt x="22544" y="12614"/>
                    </a:lnTo>
                    <a:lnTo>
                      <a:pt x="22756" y="12402"/>
                    </a:lnTo>
                    <a:lnTo>
                      <a:pt x="22953" y="12174"/>
                    </a:lnTo>
                    <a:lnTo>
                      <a:pt x="23135" y="11947"/>
                    </a:lnTo>
                    <a:lnTo>
                      <a:pt x="23317" y="11704"/>
                    </a:lnTo>
                    <a:lnTo>
                      <a:pt x="23499" y="11462"/>
                    </a:lnTo>
                    <a:lnTo>
                      <a:pt x="23651" y="11204"/>
                    </a:lnTo>
                    <a:lnTo>
                      <a:pt x="23802" y="10946"/>
                    </a:lnTo>
                    <a:lnTo>
                      <a:pt x="23954" y="10673"/>
                    </a:lnTo>
                    <a:lnTo>
                      <a:pt x="24075" y="10400"/>
                    </a:lnTo>
                    <a:lnTo>
                      <a:pt x="24196" y="10127"/>
                    </a:lnTo>
                    <a:lnTo>
                      <a:pt x="24302" y="9839"/>
                    </a:lnTo>
                    <a:lnTo>
                      <a:pt x="24409" y="9551"/>
                    </a:lnTo>
                    <a:lnTo>
                      <a:pt x="24484" y="9248"/>
                    </a:lnTo>
                    <a:lnTo>
                      <a:pt x="24560" y="8945"/>
                    </a:lnTo>
                    <a:lnTo>
                      <a:pt x="24621" y="8642"/>
                    </a:lnTo>
                    <a:lnTo>
                      <a:pt x="24666" y="8323"/>
                    </a:lnTo>
                    <a:lnTo>
                      <a:pt x="24697" y="8020"/>
                    </a:lnTo>
                    <a:lnTo>
                      <a:pt x="24727" y="7702"/>
                    </a:lnTo>
                    <a:lnTo>
                      <a:pt x="24727" y="7368"/>
                    </a:lnTo>
                    <a:lnTo>
                      <a:pt x="24712" y="6989"/>
                    </a:lnTo>
                    <a:lnTo>
                      <a:pt x="24681" y="6625"/>
                    </a:lnTo>
                    <a:lnTo>
                      <a:pt x="24636" y="6246"/>
                    </a:lnTo>
                    <a:lnTo>
                      <a:pt x="24575" y="5883"/>
                    </a:lnTo>
                    <a:lnTo>
                      <a:pt x="24500" y="5534"/>
                    </a:lnTo>
                    <a:lnTo>
                      <a:pt x="24393" y="5185"/>
                    </a:lnTo>
                    <a:lnTo>
                      <a:pt x="24272" y="4836"/>
                    </a:lnTo>
                    <a:lnTo>
                      <a:pt x="24151" y="4503"/>
                    </a:lnTo>
                    <a:lnTo>
                      <a:pt x="23999" y="4185"/>
                    </a:lnTo>
                    <a:lnTo>
                      <a:pt x="23832" y="3866"/>
                    </a:lnTo>
                    <a:lnTo>
                      <a:pt x="23666" y="3548"/>
                    </a:lnTo>
                    <a:lnTo>
                      <a:pt x="23469" y="3245"/>
                    </a:lnTo>
                    <a:lnTo>
                      <a:pt x="23256" y="2957"/>
                    </a:lnTo>
                    <a:lnTo>
                      <a:pt x="23044" y="2684"/>
                    </a:lnTo>
                    <a:lnTo>
                      <a:pt x="22817" y="2411"/>
                    </a:lnTo>
                    <a:lnTo>
                      <a:pt x="22574" y="2153"/>
                    </a:lnTo>
                    <a:lnTo>
                      <a:pt x="22316" y="1910"/>
                    </a:lnTo>
                    <a:lnTo>
                      <a:pt x="22043" y="1683"/>
                    </a:lnTo>
                    <a:lnTo>
                      <a:pt x="21771" y="1471"/>
                    </a:lnTo>
                    <a:lnTo>
                      <a:pt x="21483" y="1259"/>
                    </a:lnTo>
                    <a:lnTo>
                      <a:pt x="21179" y="1061"/>
                    </a:lnTo>
                    <a:lnTo>
                      <a:pt x="20861" y="895"/>
                    </a:lnTo>
                    <a:lnTo>
                      <a:pt x="20543" y="728"/>
                    </a:lnTo>
                    <a:lnTo>
                      <a:pt x="20224" y="576"/>
                    </a:lnTo>
                    <a:lnTo>
                      <a:pt x="19891" y="455"/>
                    </a:lnTo>
                    <a:lnTo>
                      <a:pt x="19542" y="334"/>
                    </a:lnTo>
                    <a:lnTo>
                      <a:pt x="19193" y="228"/>
                    </a:lnTo>
                    <a:lnTo>
                      <a:pt x="18845" y="152"/>
                    </a:lnTo>
                    <a:lnTo>
                      <a:pt x="18481" y="91"/>
                    </a:lnTo>
                    <a:lnTo>
                      <a:pt x="18102" y="46"/>
                    </a:lnTo>
                    <a:lnTo>
                      <a:pt x="17738" y="15"/>
                    </a:lnTo>
                    <a:lnTo>
                      <a:pt x="173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8"/>
              <p:cNvSpPr/>
              <p:nvPr/>
            </p:nvSpPr>
            <p:spPr>
              <a:xfrm>
                <a:off x="7854450" y="4238531"/>
                <a:ext cx="832682" cy="587124"/>
              </a:xfrm>
              <a:custGeom>
                <a:avLst/>
                <a:gdLst/>
                <a:ahLst/>
                <a:cxnLst/>
                <a:rect l="l" t="t" r="r" b="b"/>
                <a:pathLst>
                  <a:path w="24727" h="17435" fill="none" extrusionOk="0">
                    <a:moveTo>
                      <a:pt x="24727" y="7368"/>
                    </a:moveTo>
                    <a:lnTo>
                      <a:pt x="24727" y="7368"/>
                    </a:lnTo>
                    <a:lnTo>
                      <a:pt x="24712" y="6989"/>
                    </a:lnTo>
                    <a:lnTo>
                      <a:pt x="24681" y="6625"/>
                    </a:lnTo>
                    <a:lnTo>
                      <a:pt x="24636" y="6246"/>
                    </a:lnTo>
                    <a:lnTo>
                      <a:pt x="24575" y="5883"/>
                    </a:lnTo>
                    <a:lnTo>
                      <a:pt x="24500" y="5534"/>
                    </a:lnTo>
                    <a:lnTo>
                      <a:pt x="24393" y="5185"/>
                    </a:lnTo>
                    <a:lnTo>
                      <a:pt x="24272" y="4836"/>
                    </a:lnTo>
                    <a:lnTo>
                      <a:pt x="24151" y="4503"/>
                    </a:lnTo>
                    <a:lnTo>
                      <a:pt x="23999" y="4185"/>
                    </a:lnTo>
                    <a:lnTo>
                      <a:pt x="23832" y="3866"/>
                    </a:lnTo>
                    <a:lnTo>
                      <a:pt x="23666" y="3548"/>
                    </a:lnTo>
                    <a:lnTo>
                      <a:pt x="23469" y="3245"/>
                    </a:lnTo>
                    <a:lnTo>
                      <a:pt x="23256" y="2957"/>
                    </a:lnTo>
                    <a:lnTo>
                      <a:pt x="23044" y="2684"/>
                    </a:lnTo>
                    <a:lnTo>
                      <a:pt x="22817" y="2411"/>
                    </a:lnTo>
                    <a:lnTo>
                      <a:pt x="22574" y="2153"/>
                    </a:lnTo>
                    <a:lnTo>
                      <a:pt x="22316" y="1910"/>
                    </a:lnTo>
                    <a:lnTo>
                      <a:pt x="22043" y="1683"/>
                    </a:lnTo>
                    <a:lnTo>
                      <a:pt x="21771" y="1471"/>
                    </a:lnTo>
                    <a:lnTo>
                      <a:pt x="21483" y="1259"/>
                    </a:lnTo>
                    <a:lnTo>
                      <a:pt x="21179" y="1061"/>
                    </a:lnTo>
                    <a:lnTo>
                      <a:pt x="20861" y="895"/>
                    </a:lnTo>
                    <a:lnTo>
                      <a:pt x="20543" y="728"/>
                    </a:lnTo>
                    <a:lnTo>
                      <a:pt x="20224" y="576"/>
                    </a:lnTo>
                    <a:lnTo>
                      <a:pt x="19891" y="455"/>
                    </a:lnTo>
                    <a:lnTo>
                      <a:pt x="19542" y="334"/>
                    </a:lnTo>
                    <a:lnTo>
                      <a:pt x="19193" y="228"/>
                    </a:lnTo>
                    <a:lnTo>
                      <a:pt x="18845" y="152"/>
                    </a:lnTo>
                    <a:lnTo>
                      <a:pt x="18481" y="91"/>
                    </a:lnTo>
                    <a:lnTo>
                      <a:pt x="18102" y="46"/>
                    </a:lnTo>
                    <a:lnTo>
                      <a:pt x="17738" y="15"/>
                    </a:lnTo>
                    <a:lnTo>
                      <a:pt x="17359" y="0"/>
                    </a:lnTo>
                    <a:lnTo>
                      <a:pt x="17359" y="0"/>
                    </a:lnTo>
                    <a:lnTo>
                      <a:pt x="16965" y="15"/>
                    </a:lnTo>
                    <a:lnTo>
                      <a:pt x="16586" y="46"/>
                    </a:lnTo>
                    <a:lnTo>
                      <a:pt x="16222" y="91"/>
                    </a:lnTo>
                    <a:lnTo>
                      <a:pt x="15858" y="152"/>
                    </a:lnTo>
                    <a:lnTo>
                      <a:pt x="15858" y="152"/>
                    </a:lnTo>
                    <a:lnTo>
                      <a:pt x="15843" y="152"/>
                    </a:lnTo>
                    <a:lnTo>
                      <a:pt x="15843" y="152"/>
                    </a:lnTo>
                    <a:lnTo>
                      <a:pt x="15449" y="243"/>
                    </a:lnTo>
                    <a:lnTo>
                      <a:pt x="15054" y="364"/>
                    </a:lnTo>
                    <a:lnTo>
                      <a:pt x="5609" y="2896"/>
                    </a:lnTo>
                    <a:lnTo>
                      <a:pt x="5609" y="2896"/>
                    </a:lnTo>
                    <a:lnTo>
                      <a:pt x="5382" y="2957"/>
                    </a:lnTo>
                    <a:lnTo>
                      <a:pt x="5291" y="2987"/>
                    </a:lnTo>
                    <a:lnTo>
                      <a:pt x="5291" y="2987"/>
                    </a:lnTo>
                    <a:lnTo>
                      <a:pt x="5291" y="2987"/>
                    </a:lnTo>
                    <a:lnTo>
                      <a:pt x="5018" y="3078"/>
                    </a:lnTo>
                    <a:lnTo>
                      <a:pt x="4730" y="3169"/>
                    </a:lnTo>
                    <a:lnTo>
                      <a:pt x="4457" y="3290"/>
                    </a:lnTo>
                    <a:lnTo>
                      <a:pt x="4184" y="3411"/>
                    </a:lnTo>
                    <a:lnTo>
                      <a:pt x="3927" y="3533"/>
                    </a:lnTo>
                    <a:lnTo>
                      <a:pt x="3669" y="3684"/>
                    </a:lnTo>
                    <a:lnTo>
                      <a:pt x="3426" y="3836"/>
                    </a:lnTo>
                    <a:lnTo>
                      <a:pt x="3184" y="4003"/>
                    </a:lnTo>
                    <a:lnTo>
                      <a:pt x="2941" y="4169"/>
                    </a:lnTo>
                    <a:lnTo>
                      <a:pt x="2714" y="4351"/>
                    </a:lnTo>
                    <a:lnTo>
                      <a:pt x="2486" y="4533"/>
                    </a:lnTo>
                    <a:lnTo>
                      <a:pt x="2274" y="4730"/>
                    </a:lnTo>
                    <a:lnTo>
                      <a:pt x="2077" y="4943"/>
                    </a:lnTo>
                    <a:lnTo>
                      <a:pt x="1880" y="5155"/>
                    </a:lnTo>
                    <a:lnTo>
                      <a:pt x="1683" y="5367"/>
                    </a:lnTo>
                    <a:lnTo>
                      <a:pt x="1501" y="5594"/>
                    </a:lnTo>
                    <a:lnTo>
                      <a:pt x="1334" y="5837"/>
                    </a:lnTo>
                    <a:lnTo>
                      <a:pt x="1167" y="6080"/>
                    </a:lnTo>
                    <a:lnTo>
                      <a:pt x="1016" y="6322"/>
                    </a:lnTo>
                    <a:lnTo>
                      <a:pt x="879" y="6580"/>
                    </a:lnTo>
                    <a:lnTo>
                      <a:pt x="743" y="6853"/>
                    </a:lnTo>
                    <a:lnTo>
                      <a:pt x="622" y="7111"/>
                    </a:lnTo>
                    <a:lnTo>
                      <a:pt x="500" y="7383"/>
                    </a:lnTo>
                    <a:lnTo>
                      <a:pt x="409" y="7671"/>
                    </a:lnTo>
                    <a:lnTo>
                      <a:pt x="318" y="7944"/>
                    </a:lnTo>
                    <a:lnTo>
                      <a:pt x="227" y="8232"/>
                    </a:lnTo>
                    <a:lnTo>
                      <a:pt x="167" y="8536"/>
                    </a:lnTo>
                    <a:lnTo>
                      <a:pt x="106" y="8824"/>
                    </a:lnTo>
                    <a:lnTo>
                      <a:pt x="61" y="9127"/>
                    </a:lnTo>
                    <a:lnTo>
                      <a:pt x="30" y="9430"/>
                    </a:lnTo>
                    <a:lnTo>
                      <a:pt x="15" y="9748"/>
                    </a:lnTo>
                    <a:lnTo>
                      <a:pt x="0" y="10052"/>
                    </a:lnTo>
                    <a:lnTo>
                      <a:pt x="0" y="10052"/>
                    </a:lnTo>
                    <a:lnTo>
                      <a:pt x="15" y="10431"/>
                    </a:lnTo>
                    <a:lnTo>
                      <a:pt x="46" y="10810"/>
                    </a:lnTo>
                    <a:lnTo>
                      <a:pt x="91" y="11174"/>
                    </a:lnTo>
                    <a:lnTo>
                      <a:pt x="152" y="11537"/>
                    </a:lnTo>
                    <a:lnTo>
                      <a:pt x="243" y="11901"/>
                    </a:lnTo>
                    <a:lnTo>
                      <a:pt x="334" y="12250"/>
                    </a:lnTo>
                    <a:lnTo>
                      <a:pt x="455" y="12599"/>
                    </a:lnTo>
                    <a:lnTo>
                      <a:pt x="591" y="12932"/>
                    </a:lnTo>
                    <a:lnTo>
                      <a:pt x="728" y="13251"/>
                    </a:lnTo>
                    <a:lnTo>
                      <a:pt x="895" y="13569"/>
                    </a:lnTo>
                    <a:lnTo>
                      <a:pt x="1076" y="13887"/>
                    </a:lnTo>
                    <a:lnTo>
                      <a:pt x="1258" y="14175"/>
                    </a:lnTo>
                    <a:lnTo>
                      <a:pt x="1471" y="14463"/>
                    </a:lnTo>
                    <a:lnTo>
                      <a:pt x="1683" y="14751"/>
                    </a:lnTo>
                    <a:lnTo>
                      <a:pt x="1925" y="15009"/>
                    </a:lnTo>
                    <a:lnTo>
                      <a:pt x="2168" y="15267"/>
                    </a:lnTo>
                    <a:lnTo>
                      <a:pt x="2426" y="15510"/>
                    </a:lnTo>
                    <a:lnTo>
                      <a:pt x="2683" y="15752"/>
                    </a:lnTo>
                    <a:lnTo>
                      <a:pt x="2972" y="15964"/>
                    </a:lnTo>
                    <a:lnTo>
                      <a:pt x="3260" y="16177"/>
                    </a:lnTo>
                    <a:lnTo>
                      <a:pt x="3563" y="16359"/>
                    </a:lnTo>
                    <a:lnTo>
                      <a:pt x="3866" y="16540"/>
                    </a:lnTo>
                    <a:lnTo>
                      <a:pt x="4184" y="16707"/>
                    </a:lnTo>
                    <a:lnTo>
                      <a:pt x="4503" y="16844"/>
                    </a:lnTo>
                    <a:lnTo>
                      <a:pt x="4851" y="16980"/>
                    </a:lnTo>
                    <a:lnTo>
                      <a:pt x="5185" y="17101"/>
                    </a:lnTo>
                    <a:lnTo>
                      <a:pt x="5534" y="17192"/>
                    </a:lnTo>
                    <a:lnTo>
                      <a:pt x="5897" y="17283"/>
                    </a:lnTo>
                    <a:lnTo>
                      <a:pt x="6261" y="17344"/>
                    </a:lnTo>
                    <a:lnTo>
                      <a:pt x="6625" y="17389"/>
                    </a:lnTo>
                    <a:lnTo>
                      <a:pt x="7004" y="17420"/>
                    </a:lnTo>
                    <a:lnTo>
                      <a:pt x="7383" y="17435"/>
                    </a:lnTo>
                    <a:lnTo>
                      <a:pt x="7383" y="17435"/>
                    </a:lnTo>
                    <a:lnTo>
                      <a:pt x="7656" y="17420"/>
                    </a:lnTo>
                    <a:lnTo>
                      <a:pt x="7929" y="17405"/>
                    </a:lnTo>
                    <a:lnTo>
                      <a:pt x="8187" y="17389"/>
                    </a:lnTo>
                    <a:lnTo>
                      <a:pt x="8460" y="17359"/>
                    </a:lnTo>
                    <a:lnTo>
                      <a:pt x="8717" y="17314"/>
                    </a:lnTo>
                    <a:lnTo>
                      <a:pt x="8975" y="17253"/>
                    </a:lnTo>
                    <a:lnTo>
                      <a:pt x="9233" y="17192"/>
                    </a:lnTo>
                    <a:lnTo>
                      <a:pt x="9491" y="17132"/>
                    </a:lnTo>
                    <a:lnTo>
                      <a:pt x="9491" y="17132"/>
                    </a:lnTo>
                    <a:lnTo>
                      <a:pt x="19148" y="14524"/>
                    </a:lnTo>
                    <a:lnTo>
                      <a:pt x="19148" y="14524"/>
                    </a:lnTo>
                    <a:lnTo>
                      <a:pt x="19148" y="14524"/>
                    </a:lnTo>
                    <a:lnTo>
                      <a:pt x="19451" y="14448"/>
                    </a:lnTo>
                    <a:lnTo>
                      <a:pt x="19739" y="14357"/>
                    </a:lnTo>
                    <a:lnTo>
                      <a:pt x="20027" y="14251"/>
                    </a:lnTo>
                    <a:lnTo>
                      <a:pt x="20315" y="14130"/>
                    </a:lnTo>
                    <a:lnTo>
                      <a:pt x="20588" y="14009"/>
                    </a:lnTo>
                    <a:lnTo>
                      <a:pt x="20861" y="13872"/>
                    </a:lnTo>
                    <a:lnTo>
                      <a:pt x="21119" y="13721"/>
                    </a:lnTo>
                    <a:lnTo>
                      <a:pt x="21376" y="13554"/>
                    </a:lnTo>
                    <a:lnTo>
                      <a:pt x="21619" y="13387"/>
                    </a:lnTo>
                    <a:lnTo>
                      <a:pt x="21862" y="13205"/>
                    </a:lnTo>
                    <a:lnTo>
                      <a:pt x="22104" y="13023"/>
                    </a:lnTo>
                    <a:lnTo>
                      <a:pt x="22316" y="12826"/>
                    </a:lnTo>
                    <a:lnTo>
                      <a:pt x="22544" y="12614"/>
                    </a:lnTo>
                    <a:lnTo>
                      <a:pt x="22756" y="12402"/>
                    </a:lnTo>
                    <a:lnTo>
                      <a:pt x="22953" y="12174"/>
                    </a:lnTo>
                    <a:lnTo>
                      <a:pt x="23135" y="11947"/>
                    </a:lnTo>
                    <a:lnTo>
                      <a:pt x="23317" y="11704"/>
                    </a:lnTo>
                    <a:lnTo>
                      <a:pt x="23499" y="11462"/>
                    </a:lnTo>
                    <a:lnTo>
                      <a:pt x="23651" y="11204"/>
                    </a:lnTo>
                    <a:lnTo>
                      <a:pt x="23802" y="10946"/>
                    </a:lnTo>
                    <a:lnTo>
                      <a:pt x="23954" y="10673"/>
                    </a:lnTo>
                    <a:lnTo>
                      <a:pt x="24075" y="10400"/>
                    </a:lnTo>
                    <a:lnTo>
                      <a:pt x="24196" y="10127"/>
                    </a:lnTo>
                    <a:lnTo>
                      <a:pt x="24302" y="9839"/>
                    </a:lnTo>
                    <a:lnTo>
                      <a:pt x="24409" y="9551"/>
                    </a:lnTo>
                    <a:lnTo>
                      <a:pt x="24484" y="9248"/>
                    </a:lnTo>
                    <a:lnTo>
                      <a:pt x="24560" y="8945"/>
                    </a:lnTo>
                    <a:lnTo>
                      <a:pt x="24621" y="8642"/>
                    </a:lnTo>
                    <a:lnTo>
                      <a:pt x="24666" y="8323"/>
                    </a:lnTo>
                    <a:lnTo>
                      <a:pt x="24697" y="8020"/>
                    </a:lnTo>
                    <a:lnTo>
                      <a:pt x="24727" y="7702"/>
                    </a:lnTo>
                    <a:lnTo>
                      <a:pt x="24727" y="736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8"/>
              <p:cNvSpPr/>
              <p:nvPr/>
            </p:nvSpPr>
            <p:spPr>
              <a:xfrm>
                <a:off x="8271057" y="4763374"/>
                <a:ext cx="96007" cy="37817"/>
              </a:xfrm>
              <a:custGeom>
                <a:avLst/>
                <a:gdLst/>
                <a:ahLst/>
                <a:cxnLst/>
                <a:rect l="l" t="t" r="r" b="b"/>
                <a:pathLst>
                  <a:path w="2851" h="1123" extrusionOk="0">
                    <a:moveTo>
                      <a:pt x="2835" y="0"/>
                    </a:moveTo>
                    <a:lnTo>
                      <a:pt x="440" y="652"/>
                    </a:lnTo>
                    <a:lnTo>
                      <a:pt x="227" y="895"/>
                    </a:lnTo>
                    <a:lnTo>
                      <a:pt x="0" y="1122"/>
                    </a:lnTo>
                    <a:lnTo>
                      <a:pt x="0" y="1122"/>
                    </a:lnTo>
                    <a:lnTo>
                      <a:pt x="2850" y="364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rgbClr val="96A7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8"/>
              <p:cNvSpPr/>
              <p:nvPr/>
            </p:nvSpPr>
            <p:spPr>
              <a:xfrm>
                <a:off x="8271057" y="4763374"/>
                <a:ext cx="96007" cy="37817"/>
              </a:xfrm>
              <a:custGeom>
                <a:avLst/>
                <a:gdLst/>
                <a:ahLst/>
                <a:cxnLst/>
                <a:rect l="l" t="t" r="r" b="b"/>
                <a:pathLst>
                  <a:path w="2851" h="1123" fill="none" extrusionOk="0">
                    <a:moveTo>
                      <a:pt x="2835" y="0"/>
                    </a:moveTo>
                    <a:lnTo>
                      <a:pt x="440" y="652"/>
                    </a:lnTo>
                    <a:lnTo>
                      <a:pt x="440" y="652"/>
                    </a:lnTo>
                    <a:lnTo>
                      <a:pt x="227" y="895"/>
                    </a:lnTo>
                    <a:lnTo>
                      <a:pt x="0" y="1122"/>
                    </a:lnTo>
                    <a:lnTo>
                      <a:pt x="2850" y="364"/>
                    </a:lnTo>
                    <a:lnTo>
                      <a:pt x="2850" y="364"/>
                    </a:lnTo>
                    <a:lnTo>
                      <a:pt x="283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8"/>
              <p:cNvSpPr/>
              <p:nvPr/>
            </p:nvSpPr>
            <p:spPr>
              <a:xfrm>
                <a:off x="8366529" y="4285476"/>
                <a:ext cx="339511" cy="490173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4556" extrusionOk="0">
                    <a:moveTo>
                      <a:pt x="6716" y="1"/>
                    </a:moveTo>
                    <a:lnTo>
                      <a:pt x="6898" y="350"/>
                    </a:lnTo>
                    <a:lnTo>
                      <a:pt x="7201" y="607"/>
                    </a:lnTo>
                    <a:lnTo>
                      <a:pt x="7474" y="880"/>
                    </a:lnTo>
                    <a:lnTo>
                      <a:pt x="7747" y="1168"/>
                    </a:lnTo>
                    <a:lnTo>
                      <a:pt x="7990" y="1487"/>
                    </a:lnTo>
                    <a:lnTo>
                      <a:pt x="8217" y="1805"/>
                    </a:lnTo>
                    <a:lnTo>
                      <a:pt x="8429" y="2123"/>
                    </a:lnTo>
                    <a:lnTo>
                      <a:pt x="8626" y="2472"/>
                    </a:lnTo>
                    <a:lnTo>
                      <a:pt x="8808" y="2821"/>
                    </a:lnTo>
                    <a:lnTo>
                      <a:pt x="8975" y="3185"/>
                    </a:lnTo>
                    <a:lnTo>
                      <a:pt x="9112" y="3564"/>
                    </a:lnTo>
                    <a:lnTo>
                      <a:pt x="9233" y="3943"/>
                    </a:lnTo>
                    <a:lnTo>
                      <a:pt x="9339" y="4337"/>
                    </a:lnTo>
                    <a:lnTo>
                      <a:pt x="9415" y="4731"/>
                    </a:lnTo>
                    <a:lnTo>
                      <a:pt x="9475" y="5140"/>
                    </a:lnTo>
                    <a:lnTo>
                      <a:pt x="9506" y="5565"/>
                    </a:lnTo>
                    <a:lnTo>
                      <a:pt x="9521" y="5974"/>
                    </a:lnTo>
                    <a:lnTo>
                      <a:pt x="9521" y="6308"/>
                    </a:lnTo>
                    <a:lnTo>
                      <a:pt x="9491" y="6626"/>
                    </a:lnTo>
                    <a:lnTo>
                      <a:pt x="9460" y="6929"/>
                    </a:lnTo>
                    <a:lnTo>
                      <a:pt x="9415" y="7248"/>
                    </a:lnTo>
                    <a:lnTo>
                      <a:pt x="9354" y="7551"/>
                    </a:lnTo>
                    <a:lnTo>
                      <a:pt x="9278" y="7854"/>
                    </a:lnTo>
                    <a:lnTo>
                      <a:pt x="9203" y="8157"/>
                    </a:lnTo>
                    <a:lnTo>
                      <a:pt x="9096" y="8445"/>
                    </a:lnTo>
                    <a:lnTo>
                      <a:pt x="8990" y="8733"/>
                    </a:lnTo>
                    <a:lnTo>
                      <a:pt x="8869" y="9006"/>
                    </a:lnTo>
                    <a:lnTo>
                      <a:pt x="8748" y="9279"/>
                    </a:lnTo>
                    <a:lnTo>
                      <a:pt x="8596" y="9552"/>
                    </a:lnTo>
                    <a:lnTo>
                      <a:pt x="8445" y="9810"/>
                    </a:lnTo>
                    <a:lnTo>
                      <a:pt x="8293" y="10068"/>
                    </a:lnTo>
                    <a:lnTo>
                      <a:pt x="8111" y="10310"/>
                    </a:lnTo>
                    <a:lnTo>
                      <a:pt x="7929" y="10553"/>
                    </a:lnTo>
                    <a:lnTo>
                      <a:pt x="7747" y="10780"/>
                    </a:lnTo>
                    <a:lnTo>
                      <a:pt x="7550" y="11008"/>
                    </a:lnTo>
                    <a:lnTo>
                      <a:pt x="7338" y="11220"/>
                    </a:lnTo>
                    <a:lnTo>
                      <a:pt x="7110" y="11432"/>
                    </a:lnTo>
                    <a:lnTo>
                      <a:pt x="6898" y="11629"/>
                    </a:lnTo>
                    <a:lnTo>
                      <a:pt x="6656" y="11811"/>
                    </a:lnTo>
                    <a:lnTo>
                      <a:pt x="6413" y="11993"/>
                    </a:lnTo>
                    <a:lnTo>
                      <a:pt x="6170" y="12160"/>
                    </a:lnTo>
                    <a:lnTo>
                      <a:pt x="5913" y="12327"/>
                    </a:lnTo>
                    <a:lnTo>
                      <a:pt x="5655" y="12478"/>
                    </a:lnTo>
                    <a:lnTo>
                      <a:pt x="5382" y="12615"/>
                    </a:lnTo>
                    <a:lnTo>
                      <a:pt x="5109" y="12736"/>
                    </a:lnTo>
                    <a:lnTo>
                      <a:pt x="4821" y="12857"/>
                    </a:lnTo>
                    <a:lnTo>
                      <a:pt x="4533" y="12963"/>
                    </a:lnTo>
                    <a:lnTo>
                      <a:pt x="4245" y="13054"/>
                    </a:lnTo>
                    <a:lnTo>
                      <a:pt x="3942" y="13130"/>
                    </a:lnTo>
                    <a:lnTo>
                      <a:pt x="0" y="14191"/>
                    </a:lnTo>
                    <a:lnTo>
                      <a:pt x="15" y="14555"/>
                    </a:lnTo>
                    <a:lnTo>
                      <a:pt x="4518" y="13342"/>
                    </a:lnTo>
                    <a:lnTo>
                      <a:pt x="4806" y="13267"/>
                    </a:lnTo>
                    <a:lnTo>
                      <a:pt x="5109" y="13160"/>
                    </a:lnTo>
                    <a:lnTo>
                      <a:pt x="5382" y="13054"/>
                    </a:lnTo>
                    <a:lnTo>
                      <a:pt x="5670" y="12948"/>
                    </a:lnTo>
                    <a:lnTo>
                      <a:pt x="5943" y="12812"/>
                    </a:lnTo>
                    <a:lnTo>
                      <a:pt x="6216" y="12675"/>
                    </a:lnTo>
                    <a:lnTo>
                      <a:pt x="6474" y="12524"/>
                    </a:lnTo>
                    <a:lnTo>
                      <a:pt x="6731" y="12372"/>
                    </a:lnTo>
                    <a:lnTo>
                      <a:pt x="6989" y="12205"/>
                    </a:lnTo>
                    <a:lnTo>
                      <a:pt x="7232" y="12023"/>
                    </a:lnTo>
                    <a:lnTo>
                      <a:pt x="7459" y="11826"/>
                    </a:lnTo>
                    <a:lnTo>
                      <a:pt x="7686" y="11629"/>
                    </a:lnTo>
                    <a:lnTo>
                      <a:pt x="7899" y="11432"/>
                    </a:lnTo>
                    <a:lnTo>
                      <a:pt x="8111" y="11220"/>
                    </a:lnTo>
                    <a:lnTo>
                      <a:pt x="8308" y="10992"/>
                    </a:lnTo>
                    <a:lnTo>
                      <a:pt x="8505" y="10765"/>
                    </a:lnTo>
                    <a:lnTo>
                      <a:pt x="8687" y="10522"/>
                    </a:lnTo>
                    <a:lnTo>
                      <a:pt x="8854" y="10265"/>
                    </a:lnTo>
                    <a:lnTo>
                      <a:pt x="9021" y="10022"/>
                    </a:lnTo>
                    <a:lnTo>
                      <a:pt x="9172" y="9764"/>
                    </a:lnTo>
                    <a:lnTo>
                      <a:pt x="9309" y="9492"/>
                    </a:lnTo>
                    <a:lnTo>
                      <a:pt x="9445" y="9219"/>
                    </a:lnTo>
                    <a:lnTo>
                      <a:pt x="9551" y="8931"/>
                    </a:lnTo>
                    <a:lnTo>
                      <a:pt x="9673" y="8643"/>
                    </a:lnTo>
                    <a:lnTo>
                      <a:pt x="9763" y="8354"/>
                    </a:lnTo>
                    <a:lnTo>
                      <a:pt x="9854" y="8066"/>
                    </a:lnTo>
                    <a:lnTo>
                      <a:pt x="9915" y="7763"/>
                    </a:lnTo>
                    <a:lnTo>
                      <a:pt x="9976" y="7460"/>
                    </a:lnTo>
                    <a:lnTo>
                      <a:pt x="10021" y="7142"/>
                    </a:lnTo>
                    <a:lnTo>
                      <a:pt x="10067" y="6823"/>
                    </a:lnTo>
                    <a:lnTo>
                      <a:pt x="10082" y="6505"/>
                    </a:lnTo>
                    <a:lnTo>
                      <a:pt x="10082" y="6187"/>
                    </a:lnTo>
                    <a:lnTo>
                      <a:pt x="10067" y="5701"/>
                    </a:lnTo>
                    <a:lnTo>
                      <a:pt x="10021" y="5231"/>
                    </a:lnTo>
                    <a:lnTo>
                      <a:pt x="9945" y="4761"/>
                    </a:lnTo>
                    <a:lnTo>
                      <a:pt x="9839" y="4307"/>
                    </a:lnTo>
                    <a:lnTo>
                      <a:pt x="9718" y="3867"/>
                    </a:lnTo>
                    <a:lnTo>
                      <a:pt x="9551" y="3427"/>
                    </a:lnTo>
                    <a:lnTo>
                      <a:pt x="9369" y="3018"/>
                    </a:lnTo>
                    <a:lnTo>
                      <a:pt x="9157" y="2609"/>
                    </a:lnTo>
                    <a:lnTo>
                      <a:pt x="8930" y="2214"/>
                    </a:lnTo>
                    <a:lnTo>
                      <a:pt x="8672" y="1851"/>
                    </a:lnTo>
                    <a:lnTo>
                      <a:pt x="8399" y="1487"/>
                    </a:lnTo>
                    <a:lnTo>
                      <a:pt x="8096" y="1153"/>
                    </a:lnTo>
                    <a:lnTo>
                      <a:pt x="7777" y="835"/>
                    </a:lnTo>
                    <a:lnTo>
                      <a:pt x="7444" y="532"/>
                    </a:lnTo>
                    <a:lnTo>
                      <a:pt x="7080" y="259"/>
                    </a:lnTo>
                    <a:lnTo>
                      <a:pt x="6716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8"/>
              <p:cNvSpPr/>
              <p:nvPr/>
            </p:nvSpPr>
            <p:spPr>
              <a:xfrm>
                <a:off x="8285841" y="4297229"/>
                <a:ext cx="401305" cy="488119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14495" extrusionOk="0">
                    <a:moveTo>
                      <a:pt x="9294" y="1"/>
                    </a:moveTo>
                    <a:lnTo>
                      <a:pt x="9476" y="380"/>
                    </a:lnTo>
                    <a:lnTo>
                      <a:pt x="9643" y="774"/>
                    </a:lnTo>
                    <a:lnTo>
                      <a:pt x="9779" y="1168"/>
                    </a:lnTo>
                    <a:lnTo>
                      <a:pt x="9885" y="1593"/>
                    </a:lnTo>
                    <a:lnTo>
                      <a:pt x="9976" y="2017"/>
                    </a:lnTo>
                    <a:lnTo>
                      <a:pt x="10037" y="2442"/>
                    </a:lnTo>
                    <a:lnTo>
                      <a:pt x="10082" y="2881"/>
                    </a:lnTo>
                    <a:lnTo>
                      <a:pt x="10098" y="3321"/>
                    </a:lnTo>
                    <a:lnTo>
                      <a:pt x="10082" y="3654"/>
                    </a:lnTo>
                    <a:lnTo>
                      <a:pt x="10067" y="3973"/>
                    </a:lnTo>
                    <a:lnTo>
                      <a:pt x="10037" y="4276"/>
                    </a:lnTo>
                    <a:lnTo>
                      <a:pt x="9992" y="4594"/>
                    </a:lnTo>
                    <a:lnTo>
                      <a:pt x="9931" y="4898"/>
                    </a:lnTo>
                    <a:lnTo>
                      <a:pt x="9855" y="5201"/>
                    </a:lnTo>
                    <a:lnTo>
                      <a:pt x="9764" y="5489"/>
                    </a:lnTo>
                    <a:lnTo>
                      <a:pt x="9673" y="5792"/>
                    </a:lnTo>
                    <a:lnTo>
                      <a:pt x="9567" y="6065"/>
                    </a:lnTo>
                    <a:lnTo>
                      <a:pt x="9446" y="6353"/>
                    </a:lnTo>
                    <a:lnTo>
                      <a:pt x="9309" y="6626"/>
                    </a:lnTo>
                    <a:lnTo>
                      <a:pt x="9173" y="6899"/>
                    </a:lnTo>
                    <a:lnTo>
                      <a:pt x="9021" y="7156"/>
                    </a:lnTo>
                    <a:lnTo>
                      <a:pt x="8854" y="7414"/>
                    </a:lnTo>
                    <a:lnTo>
                      <a:pt x="8688" y="7657"/>
                    </a:lnTo>
                    <a:lnTo>
                      <a:pt x="8506" y="7899"/>
                    </a:lnTo>
                    <a:lnTo>
                      <a:pt x="8324" y="8127"/>
                    </a:lnTo>
                    <a:lnTo>
                      <a:pt x="8112" y="8354"/>
                    </a:lnTo>
                    <a:lnTo>
                      <a:pt x="7915" y="8566"/>
                    </a:lnTo>
                    <a:lnTo>
                      <a:pt x="7687" y="8779"/>
                    </a:lnTo>
                    <a:lnTo>
                      <a:pt x="7460" y="8976"/>
                    </a:lnTo>
                    <a:lnTo>
                      <a:pt x="7232" y="9158"/>
                    </a:lnTo>
                    <a:lnTo>
                      <a:pt x="6990" y="9340"/>
                    </a:lnTo>
                    <a:lnTo>
                      <a:pt x="6747" y="9506"/>
                    </a:lnTo>
                    <a:lnTo>
                      <a:pt x="6489" y="9673"/>
                    </a:lnTo>
                    <a:lnTo>
                      <a:pt x="6217" y="9810"/>
                    </a:lnTo>
                    <a:lnTo>
                      <a:pt x="5959" y="9961"/>
                    </a:lnTo>
                    <a:lnTo>
                      <a:pt x="5686" y="10082"/>
                    </a:lnTo>
                    <a:lnTo>
                      <a:pt x="5398" y="10204"/>
                    </a:lnTo>
                    <a:lnTo>
                      <a:pt x="5110" y="10310"/>
                    </a:lnTo>
                    <a:lnTo>
                      <a:pt x="4822" y="10401"/>
                    </a:lnTo>
                    <a:lnTo>
                      <a:pt x="4519" y="10477"/>
                    </a:lnTo>
                    <a:lnTo>
                      <a:pt x="2305" y="11068"/>
                    </a:lnTo>
                    <a:lnTo>
                      <a:pt x="2063" y="11508"/>
                    </a:lnTo>
                    <a:lnTo>
                      <a:pt x="1820" y="11947"/>
                    </a:lnTo>
                    <a:lnTo>
                      <a:pt x="1547" y="12387"/>
                    </a:lnTo>
                    <a:lnTo>
                      <a:pt x="1274" y="12827"/>
                    </a:lnTo>
                    <a:lnTo>
                      <a:pt x="971" y="13251"/>
                    </a:lnTo>
                    <a:lnTo>
                      <a:pt x="668" y="13676"/>
                    </a:lnTo>
                    <a:lnTo>
                      <a:pt x="349" y="14085"/>
                    </a:lnTo>
                    <a:lnTo>
                      <a:pt x="1" y="14494"/>
                    </a:lnTo>
                    <a:lnTo>
                      <a:pt x="1" y="14494"/>
                    </a:lnTo>
                    <a:lnTo>
                      <a:pt x="2396" y="13842"/>
                    </a:lnTo>
                    <a:lnTo>
                      <a:pt x="6338" y="12781"/>
                    </a:lnTo>
                    <a:lnTo>
                      <a:pt x="6641" y="12705"/>
                    </a:lnTo>
                    <a:lnTo>
                      <a:pt x="6929" y="12614"/>
                    </a:lnTo>
                    <a:lnTo>
                      <a:pt x="7217" y="12508"/>
                    </a:lnTo>
                    <a:lnTo>
                      <a:pt x="7505" y="12387"/>
                    </a:lnTo>
                    <a:lnTo>
                      <a:pt x="7778" y="12266"/>
                    </a:lnTo>
                    <a:lnTo>
                      <a:pt x="8051" y="12129"/>
                    </a:lnTo>
                    <a:lnTo>
                      <a:pt x="8309" y="11978"/>
                    </a:lnTo>
                    <a:lnTo>
                      <a:pt x="8566" y="11811"/>
                    </a:lnTo>
                    <a:lnTo>
                      <a:pt x="8809" y="11644"/>
                    </a:lnTo>
                    <a:lnTo>
                      <a:pt x="9052" y="11462"/>
                    </a:lnTo>
                    <a:lnTo>
                      <a:pt x="9294" y="11280"/>
                    </a:lnTo>
                    <a:lnTo>
                      <a:pt x="9506" y="11083"/>
                    </a:lnTo>
                    <a:lnTo>
                      <a:pt x="9734" y="10871"/>
                    </a:lnTo>
                    <a:lnTo>
                      <a:pt x="9946" y="10659"/>
                    </a:lnTo>
                    <a:lnTo>
                      <a:pt x="10143" y="10431"/>
                    </a:lnTo>
                    <a:lnTo>
                      <a:pt x="10325" y="10204"/>
                    </a:lnTo>
                    <a:lnTo>
                      <a:pt x="10507" y="9961"/>
                    </a:lnTo>
                    <a:lnTo>
                      <a:pt x="10689" y="9719"/>
                    </a:lnTo>
                    <a:lnTo>
                      <a:pt x="10841" y="9461"/>
                    </a:lnTo>
                    <a:lnTo>
                      <a:pt x="10992" y="9203"/>
                    </a:lnTo>
                    <a:lnTo>
                      <a:pt x="11144" y="8930"/>
                    </a:lnTo>
                    <a:lnTo>
                      <a:pt x="11265" y="8657"/>
                    </a:lnTo>
                    <a:lnTo>
                      <a:pt x="11386" y="8384"/>
                    </a:lnTo>
                    <a:lnTo>
                      <a:pt x="11492" y="8096"/>
                    </a:lnTo>
                    <a:lnTo>
                      <a:pt x="11599" y="7808"/>
                    </a:lnTo>
                    <a:lnTo>
                      <a:pt x="11674" y="7505"/>
                    </a:lnTo>
                    <a:lnTo>
                      <a:pt x="11750" y="7202"/>
                    </a:lnTo>
                    <a:lnTo>
                      <a:pt x="11811" y="6899"/>
                    </a:lnTo>
                    <a:lnTo>
                      <a:pt x="11856" y="6580"/>
                    </a:lnTo>
                    <a:lnTo>
                      <a:pt x="11887" y="6277"/>
                    </a:lnTo>
                    <a:lnTo>
                      <a:pt x="11917" y="5959"/>
                    </a:lnTo>
                    <a:lnTo>
                      <a:pt x="11917" y="5625"/>
                    </a:lnTo>
                    <a:lnTo>
                      <a:pt x="11902" y="5216"/>
                    </a:lnTo>
                    <a:lnTo>
                      <a:pt x="11871" y="4791"/>
                    </a:lnTo>
                    <a:lnTo>
                      <a:pt x="11811" y="4382"/>
                    </a:lnTo>
                    <a:lnTo>
                      <a:pt x="11735" y="3988"/>
                    </a:lnTo>
                    <a:lnTo>
                      <a:pt x="11629" y="3594"/>
                    </a:lnTo>
                    <a:lnTo>
                      <a:pt x="11508" y="3215"/>
                    </a:lnTo>
                    <a:lnTo>
                      <a:pt x="11371" y="2836"/>
                    </a:lnTo>
                    <a:lnTo>
                      <a:pt x="11204" y="2472"/>
                    </a:lnTo>
                    <a:lnTo>
                      <a:pt x="11022" y="2123"/>
                    </a:lnTo>
                    <a:lnTo>
                      <a:pt x="10825" y="1774"/>
                    </a:lnTo>
                    <a:lnTo>
                      <a:pt x="10613" y="1456"/>
                    </a:lnTo>
                    <a:lnTo>
                      <a:pt x="10386" y="1138"/>
                    </a:lnTo>
                    <a:lnTo>
                      <a:pt x="10143" y="819"/>
                    </a:lnTo>
                    <a:lnTo>
                      <a:pt x="9870" y="531"/>
                    </a:lnTo>
                    <a:lnTo>
                      <a:pt x="9597" y="258"/>
                    </a:lnTo>
                    <a:lnTo>
                      <a:pt x="9294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8"/>
              <p:cNvSpPr/>
              <p:nvPr/>
            </p:nvSpPr>
            <p:spPr>
              <a:xfrm>
                <a:off x="8285841" y="4297229"/>
                <a:ext cx="401305" cy="488119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14495" fill="none" extrusionOk="0">
                    <a:moveTo>
                      <a:pt x="9294" y="1"/>
                    </a:moveTo>
                    <a:lnTo>
                      <a:pt x="9294" y="1"/>
                    </a:lnTo>
                    <a:lnTo>
                      <a:pt x="9476" y="380"/>
                    </a:lnTo>
                    <a:lnTo>
                      <a:pt x="9643" y="774"/>
                    </a:lnTo>
                    <a:lnTo>
                      <a:pt x="9779" y="1168"/>
                    </a:lnTo>
                    <a:lnTo>
                      <a:pt x="9885" y="1593"/>
                    </a:lnTo>
                    <a:lnTo>
                      <a:pt x="9976" y="2017"/>
                    </a:lnTo>
                    <a:lnTo>
                      <a:pt x="10037" y="2442"/>
                    </a:lnTo>
                    <a:lnTo>
                      <a:pt x="10082" y="2881"/>
                    </a:lnTo>
                    <a:lnTo>
                      <a:pt x="10098" y="3321"/>
                    </a:lnTo>
                    <a:lnTo>
                      <a:pt x="10098" y="3321"/>
                    </a:lnTo>
                    <a:lnTo>
                      <a:pt x="10082" y="3654"/>
                    </a:lnTo>
                    <a:lnTo>
                      <a:pt x="10067" y="3973"/>
                    </a:lnTo>
                    <a:lnTo>
                      <a:pt x="10037" y="4276"/>
                    </a:lnTo>
                    <a:lnTo>
                      <a:pt x="9992" y="4594"/>
                    </a:lnTo>
                    <a:lnTo>
                      <a:pt x="9931" y="4898"/>
                    </a:lnTo>
                    <a:lnTo>
                      <a:pt x="9855" y="5201"/>
                    </a:lnTo>
                    <a:lnTo>
                      <a:pt x="9764" y="5489"/>
                    </a:lnTo>
                    <a:lnTo>
                      <a:pt x="9673" y="5792"/>
                    </a:lnTo>
                    <a:lnTo>
                      <a:pt x="9567" y="6065"/>
                    </a:lnTo>
                    <a:lnTo>
                      <a:pt x="9446" y="6353"/>
                    </a:lnTo>
                    <a:lnTo>
                      <a:pt x="9309" y="6626"/>
                    </a:lnTo>
                    <a:lnTo>
                      <a:pt x="9173" y="6899"/>
                    </a:lnTo>
                    <a:lnTo>
                      <a:pt x="9021" y="7156"/>
                    </a:lnTo>
                    <a:lnTo>
                      <a:pt x="8854" y="7414"/>
                    </a:lnTo>
                    <a:lnTo>
                      <a:pt x="8688" y="7657"/>
                    </a:lnTo>
                    <a:lnTo>
                      <a:pt x="8506" y="7899"/>
                    </a:lnTo>
                    <a:lnTo>
                      <a:pt x="8324" y="8127"/>
                    </a:lnTo>
                    <a:lnTo>
                      <a:pt x="8112" y="8354"/>
                    </a:lnTo>
                    <a:lnTo>
                      <a:pt x="7915" y="8566"/>
                    </a:lnTo>
                    <a:lnTo>
                      <a:pt x="7687" y="8779"/>
                    </a:lnTo>
                    <a:lnTo>
                      <a:pt x="7460" y="8976"/>
                    </a:lnTo>
                    <a:lnTo>
                      <a:pt x="7232" y="9158"/>
                    </a:lnTo>
                    <a:lnTo>
                      <a:pt x="6990" y="9340"/>
                    </a:lnTo>
                    <a:lnTo>
                      <a:pt x="6747" y="9506"/>
                    </a:lnTo>
                    <a:lnTo>
                      <a:pt x="6489" y="9673"/>
                    </a:lnTo>
                    <a:lnTo>
                      <a:pt x="6217" y="9810"/>
                    </a:lnTo>
                    <a:lnTo>
                      <a:pt x="5959" y="9961"/>
                    </a:lnTo>
                    <a:lnTo>
                      <a:pt x="5686" y="10082"/>
                    </a:lnTo>
                    <a:lnTo>
                      <a:pt x="5398" y="10204"/>
                    </a:lnTo>
                    <a:lnTo>
                      <a:pt x="5110" y="10310"/>
                    </a:lnTo>
                    <a:lnTo>
                      <a:pt x="4822" y="10401"/>
                    </a:lnTo>
                    <a:lnTo>
                      <a:pt x="4519" y="10477"/>
                    </a:lnTo>
                    <a:lnTo>
                      <a:pt x="4519" y="10477"/>
                    </a:lnTo>
                    <a:lnTo>
                      <a:pt x="2305" y="11068"/>
                    </a:lnTo>
                    <a:lnTo>
                      <a:pt x="2305" y="11068"/>
                    </a:lnTo>
                    <a:lnTo>
                      <a:pt x="2063" y="11508"/>
                    </a:lnTo>
                    <a:lnTo>
                      <a:pt x="1820" y="11947"/>
                    </a:lnTo>
                    <a:lnTo>
                      <a:pt x="1547" y="12387"/>
                    </a:lnTo>
                    <a:lnTo>
                      <a:pt x="1274" y="12827"/>
                    </a:lnTo>
                    <a:lnTo>
                      <a:pt x="971" y="13251"/>
                    </a:lnTo>
                    <a:lnTo>
                      <a:pt x="668" y="13676"/>
                    </a:lnTo>
                    <a:lnTo>
                      <a:pt x="349" y="14085"/>
                    </a:lnTo>
                    <a:lnTo>
                      <a:pt x="1" y="14494"/>
                    </a:lnTo>
                    <a:lnTo>
                      <a:pt x="2396" y="13842"/>
                    </a:lnTo>
                    <a:lnTo>
                      <a:pt x="6338" y="12781"/>
                    </a:lnTo>
                    <a:lnTo>
                      <a:pt x="6338" y="12781"/>
                    </a:lnTo>
                    <a:lnTo>
                      <a:pt x="6338" y="12781"/>
                    </a:lnTo>
                    <a:lnTo>
                      <a:pt x="6641" y="12705"/>
                    </a:lnTo>
                    <a:lnTo>
                      <a:pt x="6929" y="12614"/>
                    </a:lnTo>
                    <a:lnTo>
                      <a:pt x="7217" y="12508"/>
                    </a:lnTo>
                    <a:lnTo>
                      <a:pt x="7505" y="12387"/>
                    </a:lnTo>
                    <a:lnTo>
                      <a:pt x="7778" y="12266"/>
                    </a:lnTo>
                    <a:lnTo>
                      <a:pt x="8051" y="12129"/>
                    </a:lnTo>
                    <a:lnTo>
                      <a:pt x="8309" y="11978"/>
                    </a:lnTo>
                    <a:lnTo>
                      <a:pt x="8566" y="11811"/>
                    </a:lnTo>
                    <a:lnTo>
                      <a:pt x="8809" y="11644"/>
                    </a:lnTo>
                    <a:lnTo>
                      <a:pt x="9052" y="11462"/>
                    </a:lnTo>
                    <a:lnTo>
                      <a:pt x="9294" y="11280"/>
                    </a:lnTo>
                    <a:lnTo>
                      <a:pt x="9506" y="11083"/>
                    </a:lnTo>
                    <a:lnTo>
                      <a:pt x="9734" y="10871"/>
                    </a:lnTo>
                    <a:lnTo>
                      <a:pt x="9946" y="10659"/>
                    </a:lnTo>
                    <a:lnTo>
                      <a:pt x="10143" y="10431"/>
                    </a:lnTo>
                    <a:lnTo>
                      <a:pt x="10325" y="10204"/>
                    </a:lnTo>
                    <a:lnTo>
                      <a:pt x="10507" y="9961"/>
                    </a:lnTo>
                    <a:lnTo>
                      <a:pt x="10689" y="9719"/>
                    </a:lnTo>
                    <a:lnTo>
                      <a:pt x="10841" y="9461"/>
                    </a:lnTo>
                    <a:lnTo>
                      <a:pt x="10992" y="9203"/>
                    </a:lnTo>
                    <a:lnTo>
                      <a:pt x="11144" y="8930"/>
                    </a:lnTo>
                    <a:lnTo>
                      <a:pt x="11265" y="8657"/>
                    </a:lnTo>
                    <a:lnTo>
                      <a:pt x="11386" y="8384"/>
                    </a:lnTo>
                    <a:lnTo>
                      <a:pt x="11492" y="8096"/>
                    </a:lnTo>
                    <a:lnTo>
                      <a:pt x="11599" y="7808"/>
                    </a:lnTo>
                    <a:lnTo>
                      <a:pt x="11674" y="7505"/>
                    </a:lnTo>
                    <a:lnTo>
                      <a:pt x="11750" y="7202"/>
                    </a:lnTo>
                    <a:lnTo>
                      <a:pt x="11811" y="6899"/>
                    </a:lnTo>
                    <a:lnTo>
                      <a:pt x="11856" y="6580"/>
                    </a:lnTo>
                    <a:lnTo>
                      <a:pt x="11887" y="6277"/>
                    </a:lnTo>
                    <a:lnTo>
                      <a:pt x="11917" y="5959"/>
                    </a:lnTo>
                    <a:lnTo>
                      <a:pt x="11917" y="5625"/>
                    </a:lnTo>
                    <a:lnTo>
                      <a:pt x="11917" y="5625"/>
                    </a:lnTo>
                    <a:lnTo>
                      <a:pt x="11902" y="5216"/>
                    </a:lnTo>
                    <a:lnTo>
                      <a:pt x="11871" y="4791"/>
                    </a:lnTo>
                    <a:lnTo>
                      <a:pt x="11811" y="4382"/>
                    </a:lnTo>
                    <a:lnTo>
                      <a:pt x="11735" y="3988"/>
                    </a:lnTo>
                    <a:lnTo>
                      <a:pt x="11629" y="3594"/>
                    </a:lnTo>
                    <a:lnTo>
                      <a:pt x="11508" y="3215"/>
                    </a:lnTo>
                    <a:lnTo>
                      <a:pt x="11371" y="2836"/>
                    </a:lnTo>
                    <a:lnTo>
                      <a:pt x="11204" y="2472"/>
                    </a:lnTo>
                    <a:lnTo>
                      <a:pt x="11022" y="2123"/>
                    </a:lnTo>
                    <a:lnTo>
                      <a:pt x="10825" y="1774"/>
                    </a:lnTo>
                    <a:lnTo>
                      <a:pt x="10613" y="1456"/>
                    </a:lnTo>
                    <a:lnTo>
                      <a:pt x="10386" y="1138"/>
                    </a:lnTo>
                    <a:lnTo>
                      <a:pt x="10143" y="819"/>
                    </a:lnTo>
                    <a:lnTo>
                      <a:pt x="9870" y="531"/>
                    </a:lnTo>
                    <a:lnTo>
                      <a:pt x="9597" y="258"/>
                    </a:lnTo>
                    <a:lnTo>
                      <a:pt x="929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8"/>
              <p:cNvSpPr/>
              <p:nvPr/>
            </p:nvSpPr>
            <p:spPr>
              <a:xfrm>
                <a:off x="7869739" y="4348787"/>
                <a:ext cx="468722" cy="468722"/>
              </a:xfrm>
              <a:custGeom>
                <a:avLst/>
                <a:gdLst/>
                <a:ahLst/>
                <a:cxnLst/>
                <a:rect l="l" t="t" r="r" b="b"/>
                <a:pathLst>
                  <a:path w="13919" h="13919" extrusionOk="0">
                    <a:moveTo>
                      <a:pt x="6960" y="1"/>
                    </a:moveTo>
                    <a:lnTo>
                      <a:pt x="6596" y="16"/>
                    </a:lnTo>
                    <a:lnTo>
                      <a:pt x="6247" y="31"/>
                    </a:lnTo>
                    <a:lnTo>
                      <a:pt x="5898" y="77"/>
                    </a:lnTo>
                    <a:lnTo>
                      <a:pt x="5565" y="137"/>
                    </a:lnTo>
                    <a:lnTo>
                      <a:pt x="5216" y="228"/>
                    </a:lnTo>
                    <a:lnTo>
                      <a:pt x="4898" y="319"/>
                    </a:lnTo>
                    <a:lnTo>
                      <a:pt x="4564" y="425"/>
                    </a:lnTo>
                    <a:lnTo>
                      <a:pt x="4246" y="547"/>
                    </a:lnTo>
                    <a:lnTo>
                      <a:pt x="3943" y="683"/>
                    </a:lnTo>
                    <a:lnTo>
                      <a:pt x="3639" y="850"/>
                    </a:lnTo>
                    <a:lnTo>
                      <a:pt x="3351" y="1017"/>
                    </a:lnTo>
                    <a:lnTo>
                      <a:pt x="3063" y="1199"/>
                    </a:lnTo>
                    <a:lnTo>
                      <a:pt x="2790" y="1381"/>
                    </a:lnTo>
                    <a:lnTo>
                      <a:pt x="2533" y="1593"/>
                    </a:lnTo>
                    <a:lnTo>
                      <a:pt x="2275" y="1805"/>
                    </a:lnTo>
                    <a:lnTo>
                      <a:pt x="2048" y="2048"/>
                    </a:lnTo>
                    <a:lnTo>
                      <a:pt x="1805" y="2290"/>
                    </a:lnTo>
                    <a:lnTo>
                      <a:pt x="1593" y="2533"/>
                    </a:lnTo>
                    <a:lnTo>
                      <a:pt x="1380" y="2806"/>
                    </a:lnTo>
                    <a:lnTo>
                      <a:pt x="1183" y="3079"/>
                    </a:lnTo>
                    <a:lnTo>
                      <a:pt x="1001" y="3351"/>
                    </a:lnTo>
                    <a:lnTo>
                      <a:pt x="835" y="3639"/>
                    </a:lnTo>
                    <a:lnTo>
                      <a:pt x="683" y="3943"/>
                    </a:lnTo>
                    <a:lnTo>
                      <a:pt x="547" y="4261"/>
                    </a:lnTo>
                    <a:lnTo>
                      <a:pt x="425" y="4564"/>
                    </a:lnTo>
                    <a:lnTo>
                      <a:pt x="319" y="4898"/>
                    </a:lnTo>
                    <a:lnTo>
                      <a:pt x="213" y="5216"/>
                    </a:lnTo>
                    <a:lnTo>
                      <a:pt x="137" y="5565"/>
                    </a:lnTo>
                    <a:lnTo>
                      <a:pt x="77" y="5898"/>
                    </a:lnTo>
                    <a:lnTo>
                      <a:pt x="31" y="6247"/>
                    </a:lnTo>
                    <a:lnTo>
                      <a:pt x="16" y="6596"/>
                    </a:lnTo>
                    <a:lnTo>
                      <a:pt x="1" y="6960"/>
                    </a:lnTo>
                    <a:lnTo>
                      <a:pt x="16" y="7323"/>
                    </a:lnTo>
                    <a:lnTo>
                      <a:pt x="31" y="7672"/>
                    </a:lnTo>
                    <a:lnTo>
                      <a:pt x="77" y="8021"/>
                    </a:lnTo>
                    <a:lnTo>
                      <a:pt x="137" y="8354"/>
                    </a:lnTo>
                    <a:lnTo>
                      <a:pt x="213" y="8703"/>
                    </a:lnTo>
                    <a:lnTo>
                      <a:pt x="319" y="9021"/>
                    </a:lnTo>
                    <a:lnTo>
                      <a:pt x="425" y="9355"/>
                    </a:lnTo>
                    <a:lnTo>
                      <a:pt x="547" y="9673"/>
                    </a:lnTo>
                    <a:lnTo>
                      <a:pt x="683" y="9977"/>
                    </a:lnTo>
                    <a:lnTo>
                      <a:pt x="835" y="10280"/>
                    </a:lnTo>
                    <a:lnTo>
                      <a:pt x="1001" y="10568"/>
                    </a:lnTo>
                    <a:lnTo>
                      <a:pt x="1183" y="10841"/>
                    </a:lnTo>
                    <a:lnTo>
                      <a:pt x="1380" y="11114"/>
                    </a:lnTo>
                    <a:lnTo>
                      <a:pt x="1593" y="11387"/>
                    </a:lnTo>
                    <a:lnTo>
                      <a:pt x="1805" y="11644"/>
                    </a:lnTo>
                    <a:lnTo>
                      <a:pt x="2048" y="11872"/>
                    </a:lnTo>
                    <a:lnTo>
                      <a:pt x="2275" y="12114"/>
                    </a:lnTo>
                    <a:lnTo>
                      <a:pt x="2533" y="12326"/>
                    </a:lnTo>
                    <a:lnTo>
                      <a:pt x="2790" y="12539"/>
                    </a:lnTo>
                    <a:lnTo>
                      <a:pt x="3063" y="12736"/>
                    </a:lnTo>
                    <a:lnTo>
                      <a:pt x="3351" y="12903"/>
                    </a:lnTo>
                    <a:lnTo>
                      <a:pt x="3639" y="13085"/>
                    </a:lnTo>
                    <a:lnTo>
                      <a:pt x="3943" y="13236"/>
                    </a:lnTo>
                    <a:lnTo>
                      <a:pt x="4246" y="13373"/>
                    </a:lnTo>
                    <a:lnTo>
                      <a:pt x="4564" y="13494"/>
                    </a:lnTo>
                    <a:lnTo>
                      <a:pt x="4898" y="13600"/>
                    </a:lnTo>
                    <a:lnTo>
                      <a:pt x="5216" y="13706"/>
                    </a:lnTo>
                    <a:lnTo>
                      <a:pt x="5565" y="13782"/>
                    </a:lnTo>
                    <a:lnTo>
                      <a:pt x="5898" y="13843"/>
                    </a:lnTo>
                    <a:lnTo>
                      <a:pt x="6247" y="13888"/>
                    </a:lnTo>
                    <a:lnTo>
                      <a:pt x="6596" y="13903"/>
                    </a:lnTo>
                    <a:lnTo>
                      <a:pt x="6960" y="13918"/>
                    </a:lnTo>
                    <a:lnTo>
                      <a:pt x="7323" y="13903"/>
                    </a:lnTo>
                    <a:lnTo>
                      <a:pt x="7672" y="13888"/>
                    </a:lnTo>
                    <a:lnTo>
                      <a:pt x="8021" y="13843"/>
                    </a:lnTo>
                    <a:lnTo>
                      <a:pt x="8354" y="13782"/>
                    </a:lnTo>
                    <a:lnTo>
                      <a:pt x="8703" y="13706"/>
                    </a:lnTo>
                    <a:lnTo>
                      <a:pt x="9021" y="13600"/>
                    </a:lnTo>
                    <a:lnTo>
                      <a:pt x="9355" y="13494"/>
                    </a:lnTo>
                    <a:lnTo>
                      <a:pt x="9658" y="13373"/>
                    </a:lnTo>
                    <a:lnTo>
                      <a:pt x="9977" y="13236"/>
                    </a:lnTo>
                    <a:lnTo>
                      <a:pt x="10280" y="13085"/>
                    </a:lnTo>
                    <a:lnTo>
                      <a:pt x="10568" y="12903"/>
                    </a:lnTo>
                    <a:lnTo>
                      <a:pt x="10841" y="12736"/>
                    </a:lnTo>
                    <a:lnTo>
                      <a:pt x="11114" y="12539"/>
                    </a:lnTo>
                    <a:lnTo>
                      <a:pt x="11386" y="12326"/>
                    </a:lnTo>
                    <a:lnTo>
                      <a:pt x="11629" y="12114"/>
                    </a:lnTo>
                    <a:lnTo>
                      <a:pt x="11872" y="11872"/>
                    </a:lnTo>
                    <a:lnTo>
                      <a:pt x="12114" y="11644"/>
                    </a:lnTo>
                    <a:lnTo>
                      <a:pt x="12326" y="11387"/>
                    </a:lnTo>
                    <a:lnTo>
                      <a:pt x="12539" y="11114"/>
                    </a:lnTo>
                    <a:lnTo>
                      <a:pt x="12721" y="10841"/>
                    </a:lnTo>
                    <a:lnTo>
                      <a:pt x="12902" y="10568"/>
                    </a:lnTo>
                    <a:lnTo>
                      <a:pt x="13069" y="10280"/>
                    </a:lnTo>
                    <a:lnTo>
                      <a:pt x="13236" y="9977"/>
                    </a:lnTo>
                    <a:lnTo>
                      <a:pt x="13372" y="9673"/>
                    </a:lnTo>
                    <a:lnTo>
                      <a:pt x="13494" y="9355"/>
                    </a:lnTo>
                    <a:lnTo>
                      <a:pt x="13600" y="9021"/>
                    </a:lnTo>
                    <a:lnTo>
                      <a:pt x="13691" y="8703"/>
                    </a:lnTo>
                    <a:lnTo>
                      <a:pt x="13782" y="8354"/>
                    </a:lnTo>
                    <a:lnTo>
                      <a:pt x="13842" y="8021"/>
                    </a:lnTo>
                    <a:lnTo>
                      <a:pt x="13888" y="7672"/>
                    </a:lnTo>
                    <a:lnTo>
                      <a:pt x="13903" y="7323"/>
                    </a:lnTo>
                    <a:lnTo>
                      <a:pt x="13918" y="6960"/>
                    </a:lnTo>
                    <a:lnTo>
                      <a:pt x="13903" y="6596"/>
                    </a:lnTo>
                    <a:lnTo>
                      <a:pt x="13888" y="6247"/>
                    </a:lnTo>
                    <a:lnTo>
                      <a:pt x="13842" y="5898"/>
                    </a:lnTo>
                    <a:lnTo>
                      <a:pt x="13782" y="5565"/>
                    </a:lnTo>
                    <a:lnTo>
                      <a:pt x="13691" y="5216"/>
                    </a:lnTo>
                    <a:lnTo>
                      <a:pt x="13600" y="4898"/>
                    </a:lnTo>
                    <a:lnTo>
                      <a:pt x="13494" y="4564"/>
                    </a:lnTo>
                    <a:lnTo>
                      <a:pt x="13372" y="4261"/>
                    </a:lnTo>
                    <a:lnTo>
                      <a:pt x="13236" y="3943"/>
                    </a:lnTo>
                    <a:lnTo>
                      <a:pt x="13069" y="3639"/>
                    </a:lnTo>
                    <a:lnTo>
                      <a:pt x="12902" y="3351"/>
                    </a:lnTo>
                    <a:lnTo>
                      <a:pt x="12721" y="3079"/>
                    </a:lnTo>
                    <a:lnTo>
                      <a:pt x="12539" y="2806"/>
                    </a:lnTo>
                    <a:lnTo>
                      <a:pt x="12326" y="2533"/>
                    </a:lnTo>
                    <a:lnTo>
                      <a:pt x="12114" y="2290"/>
                    </a:lnTo>
                    <a:lnTo>
                      <a:pt x="11872" y="2048"/>
                    </a:lnTo>
                    <a:lnTo>
                      <a:pt x="11629" y="1805"/>
                    </a:lnTo>
                    <a:lnTo>
                      <a:pt x="11386" y="1593"/>
                    </a:lnTo>
                    <a:lnTo>
                      <a:pt x="11114" y="1381"/>
                    </a:lnTo>
                    <a:lnTo>
                      <a:pt x="10841" y="1199"/>
                    </a:lnTo>
                    <a:lnTo>
                      <a:pt x="10568" y="1017"/>
                    </a:lnTo>
                    <a:lnTo>
                      <a:pt x="10280" y="850"/>
                    </a:lnTo>
                    <a:lnTo>
                      <a:pt x="9977" y="683"/>
                    </a:lnTo>
                    <a:lnTo>
                      <a:pt x="9658" y="547"/>
                    </a:lnTo>
                    <a:lnTo>
                      <a:pt x="9355" y="425"/>
                    </a:lnTo>
                    <a:lnTo>
                      <a:pt x="9021" y="319"/>
                    </a:lnTo>
                    <a:lnTo>
                      <a:pt x="8703" y="228"/>
                    </a:lnTo>
                    <a:lnTo>
                      <a:pt x="8354" y="137"/>
                    </a:lnTo>
                    <a:lnTo>
                      <a:pt x="8021" y="77"/>
                    </a:lnTo>
                    <a:lnTo>
                      <a:pt x="7672" y="31"/>
                    </a:lnTo>
                    <a:lnTo>
                      <a:pt x="7323" y="16"/>
                    </a:lnTo>
                    <a:lnTo>
                      <a:pt x="6960" y="1"/>
                    </a:lnTo>
                    <a:close/>
                  </a:path>
                </a:pathLst>
              </a:custGeom>
              <a:solidFill>
                <a:srgbClr val="CDD7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8"/>
              <p:cNvSpPr/>
              <p:nvPr/>
            </p:nvSpPr>
            <p:spPr>
              <a:xfrm>
                <a:off x="7869739" y="4348787"/>
                <a:ext cx="468722" cy="468722"/>
              </a:xfrm>
              <a:custGeom>
                <a:avLst/>
                <a:gdLst/>
                <a:ahLst/>
                <a:cxnLst/>
                <a:rect l="l" t="t" r="r" b="b"/>
                <a:pathLst>
                  <a:path w="13919" h="13919" fill="none" extrusionOk="0">
                    <a:moveTo>
                      <a:pt x="6960" y="13918"/>
                    </a:moveTo>
                    <a:lnTo>
                      <a:pt x="6960" y="13918"/>
                    </a:lnTo>
                    <a:lnTo>
                      <a:pt x="6596" y="13903"/>
                    </a:lnTo>
                    <a:lnTo>
                      <a:pt x="6247" y="13888"/>
                    </a:lnTo>
                    <a:lnTo>
                      <a:pt x="5898" y="13843"/>
                    </a:lnTo>
                    <a:lnTo>
                      <a:pt x="5565" y="13782"/>
                    </a:lnTo>
                    <a:lnTo>
                      <a:pt x="5216" y="13706"/>
                    </a:lnTo>
                    <a:lnTo>
                      <a:pt x="4898" y="13600"/>
                    </a:lnTo>
                    <a:lnTo>
                      <a:pt x="4564" y="13494"/>
                    </a:lnTo>
                    <a:lnTo>
                      <a:pt x="4246" y="13373"/>
                    </a:lnTo>
                    <a:lnTo>
                      <a:pt x="3943" y="13236"/>
                    </a:lnTo>
                    <a:lnTo>
                      <a:pt x="3639" y="13085"/>
                    </a:lnTo>
                    <a:lnTo>
                      <a:pt x="3351" y="12903"/>
                    </a:lnTo>
                    <a:lnTo>
                      <a:pt x="3063" y="12736"/>
                    </a:lnTo>
                    <a:lnTo>
                      <a:pt x="2790" y="12539"/>
                    </a:lnTo>
                    <a:lnTo>
                      <a:pt x="2533" y="12326"/>
                    </a:lnTo>
                    <a:lnTo>
                      <a:pt x="2275" y="12114"/>
                    </a:lnTo>
                    <a:lnTo>
                      <a:pt x="2048" y="11872"/>
                    </a:lnTo>
                    <a:lnTo>
                      <a:pt x="1805" y="11644"/>
                    </a:lnTo>
                    <a:lnTo>
                      <a:pt x="1593" y="11387"/>
                    </a:lnTo>
                    <a:lnTo>
                      <a:pt x="1380" y="11114"/>
                    </a:lnTo>
                    <a:lnTo>
                      <a:pt x="1183" y="10841"/>
                    </a:lnTo>
                    <a:lnTo>
                      <a:pt x="1001" y="10568"/>
                    </a:lnTo>
                    <a:lnTo>
                      <a:pt x="835" y="10280"/>
                    </a:lnTo>
                    <a:lnTo>
                      <a:pt x="683" y="9977"/>
                    </a:lnTo>
                    <a:lnTo>
                      <a:pt x="547" y="9673"/>
                    </a:lnTo>
                    <a:lnTo>
                      <a:pt x="425" y="9355"/>
                    </a:lnTo>
                    <a:lnTo>
                      <a:pt x="319" y="9021"/>
                    </a:lnTo>
                    <a:lnTo>
                      <a:pt x="213" y="8703"/>
                    </a:lnTo>
                    <a:lnTo>
                      <a:pt x="137" y="8354"/>
                    </a:lnTo>
                    <a:lnTo>
                      <a:pt x="77" y="8021"/>
                    </a:lnTo>
                    <a:lnTo>
                      <a:pt x="31" y="7672"/>
                    </a:lnTo>
                    <a:lnTo>
                      <a:pt x="16" y="7323"/>
                    </a:lnTo>
                    <a:lnTo>
                      <a:pt x="1" y="6960"/>
                    </a:lnTo>
                    <a:lnTo>
                      <a:pt x="1" y="6960"/>
                    </a:lnTo>
                    <a:lnTo>
                      <a:pt x="16" y="6596"/>
                    </a:lnTo>
                    <a:lnTo>
                      <a:pt x="31" y="6247"/>
                    </a:lnTo>
                    <a:lnTo>
                      <a:pt x="77" y="5898"/>
                    </a:lnTo>
                    <a:lnTo>
                      <a:pt x="137" y="5565"/>
                    </a:lnTo>
                    <a:lnTo>
                      <a:pt x="213" y="5216"/>
                    </a:lnTo>
                    <a:lnTo>
                      <a:pt x="319" y="4898"/>
                    </a:lnTo>
                    <a:lnTo>
                      <a:pt x="425" y="4564"/>
                    </a:lnTo>
                    <a:lnTo>
                      <a:pt x="547" y="4261"/>
                    </a:lnTo>
                    <a:lnTo>
                      <a:pt x="683" y="3943"/>
                    </a:lnTo>
                    <a:lnTo>
                      <a:pt x="835" y="3639"/>
                    </a:lnTo>
                    <a:lnTo>
                      <a:pt x="1001" y="3351"/>
                    </a:lnTo>
                    <a:lnTo>
                      <a:pt x="1183" y="3079"/>
                    </a:lnTo>
                    <a:lnTo>
                      <a:pt x="1380" y="2806"/>
                    </a:lnTo>
                    <a:lnTo>
                      <a:pt x="1593" y="2533"/>
                    </a:lnTo>
                    <a:lnTo>
                      <a:pt x="1805" y="2290"/>
                    </a:lnTo>
                    <a:lnTo>
                      <a:pt x="2048" y="2048"/>
                    </a:lnTo>
                    <a:lnTo>
                      <a:pt x="2275" y="1805"/>
                    </a:lnTo>
                    <a:lnTo>
                      <a:pt x="2533" y="1593"/>
                    </a:lnTo>
                    <a:lnTo>
                      <a:pt x="2790" y="1381"/>
                    </a:lnTo>
                    <a:lnTo>
                      <a:pt x="3063" y="1199"/>
                    </a:lnTo>
                    <a:lnTo>
                      <a:pt x="3351" y="1017"/>
                    </a:lnTo>
                    <a:lnTo>
                      <a:pt x="3639" y="850"/>
                    </a:lnTo>
                    <a:lnTo>
                      <a:pt x="3943" y="683"/>
                    </a:lnTo>
                    <a:lnTo>
                      <a:pt x="4246" y="547"/>
                    </a:lnTo>
                    <a:lnTo>
                      <a:pt x="4564" y="425"/>
                    </a:lnTo>
                    <a:lnTo>
                      <a:pt x="4898" y="319"/>
                    </a:lnTo>
                    <a:lnTo>
                      <a:pt x="5216" y="228"/>
                    </a:lnTo>
                    <a:lnTo>
                      <a:pt x="5565" y="137"/>
                    </a:lnTo>
                    <a:lnTo>
                      <a:pt x="5898" y="77"/>
                    </a:lnTo>
                    <a:lnTo>
                      <a:pt x="6247" y="31"/>
                    </a:lnTo>
                    <a:lnTo>
                      <a:pt x="6596" y="16"/>
                    </a:lnTo>
                    <a:lnTo>
                      <a:pt x="6960" y="1"/>
                    </a:lnTo>
                    <a:lnTo>
                      <a:pt x="6960" y="1"/>
                    </a:lnTo>
                    <a:lnTo>
                      <a:pt x="7323" y="16"/>
                    </a:lnTo>
                    <a:lnTo>
                      <a:pt x="7672" y="31"/>
                    </a:lnTo>
                    <a:lnTo>
                      <a:pt x="8021" y="77"/>
                    </a:lnTo>
                    <a:lnTo>
                      <a:pt x="8354" y="137"/>
                    </a:lnTo>
                    <a:lnTo>
                      <a:pt x="8703" y="228"/>
                    </a:lnTo>
                    <a:lnTo>
                      <a:pt x="9021" y="319"/>
                    </a:lnTo>
                    <a:lnTo>
                      <a:pt x="9355" y="425"/>
                    </a:lnTo>
                    <a:lnTo>
                      <a:pt x="9658" y="547"/>
                    </a:lnTo>
                    <a:lnTo>
                      <a:pt x="9977" y="683"/>
                    </a:lnTo>
                    <a:lnTo>
                      <a:pt x="10280" y="850"/>
                    </a:lnTo>
                    <a:lnTo>
                      <a:pt x="10568" y="1017"/>
                    </a:lnTo>
                    <a:lnTo>
                      <a:pt x="10841" y="1199"/>
                    </a:lnTo>
                    <a:lnTo>
                      <a:pt x="11114" y="1381"/>
                    </a:lnTo>
                    <a:lnTo>
                      <a:pt x="11386" y="1593"/>
                    </a:lnTo>
                    <a:lnTo>
                      <a:pt x="11629" y="1805"/>
                    </a:lnTo>
                    <a:lnTo>
                      <a:pt x="11872" y="2048"/>
                    </a:lnTo>
                    <a:lnTo>
                      <a:pt x="12114" y="2290"/>
                    </a:lnTo>
                    <a:lnTo>
                      <a:pt x="12326" y="2533"/>
                    </a:lnTo>
                    <a:lnTo>
                      <a:pt x="12539" y="2806"/>
                    </a:lnTo>
                    <a:lnTo>
                      <a:pt x="12721" y="3079"/>
                    </a:lnTo>
                    <a:lnTo>
                      <a:pt x="12902" y="3351"/>
                    </a:lnTo>
                    <a:lnTo>
                      <a:pt x="13069" y="3639"/>
                    </a:lnTo>
                    <a:lnTo>
                      <a:pt x="13236" y="3943"/>
                    </a:lnTo>
                    <a:lnTo>
                      <a:pt x="13372" y="4261"/>
                    </a:lnTo>
                    <a:lnTo>
                      <a:pt x="13494" y="4564"/>
                    </a:lnTo>
                    <a:lnTo>
                      <a:pt x="13600" y="4898"/>
                    </a:lnTo>
                    <a:lnTo>
                      <a:pt x="13691" y="5216"/>
                    </a:lnTo>
                    <a:lnTo>
                      <a:pt x="13782" y="5565"/>
                    </a:lnTo>
                    <a:lnTo>
                      <a:pt x="13842" y="5898"/>
                    </a:lnTo>
                    <a:lnTo>
                      <a:pt x="13888" y="6247"/>
                    </a:lnTo>
                    <a:lnTo>
                      <a:pt x="13903" y="6596"/>
                    </a:lnTo>
                    <a:lnTo>
                      <a:pt x="13918" y="6960"/>
                    </a:lnTo>
                    <a:lnTo>
                      <a:pt x="13918" y="6960"/>
                    </a:lnTo>
                    <a:lnTo>
                      <a:pt x="13903" y="7323"/>
                    </a:lnTo>
                    <a:lnTo>
                      <a:pt x="13888" y="7672"/>
                    </a:lnTo>
                    <a:lnTo>
                      <a:pt x="13842" y="8021"/>
                    </a:lnTo>
                    <a:lnTo>
                      <a:pt x="13782" y="8354"/>
                    </a:lnTo>
                    <a:lnTo>
                      <a:pt x="13691" y="8703"/>
                    </a:lnTo>
                    <a:lnTo>
                      <a:pt x="13600" y="9021"/>
                    </a:lnTo>
                    <a:lnTo>
                      <a:pt x="13494" y="9355"/>
                    </a:lnTo>
                    <a:lnTo>
                      <a:pt x="13372" y="9673"/>
                    </a:lnTo>
                    <a:lnTo>
                      <a:pt x="13236" y="9977"/>
                    </a:lnTo>
                    <a:lnTo>
                      <a:pt x="13069" y="10280"/>
                    </a:lnTo>
                    <a:lnTo>
                      <a:pt x="12902" y="10568"/>
                    </a:lnTo>
                    <a:lnTo>
                      <a:pt x="12721" y="10841"/>
                    </a:lnTo>
                    <a:lnTo>
                      <a:pt x="12539" y="11114"/>
                    </a:lnTo>
                    <a:lnTo>
                      <a:pt x="12326" y="11387"/>
                    </a:lnTo>
                    <a:lnTo>
                      <a:pt x="12114" y="11644"/>
                    </a:lnTo>
                    <a:lnTo>
                      <a:pt x="11872" y="11872"/>
                    </a:lnTo>
                    <a:lnTo>
                      <a:pt x="11629" y="12114"/>
                    </a:lnTo>
                    <a:lnTo>
                      <a:pt x="11386" y="12326"/>
                    </a:lnTo>
                    <a:lnTo>
                      <a:pt x="11114" y="12539"/>
                    </a:lnTo>
                    <a:lnTo>
                      <a:pt x="10841" y="12736"/>
                    </a:lnTo>
                    <a:lnTo>
                      <a:pt x="10568" y="12903"/>
                    </a:lnTo>
                    <a:lnTo>
                      <a:pt x="10280" y="13085"/>
                    </a:lnTo>
                    <a:lnTo>
                      <a:pt x="9977" y="13236"/>
                    </a:lnTo>
                    <a:lnTo>
                      <a:pt x="9658" y="13373"/>
                    </a:lnTo>
                    <a:lnTo>
                      <a:pt x="9355" y="13494"/>
                    </a:lnTo>
                    <a:lnTo>
                      <a:pt x="9021" y="13600"/>
                    </a:lnTo>
                    <a:lnTo>
                      <a:pt x="8703" y="13706"/>
                    </a:lnTo>
                    <a:lnTo>
                      <a:pt x="8354" y="13782"/>
                    </a:lnTo>
                    <a:lnTo>
                      <a:pt x="8021" y="13843"/>
                    </a:lnTo>
                    <a:lnTo>
                      <a:pt x="7672" y="13888"/>
                    </a:lnTo>
                    <a:lnTo>
                      <a:pt x="7323" y="13903"/>
                    </a:lnTo>
                    <a:lnTo>
                      <a:pt x="6960" y="139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8"/>
              <p:cNvSpPr/>
              <p:nvPr/>
            </p:nvSpPr>
            <p:spPr>
              <a:xfrm>
                <a:off x="7861590" y="4340637"/>
                <a:ext cx="485021" cy="485021"/>
              </a:xfrm>
              <a:custGeom>
                <a:avLst/>
                <a:gdLst/>
                <a:ahLst/>
                <a:cxnLst/>
                <a:rect l="l" t="t" r="r" b="b"/>
                <a:pathLst>
                  <a:path w="14403" h="14403" extrusionOk="0">
                    <a:moveTo>
                      <a:pt x="7202" y="0"/>
                    </a:moveTo>
                    <a:lnTo>
                      <a:pt x="6838" y="15"/>
                    </a:lnTo>
                    <a:lnTo>
                      <a:pt x="6459" y="46"/>
                    </a:lnTo>
                    <a:lnTo>
                      <a:pt x="6110" y="91"/>
                    </a:lnTo>
                    <a:lnTo>
                      <a:pt x="5746" y="152"/>
                    </a:lnTo>
                    <a:lnTo>
                      <a:pt x="5397" y="228"/>
                    </a:lnTo>
                    <a:lnTo>
                      <a:pt x="5064" y="334"/>
                    </a:lnTo>
                    <a:lnTo>
                      <a:pt x="4730" y="440"/>
                    </a:lnTo>
                    <a:lnTo>
                      <a:pt x="4397" y="576"/>
                    </a:lnTo>
                    <a:lnTo>
                      <a:pt x="4078" y="713"/>
                    </a:lnTo>
                    <a:lnTo>
                      <a:pt x="3775" y="880"/>
                    </a:lnTo>
                    <a:lnTo>
                      <a:pt x="3472" y="1046"/>
                    </a:lnTo>
                    <a:lnTo>
                      <a:pt x="3184" y="1244"/>
                    </a:lnTo>
                    <a:lnTo>
                      <a:pt x="2896" y="1441"/>
                    </a:lnTo>
                    <a:lnTo>
                      <a:pt x="2623" y="1653"/>
                    </a:lnTo>
                    <a:lnTo>
                      <a:pt x="2365" y="1880"/>
                    </a:lnTo>
                    <a:lnTo>
                      <a:pt x="2108" y="2123"/>
                    </a:lnTo>
                    <a:lnTo>
                      <a:pt x="1880" y="2365"/>
                    </a:lnTo>
                    <a:lnTo>
                      <a:pt x="1653" y="2623"/>
                    </a:lnTo>
                    <a:lnTo>
                      <a:pt x="1441" y="2896"/>
                    </a:lnTo>
                    <a:lnTo>
                      <a:pt x="1228" y="3184"/>
                    </a:lnTo>
                    <a:lnTo>
                      <a:pt x="1046" y="3472"/>
                    </a:lnTo>
                    <a:lnTo>
                      <a:pt x="880" y="3775"/>
                    </a:lnTo>
                    <a:lnTo>
                      <a:pt x="713" y="4079"/>
                    </a:lnTo>
                    <a:lnTo>
                      <a:pt x="576" y="4397"/>
                    </a:lnTo>
                    <a:lnTo>
                      <a:pt x="440" y="4730"/>
                    </a:lnTo>
                    <a:lnTo>
                      <a:pt x="334" y="5064"/>
                    </a:lnTo>
                    <a:lnTo>
                      <a:pt x="228" y="5413"/>
                    </a:lnTo>
                    <a:lnTo>
                      <a:pt x="152" y="5746"/>
                    </a:lnTo>
                    <a:lnTo>
                      <a:pt x="91" y="6110"/>
                    </a:lnTo>
                    <a:lnTo>
                      <a:pt x="46" y="6474"/>
                    </a:lnTo>
                    <a:lnTo>
                      <a:pt x="15" y="6838"/>
                    </a:lnTo>
                    <a:lnTo>
                      <a:pt x="0" y="7202"/>
                    </a:lnTo>
                    <a:lnTo>
                      <a:pt x="15" y="7565"/>
                    </a:lnTo>
                    <a:lnTo>
                      <a:pt x="46" y="7929"/>
                    </a:lnTo>
                    <a:lnTo>
                      <a:pt x="91" y="8293"/>
                    </a:lnTo>
                    <a:lnTo>
                      <a:pt x="152" y="8657"/>
                    </a:lnTo>
                    <a:lnTo>
                      <a:pt x="228" y="9006"/>
                    </a:lnTo>
                    <a:lnTo>
                      <a:pt x="334" y="9339"/>
                    </a:lnTo>
                    <a:lnTo>
                      <a:pt x="440" y="9673"/>
                    </a:lnTo>
                    <a:lnTo>
                      <a:pt x="576" y="10006"/>
                    </a:lnTo>
                    <a:lnTo>
                      <a:pt x="713" y="10325"/>
                    </a:lnTo>
                    <a:lnTo>
                      <a:pt x="880" y="10628"/>
                    </a:lnTo>
                    <a:lnTo>
                      <a:pt x="1046" y="10931"/>
                    </a:lnTo>
                    <a:lnTo>
                      <a:pt x="1228" y="11219"/>
                    </a:lnTo>
                    <a:lnTo>
                      <a:pt x="1441" y="11507"/>
                    </a:lnTo>
                    <a:lnTo>
                      <a:pt x="1653" y="11780"/>
                    </a:lnTo>
                    <a:lnTo>
                      <a:pt x="1880" y="12038"/>
                    </a:lnTo>
                    <a:lnTo>
                      <a:pt x="2108" y="12296"/>
                    </a:lnTo>
                    <a:lnTo>
                      <a:pt x="2365" y="12523"/>
                    </a:lnTo>
                    <a:lnTo>
                      <a:pt x="2623" y="12750"/>
                    </a:lnTo>
                    <a:lnTo>
                      <a:pt x="2896" y="12963"/>
                    </a:lnTo>
                    <a:lnTo>
                      <a:pt x="3184" y="13175"/>
                    </a:lnTo>
                    <a:lnTo>
                      <a:pt x="3472" y="13357"/>
                    </a:lnTo>
                    <a:lnTo>
                      <a:pt x="3775" y="13524"/>
                    </a:lnTo>
                    <a:lnTo>
                      <a:pt x="4078" y="13690"/>
                    </a:lnTo>
                    <a:lnTo>
                      <a:pt x="4397" y="13827"/>
                    </a:lnTo>
                    <a:lnTo>
                      <a:pt x="4730" y="13963"/>
                    </a:lnTo>
                    <a:lnTo>
                      <a:pt x="5064" y="14069"/>
                    </a:lnTo>
                    <a:lnTo>
                      <a:pt x="5397" y="14176"/>
                    </a:lnTo>
                    <a:lnTo>
                      <a:pt x="5746" y="14251"/>
                    </a:lnTo>
                    <a:lnTo>
                      <a:pt x="6110" y="14312"/>
                    </a:lnTo>
                    <a:lnTo>
                      <a:pt x="6459" y="14357"/>
                    </a:lnTo>
                    <a:lnTo>
                      <a:pt x="6838" y="14388"/>
                    </a:lnTo>
                    <a:lnTo>
                      <a:pt x="7202" y="14403"/>
                    </a:lnTo>
                    <a:lnTo>
                      <a:pt x="7565" y="14388"/>
                    </a:lnTo>
                    <a:lnTo>
                      <a:pt x="7929" y="14357"/>
                    </a:lnTo>
                    <a:lnTo>
                      <a:pt x="8293" y="14312"/>
                    </a:lnTo>
                    <a:lnTo>
                      <a:pt x="8642" y="14251"/>
                    </a:lnTo>
                    <a:lnTo>
                      <a:pt x="8990" y="14176"/>
                    </a:lnTo>
                    <a:lnTo>
                      <a:pt x="9339" y="14069"/>
                    </a:lnTo>
                    <a:lnTo>
                      <a:pt x="9673" y="13963"/>
                    </a:lnTo>
                    <a:lnTo>
                      <a:pt x="10006" y="13827"/>
                    </a:lnTo>
                    <a:lnTo>
                      <a:pt x="10325" y="13690"/>
                    </a:lnTo>
                    <a:lnTo>
                      <a:pt x="10628" y="13524"/>
                    </a:lnTo>
                    <a:lnTo>
                      <a:pt x="10931" y="13357"/>
                    </a:lnTo>
                    <a:lnTo>
                      <a:pt x="11219" y="13175"/>
                    </a:lnTo>
                    <a:lnTo>
                      <a:pt x="11507" y="12963"/>
                    </a:lnTo>
                    <a:lnTo>
                      <a:pt x="11780" y="12750"/>
                    </a:lnTo>
                    <a:lnTo>
                      <a:pt x="12038" y="12523"/>
                    </a:lnTo>
                    <a:lnTo>
                      <a:pt x="12280" y="12296"/>
                    </a:lnTo>
                    <a:lnTo>
                      <a:pt x="12523" y="12038"/>
                    </a:lnTo>
                    <a:lnTo>
                      <a:pt x="12750" y="11780"/>
                    </a:lnTo>
                    <a:lnTo>
                      <a:pt x="12963" y="11507"/>
                    </a:lnTo>
                    <a:lnTo>
                      <a:pt x="13160" y="11219"/>
                    </a:lnTo>
                    <a:lnTo>
                      <a:pt x="13357" y="10931"/>
                    </a:lnTo>
                    <a:lnTo>
                      <a:pt x="13524" y="10628"/>
                    </a:lnTo>
                    <a:lnTo>
                      <a:pt x="13690" y="10325"/>
                    </a:lnTo>
                    <a:lnTo>
                      <a:pt x="13827" y="10006"/>
                    </a:lnTo>
                    <a:lnTo>
                      <a:pt x="13963" y="9673"/>
                    </a:lnTo>
                    <a:lnTo>
                      <a:pt x="14069" y="9339"/>
                    </a:lnTo>
                    <a:lnTo>
                      <a:pt x="14175" y="9006"/>
                    </a:lnTo>
                    <a:lnTo>
                      <a:pt x="14251" y="8657"/>
                    </a:lnTo>
                    <a:lnTo>
                      <a:pt x="14312" y="8293"/>
                    </a:lnTo>
                    <a:lnTo>
                      <a:pt x="14357" y="7929"/>
                    </a:lnTo>
                    <a:lnTo>
                      <a:pt x="14388" y="7565"/>
                    </a:lnTo>
                    <a:lnTo>
                      <a:pt x="14403" y="7202"/>
                    </a:lnTo>
                    <a:lnTo>
                      <a:pt x="14388" y="6838"/>
                    </a:lnTo>
                    <a:lnTo>
                      <a:pt x="14357" y="6474"/>
                    </a:lnTo>
                    <a:lnTo>
                      <a:pt x="14312" y="6110"/>
                    </a:lnTo>
                    <a:lnTo>
                      <a:pt x="14251" y="5746"/>
                    </a:lnTo>
                    <a:lnTo>
                      <a:pt x="14175" y="5413"/>
                    </a:lnTo>
                    <a:lnTo>
                      <a:pt x="14069" y="5064"/>
                    </a:lnTo>
                    <a:lnTo>
                      <a:pt x="13963" y="4730"/>
                    </a:lnTo>
                    <a:lnTo>
                      <a:pt x="13827" y="4397"/>
                    </a:lnTo>
                    <a:lnTo>
                      <a:pt x="13690" y="4079"/>
                    </a:lnTo>
                    <a:lnTo>
                      <a:pt x="13524" y="3775"/>
                    </a:lnTo>
                    <a:lnTo>
                      <a:pt x="13357" y="3472"/>
                    </a:lnTo>
                    <a:lnTo>
                      <a:pt x="13160" y="3184"/>
                    </a:lnTo>
                    <a:lnTo>
                      <a:pt x="12963" y="2896"/>
                    </a:lnTo>
                    <a:lnTo>
                      <a:pt x="12750" y="2623"/>
                    </a:lnTo>
                    <a:lnTo>
                      <a:pt x="12523" y="2365"/>
                    </a:lnTo>
                    <a:lnTo>
                      <a:pt x="12280" y="2123"/>
                    </a:lnTo>
                    <a:lnTo>
                      <a:pt x="12038" y="1880"/>
                    </a:lnTo>
                    <a:lnTo>
                      <a:pt x="11780" y="1653"/>
                    </a:lnTo>
                    <a:lnTo>
                      <a:pt x="11507" y="1441"/>
                    </a:lnTo>
                    <a:lnTo>
                      <a:pt x="11219" y="1244"/>
                    </a:lnTo>
                    <a:lnTo>
                      <a:pt x="10931" y="1046"/>
                    </a:lnTo>
                    <a:lnTo>
                      <a:pt x="10628" y="880"/>
                    </a:lnTo>
                    <a:lnTo>
                      <a:pt x="10325" y="713"/>
                    </a:lnTo>
                    <a:lnTo>
                      <a:pt x="10006" y="576"/>
                    </a:lnTo>
                    <a:lnTo>
                      <a:pt x="9673" y="440"/>
                    </a:lnTo>
                    <a:lnTo>
                      <a:pt x="9339" y="334"/>
                    </a:lnTo>
                    <a:lnTo>
                      <a:pt x="8990" y="228"/>
                    </a:lnTo>
                    <a:lnTo>
                      <a:pt x="8642" y="152"/>
                    </a:lnTo>
                    <a:lnTo>
                      <a:pt x="8293" y="91"/>
                    </a:lnTo>
                    <a:lnTo>
                      <a:pt x="7929" y="46"/>
                    </a:lnTo>
                    <a:lnTo>
                      <a:pt x="7565" y="15"/>
                    </a:lnTo>
                    <a:lnTo>
                      <a:pt x="72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8"/>
              <p:cNvSpPr/>
              <p:nvPr/>
            </p:nvSpPr>
            <p:spPr>
              <a:xfrm>
                <a:off x="7873848" y="4352896"/>
                <a:ext cx="460506" cy="460539"/>
              </a:xfrm>
              <a:custGeom>
                <a:avLst/>
                <a:gdLst/>
                <a:ahLst/>
                <a:cxnLst/>
                <a:rect l="l" t="t" r="r" b="b"/>
                <a:pathLst>
                  <a:path w="13675" h="13676" extrusionOk="0">
                    <a:moveTo>
                      <a:pt x="6489" y="0"/>
                    </a:moveTo>
                    <a:lnTo>
                      <a:pt x="6140" y="31"/>
                    </a:lnTo>
                    <a:lnTo>
                      <a:pt x="5791" y="76"/>
                    </a:lnTo>
                    <a:lnTo>
                      <a:pt x="5458" y="137"/>
                    </a:lnTo>
                    <a:lnTo>
                      <a:pt x="5124" y="212"/>
                    </a:lnTo>
                    <a:lnTo>
                      <a:pt x="4806" y="303"/>
                    </a:lnTo>
                    <a:lnTo>
                      <a:pt x="4488" y="410"/>
                    </a:lnTo>
                    <a:lnTo>
                      <a:pt x="4169" y="531"/>
                    </a:lnTo>
                    <a:lnTo>
                      <a:pt x="3866" y="667"/>
                    </a:lnTo>
                    <a:lnTo>
                      <a:pt x="3578" y="819"/>
                    </a:lnTo>
                    <a:lnTo>
                      <a:pt x="3290" y="986"/>
                    </a:lnTo>
                    <a:lnTo>
                      <a:pt x="3017" y="1168"/>
                    </a:lnTo>
                    <a:lnTo>
                      <a:pt x="2744" y="1349"/>
                    </a:lnTo>
                    <a:lnTo>
                      <a:pt x="2486" y="1562"/>
                    </a:lnTo>
                    <a:lnTo>
                      <a:pt x="2244" y="1774"/>
                    </a:lnTo>
                    <a:lnTo>
                      <a:pt x="2001" y="2001"/>
                    </a:lnTo>
                    <a:lnTo>
                      <a:pt x="1774" y="2244"/>
                    </a:lnTo>
                    <a:lnTo>
                      <a:pt x="1562" y="2487"/>
                    </a:lnTo>
                    <a:lnTo>
                      <a:pt x="1349" y="2744"/>
                    </a:lnTo>
                    <a:lnTo>
                      <a:pt x="1167" y="3017"/>
                    </a:lnTo>
                    <a:lnTo>
                      <a:pt x="986" y="3290"/>
                    </a:lnTo>
                    <a:lnTo>
                      <a:pt x="819" y="3578"/>
                    </a:lnTo>
                    <a:lnTo>
                      <a:pt x="667" y="3866"/>
                    </a:lnTo>
                    <a:lnTo>
                      <a:pt x="531" y="4169"/>
                    </a:lnTo>
                    <a:lnTo>
                      <a:pt x="409" y="4488"/>
                    </a:lnTo>
                    <a:lnTo>
                      <a:pt x="303" y="4806"/>
                    </a:lnTo>
                    <a:lnTo>
                      <a:pt x="212" y="5124"/>
                    </a:lnTo>
                    <a:lnTo>
                      <a:pt x="137" y="5458"/>
                    </a:lnTo>
                    <a:lnTo>
                      <a:pt x="76" y="5792"/>
                    </a:lnTo>
                    <a:lnTo>
                      <a:pt x="30" y="6140"/>
                    </a:lnTo>
                    <a:lnTo>
                      <a:pt x="0" y="6489"/>
                    </a:lnTo>
                    <a:lnTo>
                      <a:pt x="0" y="6838"/>
                    </a:lnTo>
                    <a:lnTo>
                      <a:pt x="0" y="7186"/>
                    </a:lnTo>
                    <a:lnTo>
                      <a:pt x="30" y="7535"/>
                    </a:lnTo>
                    <a:lnTo>
                      <a:pt x="76" y="7884"/>
                    </a:lnTo>
                    <a:lnTo>
                      <a:pt x="137" y="8217"/>
                    </a:lnTo>
                    <a:lnTo>
                      <a:pt x="212" y="8551"/>
                    </a:lnTo>
                    <a:lnTo>
                      <a:pt x="303" y="8869"/>
                    </a:lnTo>
                    <a:lnTo>
                      <a:pt x="409" y="9188"/>
                    </a:lnTo>
                    <a:lnTo>
                      <a:pt x="531" y="9506"/>
                    </a:lnTo>
                    <a:lnTo>
                      <a:pt x="667" y="9809"/>
                    </a:lnTo>
                    <a:lnTo>
                      <a:pt x="819" y="10097"/>
                    </a:lnTo>
                    <a:lnTo>
                      <a:pt x="986" y="10385"/>
                    </a:lnTo>
                    <a:lnTo>
                      <a:pt x="1167" y="10658"/>
                    </a:lnTo>
                    <a:lnTo>
                      <a:pt x="1349" y="10931"/>
                    </a:lnTo>
                    <a:lnTo>
                      <a:pt x="1562" y="11189"/>
                    </a:lnTo>
                    <a:lnTo>
                      <a:pt x="1774" y="11431"/>
                    </a:lnTo>
                    <a:lnTo>
                      <a:pt x="2001" y="11674"/>
                    </a:lnTo>
                    <a:lnTo>
                      <a:pt x="2244" y="11901"/>
                    </a:lnTo>
                    <a:lnTo>
                      <a:pt x="2486" y="12114"/>
                    </a:lnTo>
                    <a:lnTo>
                      <a:pt x="2744" y="12326"/>
                    </a:lnTo>
                    <a:lnTo>
                      <a:pt x="3017" y="12508"/>
                    </a:lnTo>
                    <a:lnTo>
                      <a:pt x="3290" y="12690"/>
                    </a:lnTo>
                    <a:lnTo>
                      <a:pt x="3578" y="12856"/>
                    </a:lnTo>
                    <a:lnTo>
                      <a:pt x="3866" y="13008"/>
                    </a:lnTo>
                    <a:lnTo>
                      <a:pt x="4169" y="13144"/>
                    </a:lnTo>
                    <a:lnTo>
                      <a:pt x="4488" y="13266"/>
                    </a:lnTo>
                    <a:lnTo>
                      <a:pt x="4806" y="13372"/>
                    </a:lnTo>
                    <a:lnTo>
                      <a:pt x="5124" y="13463"/>
                    </a:lnTo>
                    <a:lnTo>
                      <a:pt x="5458" y="13539"/>
                    </a:lnTo>
                    <a:lnTo>
                      <a:pt x="5791" y="13599"/>
                    </a:lnTo>
                    <a:lnTo>
                      <a:pt x="6140" y="13645"/>
                    </a:lnTo>
                    <a:lnTo>
                      <a:pt x="6489" y="13675"/>
                    </a:lnTo>
                    <a:lnTo>
                      <a:pt x="7186" y="13675"/>
                    </a:lnTo>
                    <a:lnTo>
                      <a:pt x="7535" y="13645"/>
                    </a:lnTo>
                    <a:lnTo>
                      <a:pt x="7884" y="13599"/>
                    </a:lnTo>
                    <a:lnTo>
                      <a:pt x="8217" y="13539"/>
                    </a:lnTo>
                    <a:lnTo>
                      <a:pt x="8551" y="13463"/>
                    </a:lnTo>
                    <a:lnTo>
                      <a:pt x="8869" y="13372"/>
                    </a:lnTo>
                    <a:lnTo>
                      <a:pt x="9187" y="13266"/>
                    </a:lnTo>
                    <a:lnTo>
                      <a:pt x="9506" y="13144"/>
                    </a:lnTo>
                    <a:lnTo>
                      <a:pt x="9809" y="13008"/>
                    </a:lnTo>
                    <a:lnTo>
                      <a:pt x="10097" y="12856"/>
                    </a:lnTo>
                    <a:lnTo>
                      <a:pt x="10385" y="12690"/>
                    </a:lnTo>
                    <a:lnTo>
                      <a:pt x="10658" y="12508"/>
                    </a:lnTo>
                    <a:lnTo>
                      <a:pt x="10931" y="12326"/>
                    </a:lnTo>
                    <a:lnTo>
                      <a:pt x="11189" y="12114"/>
                    </a:lnTo>
                    <a:lnTo>
                      <a:pt x="11431" y="11901"/>
                    </a:lnTo>
                    <a:lnTo>
                      <a:pt x="11674" y="11674"/>
                    </a:lnTo>
                    <a:lnTo>
                      <a:pt x="11901" y="11431"/>
                    </a:lnTo>
                    <a:lnTo>
                      <a:pt x="12113" y="11189"/>
                    </a:lnTo>
                    <a:lnTo>
                      <a:pt x="12311" y="10931"/>
                    </a:lnTo>
                    <a:lnTo>
                      <a:pt x="12508" y="10658"/>
                    </a:lnTo>
                    <a:lnTo>
                      <a:pt x="12690" y="10385"/>
                    </a:lnTo>
                    <a:lnTo>
                      <a:pt x="12856" y="10097"/>
                    </a:lnTo>
                    <a:lnTo>
                      <a:pt x="13008" y="9809"/>
                    </a:lnTo>
                    <a:lnTo>
                      <a:pt x="13144" y="9506"/>
                    </a:lnTo>
                    <a:lnTo>
                      <a:pt x="13266" y="9188"/>
                    </a:lnTo>
                    <a:lnTo>
                      <a:pt x="13372" y="8869"/>
                    </a:lnTo>
                    <a:lnTo>
                      <a:pt x="13463" y="8551"/>
                    </a:lnTo>
                    <a:lnTo>
                      <a:pt x="13539" y="8217"/>
                    </a:lnTo>
                    <a:lnTo>
                      <a:pt x="13599" y="7884"/>
                    </a:lnTo>
                    <a:lnTo>
                      <a:pt x="13645" y="7535"/>
                    </a:lnTo>
                    <a:lnTo>
                      <a:pt x="13675" y="7186"/>
                    </a:lnTo>
                    <a:lnTo>
                      <a:pt x="13675" y="6838"/>
                    </a:lnTo>
                    <a:lnTo>
                      <a:pt x="13675" y="6489"/>
                    </a:lnTo>
                    <a:lnTo>
                      <a:pt x="13645" y="6140"/>
                    </a:lnTo>
                    <a:lnTo>
                      <a:pt x="13599" y="5792"/>
                    </a:lnTo>
                    <a:lnTo>
                      <a:pt x="13539" y="5458"/>
                    </a:lnTo>
                    <a:lnTo>
                      <a:pt x="13463" y="5124"/>
                    </a:lnTo>
                    <a:lnTo>
                      <a:pt x="13372" y="4806"/>
                    </a:lnTo>
                    <a:lnTo>
                      <a:pt x="13266" y="4488"/>
                    </a:lnTo>
                    <a:lnTo>
                      <a:pt x="13144" y="4169"/>
                    </a:lnTo>
                    <a:lnTo>
                      <a:pt x="13008" y="3866"/>
                    </a:lnTo>
                    <a:lnTo>
                      <a:pt x="12856" y="3578"/>
                    </a:lnTo>
                    <a:lnTo>
                      <a:pt x="12690" y="3290"/>
                    </a:lnTo>
                    <a:lnTo>
                      <a:pt x="12508" y="3017"/>
                    </a:lnTo>
                    <a:lnTo>
                      <a:pt x="12311" y="2744"/>
                    </a:lnTo>
                    <a:lnTo>
                      <a:pt x="12113" y="2487"/>
                    </a:lnTo>
                    <a:lnTo>
                      <a:pt x="11901" y="2244"/>
                    </a:lnTo>
                    <a:lnTo>
                      <a:pt x="11674" y="2001"/>
                    </a:lnTo>
                    <a:lnTo>
                      <a:pt x="11431" y="1774"/>
                    </a:lnTo>
                    <a:lnTo>
                      <a:pt x="11189" y="1562"/>
                    </a:lnTo>
                    <a:lnTo>
                      <a:pt x="10931" y="1349"/>
                    </a:lnTo>
                    <a:lnTo>
                      <a:pt x="10658" y="1168"/>
                    </a:lnTo>
                    <a:lnTo>
                      <a:pt x="10385" y="986"/>
                    </a:lnTo>
                    <a:lnTo>
                      <a:pt x="10097" y="819"/>
                    </a:lnTo>
                    <a:lnTo>
                      <a:pt x="9809" y="667"/>
                    </a:lnTo>
                    <a:lnTo>
                      <a:pt x="9506" y="531"/>
                    </a:lnTo>
                    <a:lnTo>
                      <a:pt x="9187" y="410"/>
                    </a:lnTo>
                    <a:lnTo>
                      <a:pt x="8869" y="303"/>
                    </a:lnTo>
                    <a:lnTo>
                      <a:pt x="8551" y="212"/>
                    </a:lnTo>
                    <a:lnTo>
                      <a:pt x="8217" y="137"/>
                    </a:lnTo>
                    <a:lnTo>
                      <a:pt x="7884" y="76"/>
                    </a:lnTo>
                    <a:lnTo>
                      <a:pt x="7535" y="31"/>
                    </a:lnTo>
                    <a:lnTo>
                      <a:pt x="71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7873848" y="4352896"/>
                <a:ext cx="460506" cy="460539"/>
              </a:xfrm>
              <a:custGeom>
                <a:avLst/>
                <a:gdLst/>
                <a:ahLst/>
                <a:cxnLst/>
                <a:rect l="l" t="t" r="r" b="b"/>
                <a:pathLst>
                  <a:path w="13675" h="13676" fill="none" extrusionOk="0">
                    <a:moveTo>
                      <a:pt x="13675" y="6838"/>
                    </a:moveTo>
                    <a:lnTo>
                      <a:pt x="13675" y="6838"/>
                    </a:lnTo>
                    <a:lnTo>
                      <a:pt x="13675" y="7186"/>
                    </a:lnTo>
                    <a:lnTo>
                      <a:pt x="13645" y="7535"/>
                    </a:lnTo>
                    <a:lnTo>
                      <a:pt x="13599" y="7884"/>
                    </a:lnTo>
                    <a:lnTo>
                      <a:pt x="13539" y="8217"/>
                    </a:lnTo>
                    <a:lnTo>
                      <a:pt x="13463" y="8551"/>
                    </a:lnTo>
                    <a:lnTo>
                      <a:pt x="13372" y="8869"/>
                    </a:lnTo>
                    <a:lnTo>
                      <a:pt x="13266" y="9188"/>
                    </a:lnTo>
                    <a:lnTo>
                      <a:pt x="13144" y="9506"/>
                    </a:lnTo>
                    <a:lnTo>
                      <a:pt x="13008" y="9809"/>
                    </a:lnTo>
                    <a:lnTo>
                      <a:pt x="12856" y="10097"/>
                    </a:lnTo>
                    <a:lnTo>
                      <a:pt x="12690" y="10385"/>
                    </a:lnTo>
                    <a:lnTo>
                      <a:pt x="12508" y="10658"/>
                    </a:lnTo>
                    <a:lnTo>
                      <a:pt x="12311" y="10931"/>
                    </a:lnTo>
                    <a:lnTo>
                      <a:pt x="12113" y="11189"/>
                    </a:lnTo>
                    <a:lnTo>
                      <a:pt x="11901" y="11431"/>
                    </a:lnTo>
                    <a:lnTo>
                      <a:pt x="11674" y="11674"/>
                    </a:lnTo>
                    <a:lnTo>
                      <a:pt x="11431" y="11901"/>
                    </a:lnTo>
                    <a:lnTo>
                      <a:pt x="11189" y="12114"/>
                    </a:lnTo>
                    <a:lnTo>
                      <a:pt x="10931" y="12326"/>
                    </a:lnTo>
                    <a:lnTo>
                      <a:pt x="10658" y="12508"/>
                    </a:lnTo>
                    <a:lnTo>
                      <a:pt x="10385" y="12690"/>
                    </a:lnTo>
                    <a:lnTo>
                      <a:pt x="10097" y="12856"/>
                    </a:lnTo>
                    <a:lnTo>
                      <a:pt x="9809" y="13008"/>
                    </a:lnTo>
                    <a:lnTo>
                      <a:pt x="9506" y="13144"/>
                    </a:lnTo>
                    <a:lnTo>
                      <a:pt x="9187" y="13266"/>
                    </a:lnTo>
                    <a:lnTo>
                      <a:pt x="8869" y="13372"/>
                    </a:lnTo>
                    <a:lnTo>
                      <a:pt x="8551" y="13463"/>
                    </a:lnTo>
                    <a:lnTo>
                      <a:pt x="8217" y="13539"/>
                    </a:lnTo>
                    <a:lnTo>
                      <a:pt x="7884" y="13599"/>
                    </a:lnTo>
                    <a:lnTo>
                      <a:pt x="7535" y="13645"/>
                    </a:lnTo>
                    <a:lnTo>
                      <a:pt x="7186" y="13675"/>
                    </a:lnTo>
                    <a:lnTo>
                      <a:pt x="6838" y="13675"/>
                    </a:lnTo>
                    <a:lnTo>
                      <a:pt x="6838" y="13675"/>
                    </a:lnTo>
                    <a:lnTo>
                      <a:pt x="6489" y="13675"/>
                    </a:lnTo>
                    <a:lnTo>
                      <a:pt x="6140" y="13645"/>
                    </a:lnTo>
                    <a:lnTo>
                      <a:pt x="5791" y="13599"/>
                    </a:lnTo>
                    <a:lnTo>
                      <a:pt x="5458" y="13539"/>
                    </a:lnTo>
                    <a:lnTo>
                      <a:pt x="5124" y="13463"/>
                    </a:lnTo>
                    <a:lnTo>
                      <a:pt x="4806" y="13372"/>
                    </a:lnTo>
                    <a:lnTo>
                      <a:pt x="4488" y="13266"/>
                    </a:lnTo>
                    <a:lnTo>
                      <a:pt x="4169" y="13144"/>
                    </a:lnTo>
                    <a:lnTo>
                      <a:pt x="3866" y="13008"/>
                    </a:lnTo>
                    <a:lnTo>
                      <a:pt x="3578" y="12856"/>
                    </a:lnTo>
                    <a:lnTo>
                      <a:pt x="3290" y="12690"/>
                    </a:lnTo>
                    <a:lnTo>
                      <a:pt x="3017" y="12508"/>
                    </a:lnTo>
                    <a:lnTo>
                      <a:pt x="2744" y="12326"/>
                    </a:lnTo>
                    <a:lnTo>
                      <a:pt x="2486" y="12114"/>
                    </a:lnTo>
                    <a:lnTo>
                      <a:pt x="2244" y="11901"/>
                    </a:lnTo>
                    <a:lnTo>
                      <a:pt x="2001" y="11674"/>
                    </a:lnTo>
                    <a:lnTo>
                      <a:pt x="1774" y="11431"/>
                    </a:lnTo>
                    <a:lnTo>
                      <a:pt x="1562" y="11189"/>
                    </a:lnTo>
                    <a:lnTo>
                      <a:pt x="1349" y="10931"/>
                    </a:lnTo>
                    <a:lnTo>
                      <a:pt x="1167" y="10658"/>
                    </a:lnTo>
                    <a:lnTo>
                      <a:pt x="986" y="10385"/>
                    </a:lnTo>
                    <a:lnTo>
                      <a:pt x="819" y="10097"/>
                    </a:lnTo>
                    <a:lnTo>
                      <a:pt x="667" y="9809"/>
                    </a:lnTo>
                    <a:lnTo>
                      <a:pt x="531" y="9506"/>
                    </a:lnTo>
                    <a:lnTo>
                      <a:pt x="409" y="9188"/>
                    </a:lnTo>
                    <a:lnTo>
                      <a:pt x="303" y="8869"/>
                    </a:lnTo>
                    <a:lnTo>
                      <a:pt x="212" y="8551"/>
                    </a:lnTo>
                    <a:lnTo>
                      <a:pt x="137" y="8217"/>
                    </a:lnTo>
                    <a:lnTo>
                      <a:pt x="76" y="7884"/>
                    </a:lnTo>
                    <a:lnTo>
                      <a:pt x="30" y="7535"/>
                    </a:lnTo>
                    <a:lnTo>
                      <a:pt x="0" y="7186"/>
                    </a:lnTo>
                    <a:lnTo>
                      <a:pt x="0" y="6838"/>
                    </a:lnTo>
                    <a:lnTo>
                      <a:pt x="0" y="6838"/>
                    </a:lnTo>
                    <a:lnTo>
                      <a:pt x="0" y="6489"/>
                    </a:lnTo>
                    <a:lnTo>
                      <a:pt x="30" y="6140"/>
                    </a:lnTo>
                    <a:lnTo>
                      <a:pt x="76" y="5792"/>
                    </a:lnTo>
                    <a:lnTo>
                      <a:pt x="137" y="5458"/>
                    </a:lnTo>
                    <a:lnTo>
                      <a:pt x="212" y="5124"/>
                    </a:lnTo>
                    <a:lnTo>
                      <a:pt x="303" y="4806"/>
                    </a:lnTo>
                    <a:lnTo>
                      <a:pt x="409" y="4488"/>
                    </a:lnTo>
                    <a:lnTo>
                      <a:pt x="531" y="4169"/>
                    </a:lnTo>
                    <a:lnTo>
                      <a:pt x="667" y="3866"/>
                    </a:lnTo>
                    <a:lnTo>
                      <a:pt x="819" y="3578"/>
                    </a:lnTo>
                    <a:lnTo>
                      <a:pt x="986" y="3290"/>
                    </a:lnTo>
                    <a:lnTo>
                      <a:pt x="1167" y="3017"/>
                    </a:lnTo>
                    <a:lnTo>
                      <a:pt x="1349" y="2744"/>
                    </a:lnTo>
                    <a:lnTo>
                      <a:pt x="1562" y="2487"/>
                    </a:lnTo>
                    <a:lnTo>
                      <a:pt x="1774" y="2244"/>
                    </a:lnTo>
                    <a:lnTo>
                      <a:pt x="2001" y="2001"/>
                    </a:lnTo>
                    <a:lnTo>
                      <a:pt x="2244" y="1774"/>
                    </a:lnTo>
                    <a:lnTo>
                      <a:pt x="2486" y="1562"/>
                    </a:lnTo>
                    <a:lnTo>
                      <a:pt x="2744" y="1349"/>
                    </a:lnTo>
                    <a:lnTo>
                      <a:pt x="3017" y="1168"/>
                    </a:lnTo>
                    <a:lnTo>
                      <a:pt x="3290" y="986"/>
                    </a:lnTo>
                    <a:lnTo>
                      <a:pt x="3578" y="819"/>
                    </a:lnTo>
                    <a:lnTo>
                      <a:pt x="3866" y="667"/>
                    </a:lnTo>
                    <a:lnTo>
                      <a:pt x="4169" y="531"/>
                    </a:lnTo>
                    <a:lnTo>
                      <a:pt x="4488" y="410"/>
                    </a:lnTo>
                    <a:lnTo>
                      <a:pt x="4806" y="303"/>
                    </a:lnTo>
                    <a:lnTo>
                      <a:pt x="5124" y="212"/>
                    </a:lnTo>
                    <a:lnTo>
                      <a:pt x="5458" y="137"/>
                    </a:lnTo>
                    <a:lnTo>
                      <a:pt x="5791" y="76"/>
                    </a:lnTo>
                    <a:lnTo>
                      <a:pt x="6140" y="31"/>
                    </a:lnTo>
                    <a:lnTo>
                      <a:pt x="6489" y="0"/>
                    </a:lnTo>
                    <a:lnTo>
                      <a:pt x="6838" y="0"/>
                    </a:lnTo>
                    <a:lnTo>
                      <a:pt x="6838" y="0"/>
                    </a:lnTo>
                    <a:lnTo>
                      <a:pt x="7186" y="0"/>
                    </a:lnTo>
                    <a:lnTo>
                      <a:pt x="7535" y="31"/>
                    </a:lnTo>
                    <a:lnTo>
                      <a:pt x="7884" y="76"/>
                    </a:lnTo>
                    <a:lnTo>
                      <a:pt x="8217" y="137"/>
                    </a:lnTo>
                    <a:lnTo>
                      <a:pt x="8551" y="212"/>
                    </a:lnTo>
                    <a:lnTo>
                      <a:pt x="8869" y="303"/>
                    </a:lnTo>
                    <a:lnTo>
                      <a:pt x="9187" y="410"/>
                    </a:lnTo>
                    <a:lnTo>
                      <a:pt x="9506" y="531"/>
                    </a:lnTo>
                    <a:lnTo>
                      <a:pt x="9809" y="667"/>
                    </a:lnTo>
                    <a:lnTo>
                      <a:pt x="10097" y="819"/>
                    </a:lnTo>
                    <a:lnTo>
                      <a:pt x="10385" y="986"/>
                    </a:lnTo>
                    <a:lnTo>
                      <a:pt x="10658" y="1168"/>
                    </a:lnTo>
                    <a:lnTo>
                      <a:pt x="10931" y="1349"/>
                    </a:lnTo>
                    <a:lnTo>
                      <a:pt x="11189" y="1562"/>
                    </a:lnTo>
                    <a:lnTo>
                      <a:pt x="11431" y="1774"/>
                    </a:lnTo>
                    <a:lnTo>
                      <a:pt x="11674" y="2001"/>
                    </a:lnTo>
                    <a:lnTo>
                      <a:pt x="11901" y="2244"/>
                    </a:lnTo>
                    <a:lnTo>
                      <a:pt x="12113" y="2487"/>
                    </a:lnTo>
                    <a:lnTo>
                      <a:pt x="12311" y="2744"/>
                    </a:lnTo>
                    <a:lnTo>
                      <a:pt x="12508" y="3017"/>
                    </a:lnTo>
                    <a:lnTo>
                      <a:pt x="12690" y="3290"/>
                    </a:lnTo>
                    <a:lnTo>
                      <a:pt x="12856" y="3578"/>
                    </a:lnTo>
                    <a:lnTo>
                      <a:pt x="13008" y="3866"/>
                    </a:lnTo>
                    <a:lnTo>
                      <a:pt x="13144" y="4169"/>
                    </a:lnTo>
                    <a:lnTo>
                      <a:pt x="13266" y="4488"/>
                    </a:lnTo>
                    <a:lnTo>
                      <a:pt x="13372" y="4806"/>
                    </a:lnTo>
                    <a:lnTo>
                      <a:pt x="13463" y="5124"/>
                    </a:lnTo>
                    <a:lnTo>
                      <a:pt x="13539" y="5458"/>
                    </a:lnTo>
                    <a:lnTo>
                      <a:pt x="13599" y="5792"/>
                    </a:lnTo>
                    <a:lnTo>
                      <a:pt x="13645" y="6140"/>
                    </a:lnTo>
                    <a:lnTo>
                      <a:pt x="13675" y="6489"/>
                    </a:lnTo>
                    <a:lnTo>
                      <a:pt x="13675" y="683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7877923" y="4367174"/>
                <a:ext cx="452356" cy="442153"/>
              </a:xfrm>
              <a:custGeom>
                <a:avLst/>
                <a:gdLst/>
                <a:ahLst/>
                <a:cxnLst/>
                <a:rect l="l" t="t" r="r" b="b"/>
                <a:pathLst>
                  <a:path w="13433" h="13130" extrusionOk="0">
                    <a:moveTo>
                      <a:pt x="4700" y="1"/>
                    </a:moveTo>
                    <a:lnTo>
                      <a:pt x="4442" y="92"/>
                    </a:lnTo>
                    <a:lnTo>
                      <a:pt x="4185" y="183"/>
                    </a:lnTo>
                    <a:lnTo>
                      <a:pt x="3942" y="289"/>
                    </a:lnTo>
                    <a:lnTo>
                      <a:pt x="3715" y="410"/>
                    </a:lnTo>
                    <a:lnTo>
                      <a:pt x="3472" y="531"/>
                    </a:lnTo>
                    <a:lnTo>
                      <a:pt x="3245" y="653"/>
                    </a:lnTo>
                    <a:lnTo>
                      <a:pt x="3033" y="804"/>
                    </a:lnTo>
                    <a:lnTo>
                      <a:pt x="2805" y="941"/>
                    </a:lnTo>
                    <a:lnTo>
                      <a:pt x="2608" y="1107"/>
                    </a:lnTo>
                    <a:lnTo>
                      <a:pt x="2396" y="1274"/>
                    </a:lnTo>
                    <a:lnTo>
                      <a:pt x="2199" y="1441"/>
                    </a:lnTo>
                    <a:lnTo>
                      <a:pt x="2017" y="1623"/>
                    </a:lnTo>
                    <a:lnTo>
                      <a:pt x="1835" y="1805"/>
                    </a:lnTo>
                    <a:lnTo>
                      <a:pt x="1653" y="2002"/>
                    </a:lnTo>
                    <a:lnTo>
                      <a:pt x="1486" y="2199"/>
                    </a:lnTo>
                    <a:lnTo>
                      <a:pt x="1319" y="2411"/>
                    </a:lnTo>
                    <a:lnTo>
                      <a:pt x="1168" y="2623"/>
                    </a:lnTo>
                    <a:lnTo>
                      <a:pt x="1031" y="2836"/>
                    </a:lnTo>
                    <a:lnTo>
                      <a:pt x="895" y="3063"/>
                    </a:lnTo>
                    <a:lnTo>
                      <a:pt x="758" y="3291"/>
                    </a:lnTo>
                    <a:lnTo>
                      <a:pt x="652" y="3533"/>
                    </a:lnTo>
                    <a:lnTo>
                      <a:pt x="531" y="3776"/>
                    </a:lnTo>
                    <a:lnTo>
                      <a:pt x="440" y="4018"/>
                    </a:lnTo>
                    <a:lnTo>
                      <a:pt x="349" y="4261"/>
                    </a:lnTo>
                    <a:lnTo>
                      <a:pt x="258" y="4519"/>
                    </a:lnTo>
                    <a:lnTo>
                      <a:pt x="198" y="4776"/>
                    </a:lnTo>
                    <a:lnTo>
                      <a:pt x="137" y="5049"/>
                    </a:lnTo>
                    <a:lnTo>
                      <a:pt x="91" y="5307"/>
                    </a:lnTo>
                    <a:lnTo>
                      <a:pt x="46" y="5580"/>
                    </a:lnTo>
                    <a:lnTo>
                      <a:pt x="16" y="5853"/>
                    </a:lnTo>
                    <a:lnTo>
                      <a:pt x="0" y="6141"/>
                    </a:lnTo>
                    <a:lnTo>
                      <a:pt x="0" y="6414"/>
                    </a:lnTo>
                    <a:lnTo>
                      <a:pt x="0" y="6762"/>
                    </a:lnTo>
                    <a:lnTo>
                      <a:pt x="31" y="7096"/>
                    </a:lnTo>
                    <a:lnTo>
                      <a:pt x="76" y="7429"/>
                    </a:lnTo>
                    <a:lnTo>
                      <a:pt x="137" y="7763"/>
                    </a:lnTo>
                    <a:lnTo>
                      <a:pt x="213" y="8096"/>
                    </a:lnTo>
                    <a:lnTo>
                      <a:pt x="304" y="8415"/>
                    </a:lnTo>
                    <a:lnTo>
                      <a:pt x="410" y="8718"/>
                    </a:lnTo>
                    <a:lnTo>
                      <a:pt x="516" y="9021"/>
                    </a:lnTo>
                    <a:lnTo>
                      <a:pt x="652" y="9324"/>
                    </a:lnTo>
                    <a:lnTo>
                      <a:pt x="804" y="9613"/>
                    </a:lnTo>
                    <a:lnTo>
                      <a:pt x="971" y="9901"/>
                    </a:lnTo>
                    <a:lnTo>
                      <a:pt x="1137" y="10173"/>
                    </a:lnTo>
                    <a:lnTo>
                      <a:pt x="1335" y="10431"/>
                    </a:lnTo>
                    <a:lnTo>
                      <a:pt x="1532" y="10689"/>
                    </a:lnTo>
                    <a:lnTo>
                      <a:pt x="1744" y="10931"/>
                    </a:lnTo>
                    <a:lnTo>
                      <a:pt x="1971" y="11159"/>
                    </a:lnTo>
                    <a:lnTo>
                      <a:pt x="2199" y="11386"/>
                    </a:lnTo>
                    <a:lnTo>
                      <a:pt x="2441" y="11599"/>
                    </a:lnTo>
                    <a:lnTo>
                      <a:pt x="2699" y="11796"/>
                    </a:lnTo>
                    <a:lnTo>
                      <a:pt x="2957" y="11993"/>
                    </a:lnTo>
                    <a:lnTo>
                      <a:pt x="3230" y="12159"/>
                    </a:lnTo>
                    <a:lnTo>
                      <a:pt x="3518" y="12326"/>
                    </a:lnTo>
                    <a:lnTo>
                      <a:pt x="3806" y="12478"/>
                    </a:lnTo>
                    <a:lnTo>
                      <a:pt x="4109" y="12599"/>
                    </a:lnTo>
                    <a:lnTo>
                      <a:pt x="4412" y="12720"/>
                    </a:lnTo>
                    <a:lnTo>
                      <a:pt x="4715" y="12827"/>
                    </a:lnTo>
                    <a:lnTo>
                      <a:pt x="5034" y="12918"/>
                    </a:lnTo>
                    <a:lnTo>
                      <a:pt x="5367" y="12993"/>
                    </a:lnTo>
                    <a:lnTo>
                      <a:pt x="5701" y="13054"/>
                    </a:lnTo>
                    <a:lnTo>
                      <a:pt x="6034" y="13099"/>
                    </a:lnTo>
                    <a:lnTo>
                      <a:pt x="6368" y="13130"/>
                    </a:lnTo>
                    <a:lnTo>
                      <a:pt x="7065" y="13130"/>
                    </a:lnTo>
                    <a:lnTo>
                      <a:pt x="7399" y="13099"/>
                    </a:lnTo>
                    <a:lnTo>
                      <a:pt x="7732" y="13054"/>
                    </a:lnTo>
                    <a:lnTo>
                      <a:pt x="8066" y="12993"/>
                    </a:lnTo>
                    <a:lnTo>
                      <a:pt x="8399" y="12918"/>
                    </a:lnTo>
                    <a:lnTo>
                      <a:pt x="8718" y="12827"/>
                    </a:lnTo>
                    <a:lnTo>
                      <a:pt x="9021" y="12720"/>
                    </a:lnTo>
                    <a:lnTo>
                      <a:pt x="9324" y="12599"/>
                    </a:lnTo>
                    <a:lnTo>
                      <a:pt x="9627" y="12478"/>
                    </a:lnTo>
                    <a:lnTo>
                      <a:pt x="9915" y="12326"/>
                    </a:lnTo>
                    <a:lnTo>
                      <a:pt x="10203" y="12159"/>
                    </a:lnTo>
                    <a:lnTo>
                      <a:pt x="10476" y="11993"/>
                    </a:lnTo>
                    <a:lnTo>
                      <a:pt x="10734" y="11796"/>
                    </a:lnTo>
                    <a:lnTo>
                      <a:pt x="10992" y="11599"/>
                    </a:lnTo>
                    <a:lnTo>
                      <a:pt x="11234" y="11386"/>
                    </a:lnTo>
                    <a:lnTo>
                      <a:pt x="11462" y="11159"/>
                    </a:lnTo>
                    <a:lnTo>
                      <a:pt x="11689" y="10931"/>
                    </a:lnTo>
                    <a:lnTo>
                      <a:pt x="11901" y="10689"/>
                    </a:lnTo>
                    <a:lnTo>
                      <a:pt x="12099" y="10431"/>
                    </a:lnTo>
                    <a:lnTo>
                      <a:pt x="12280" y="10173"/>
                    </a:lnTo>
                    <a:lnTo>
                      <a:pt x="12462" y="9901"/>
                    </a:lnTo>
                    <a:lnTo>
                      <a:pt x="12629" y="9613"/>
                    </a:lnTo>
                    <a:lnTo>
                      <a:pt x="12781" y="9324"/>
                    </a:lnTo>
                    <a:lnTo>
                      <a:pt x="12902" y="9021"/>
                    </a:lnTo>
                    <a:lnTo>
                      <a:pt x="13023" y="8718"/>
                    </a:lnTo>
                    <a:lnTo>
                      <a:pt x="13129" y="8415"/>
                    </a:lnTo>
                    <a:lnTo>
                      <a:pt x="13220" y="8096"/>
                    </a:lnTo>
                    <a:lnTo>
                      <a:pt x="13296" y="7763"/>
                    </a:lnTo>
                    <a:lnTo>
                      <a:pt x="13357" y="7429"/>
                    </a:lnTo>
                    <a:lnTo>
                      <a:pt x="13402" y="7096"/>
                    </a:lnTo>
                    <a:lnTo>
                      <a:pt x="13433" y="6762"/>
                    </a:lnTo>
                    <a:lnTo>
                      <a:pt x="13433" y="6414"/>
                    </a:lnTo>
                    <a:lnTo>
                      <a:pt x="13433" y="6050"/>
                    </a:lnTo>
                    <a:lnTo>
                      <a:pt x="13402" y="5686"/>
                    </a:lnTo>
                    <a:lnTo>
                      <a:pt x="13342" y="5322"/>
                    </a:lnTo>
                    <a:lnTo>
                      <a:pt x="13281" y="4973"/>
                    </a:lnTo>
                    <a:lnTo>
                      <a:pt x="13160" y="5383"/>
                    </a:lnTo>
                    <a:lnTo>
                      <a:pt x="13008" y="5777"/>
                    </a:lnTo>
                    <a:lnTo>
                      <a:pt x="12811" y="6156"/>
                    </a:lnTo>
                    <a:lnTo>
                      <a:pt x="12599" y="6520"/>
                    </a:lnTo>
                    <a:lnTo>
                      <a:pt x="12356" y="6868"/>
                    </a:lnTo>
                    <a:lnTo>
                      <a:pt x="12083" y="7187"/>
                    </a:lnTo>
                    <a:lnTo>
                      <a:pt x="11795" y="7475"/>
                    </a:lnTo>
                    <a:lnTo>
                      <a:pt x="11477" y="7748"/>
                    </a:lnTo>
                    <a:lnTo>
                      <a:pt x="11128" y="8005"/>
                    </a:lnTo>
                    <a:lnTo>
                      <a:pt x="10764" y="8218"/>
                    </a:lnTo>
                    <a:lnTo>
                      <a:pt x="10385" y="8415"/>
                    </a:lnTo>
                    <a:lnTo>
                      <a:pt x="9991" y="8566"/>
                    </a:lnTo>
                    <a:lnTo>
                      <a:pt x="9582" y="8688"/>
                    </a:lnTo>
                    <a:lnTo>
                      <a:pt x="9370" y="8748"/>
                    </a:lnTo>
                    <a:lnTo>
                      <a:pt x="9157" y="8794"/>
                    </a:lnTo>
                    <a:lnTo>
                      <a:pt x="8945" y="8824"/>
                    </a:lnTo>
                    <a:lnTo>
                      <a:pt x="8733" y="8839"/>
                    </a:lnTo>
                    <a:lnTo>
                      <a:pt x="8505" y="8854"/>
                    </a:lnTo>
                    <a:lnTo>
                      <a:pt x="8020" y="8854"/>
                    </a:lnTo>
                    <a:lnTo>
                      <a:pt x="7747" y="8839"/>
                    </a:lnTo>
                    <a:lnTo>
                      <a:pt x="7490" y="8809"/>
                    </a:lnTo>
                    <a:lnTo>
                      <a:pt x="7247" y="8764"/>
                    </a:lnTo>
                    <a:lnTo>
                      <a:pt x="6989" y="8703"/>
                    </a:lnTo>
                    <a:lnTo>
                      <a:pt x="6747" y="8627"/>
                    </a:lnTo>
                    <a:lnTo>
                      <a:pt x="6504" y="8551"/>
                    </a:lnTo>
                    <a:lnTo>
                      <a:pt x="6277" y="8460"/>
                    </a:lnTo>
                    <a:lnTo>
                      <a:pt x="6049" y="8354"/>
                    </a:lnTo>
                    <a:lnTo>
                      <a:pt x="5822" y="8233"/>
                    </a:lnTo>
                    <a:lnTo>
                      <a:pt x="5610" y="8112"/>
                    </a:lnTo>
                    <a:lnTo>
                      <a:pt x="5398" y="7975"/>
                    </a:lnTo>
                    <a:lnTo>
                      <a:pt x="5200" y="7839"/>
                    </a:lnTo>
                    <a:lnTo>
                      <a:pt x="5003" y="7687"/>
                    </a:lnTo>
                    <a:lnTo>
                      <a:pt x="4821" y="7520"/>
                    </a:lnTo>
                    <a:lnTo>
                      <a:pt x="4640" y="7354"/>
                    </a:lnTo>
                    <a:lnTo>
                      <a:pt x="4458" y="7172"/>
                    </a:lnTo>
                    <a:lnTo>
                      <a:pt x="4306" y="6990"/>
                    </a:lnTo>
                    <a:lnTo>
                      <a:pt x="4154" y="6793"/>
                    </a:lnTo>
                    <a:lnTo>
                      <a:pt x="4003" y="6580"/>
                    </a:lnTo>
                    <a:lnTo>
                      <a:pt x="3866" y="6383"/>
                    </a:lnTo>
                    <a:lnTo>
                      <a:pt x="3745" y="6156"/>
                    </a:lnTo>
                    <a:lnTo>
                      <a:pt x="3639" y="5944"/>
                    </a:lnTo>
                    <a:lnTo>
                      <a:pt x="3533" y="5716"/>
                    </a:lnTo>
                    <a:lnTo>
                      <a:pt x="3442" y="5474"/>
                    </a:lnTo>
                    <a:lnTo>
                      <a:pt x="3351" y="5231"/>
                    </a:lnTo>
                    <a:lnTo>
                      <a:pt x="3290" y="4989"/>
                    </a:lnTo>
                    <a:lnTo>
                      <a:pt x="3230" y="4746"/>
                    </a:lnTo>
                    <a:lnTo>
                      <a:pt x="3184" y="4488"/>
                    </a:lnTo>
                    <a:lnTo>
                      <a:pt x="3154" y="4230"/>
                    </a:lnTo>
                    <a:lnTo>
                      <a:pt x="3123" y="3973"/>
                    </a:lnTo>
                    <a:lnTo>
                      <a:pt x="3123" y="3700"/>
                    </a:lnTo>
                    <a:lnTo>
                      <a:pt x="3123" y="3427"/>
                    </a:lnTo>
                    <a:lnTo>
                      <a:pt x="3154" y="3169"/>
                    </a:lnTo>
                    <a:lnTo>
                      <a:pt x="3184" y="2912"/>
                    </a:lnTo>
                    <a:lnTo>
                      <a:pt x="3230" y="2654"/>
                    </a:lnTo>
                    <a:lnTo>
                      <a:pt x="3290" y="2396"/>
                    </a:lnTo>
                    <a:lnTo>
                      <a:pt x="3366" y="2138"/>
                    </a:lnTo>
                    <a:lnTo>
                      <a:pt x="3442" y="1896"/>
                    </a:lnTo>
                    <a:lnTo>
                      <a:pt x="3548" y="1668"/>
                    </a:lnTo>
                    <a:lnTo>
                      <a:pt x="3654" y="1426"/>
                    </a:lnTo>
                    <a:lnTo>
                      <a:pt x="3775" y="1198"/>
                    </a:lnTo>
                    <a:lnTo>
                      <a:pt x="3897" y="986"/>
                    </a:lnTo>
                    <a:lnTo>
                      <a:pt x="4033" y="774"/>
                    </a:lnTo>
                    <a:lnTo>
                      <a:pt x="4185" y="577"/>
                    </a:lnTo>
                    <a:lnTo>
                      <a:pt x="4352" y="380"/>
                    </a:lnTo>
                    <a:lnTo>
                      <a:pt x="4518" y="183"/>
                    </a:lnTo>
                    <a:lnTo>
                      <a:pt x="4700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7877923" y="4367174"/>
                <a:ext cx="452356" cy="442153"/>
              </a:xfrm>
              <a:custGeom>
                <a:avLst/>
                <a:gdLst/>
                <a:ahLst/>
                <a:cxnLst/>
                <a:rect l="l" t="t" r="r" b="b"/>
                <a:pathLst>
                  <a:path w="13433" h="13130" fill="none" extrusionOk="0">
                    <a:moveTo>
                      <a:pt x="4700" y="1"/>
                    </a:moveTo>
                    <a:lnTo>
                      <a:pt x="4700" y="1"/>
                    </a:lnTo>
                    <a:lnTo>
                      <a:pt x="4442" y="92"/>
                    </a:lnTo>
                    <a:lnTo>
                      <a:pt x="4185" y="183"/>
                    </a:lnTo>
                    <a:lnTo>
                      <a:pt x="3942" y="289"/>
                    </a:lnTo>
                    <a:lnTo>
                      <a:pt x="3715" y="410"/>
                    </a:lnTo>
                    <a:lnTo>
                      <a:pt x="3472" y="531"/>
                    </a:lnTo>
                    <a:lnTo>
                      <a:pt x="3245" y="653"/>
                    </a:lnTo>
                    <a:lnTo>
                      <a:pt x="3033" y="804"/>
                    </a:lnTo>
                    <a:lnTo>
                      <a:pt x="2805" y="941"/>
                    </a:lnTo>
                    <a:lnTo>
                      <a:pt x="2608" y="1107"/>
                    </a:lnTo>
                    <a:lnTo>
                      <a:pt x="2396" y="1274"/>
                    </a:lnTo>
                    <a:lnTo>
                      <a:pt x="2199" y="1441"/>
                    </a:lnTo>
                    <a:lnTo>
                      <a:pt x="2017" y="1623"/>
                    </a:lnTo>
                    <a:lnTo>
                      <a:pt x="1835" y="1805"/>
                    </a:lnTo>
                    <a:lnTo>
                      <a:pt x="1653" y="2002"/>
                    </a:lnTo>
                    <a:lnTo>
                      <a:pt x="1486" y="2199"/>
                    </a:lnTo>
                    <a:lnTo>
                      <a:pt x="1319" y="2411"/>
                    </a:lnTo>
                    <a:lnTo>
                      <a:pt x="1168" y="2623"/>
                    </a:lnTo>
                    <a:lnTo>
                      <a:pt x="1031" y="2836"/>
                    </a:lnTo>
                    <a:lnTo>
                      <a:pt x="895" y="3063"/>
                    </a:lnTo>
                    <a:lnTo>
                      <a:pt x="758" y="3291"/>
                    </a:lnTo>
                    <a:lnTo>
                      <a:pt x="652" y="3533"/>
                    </a:lnTo>
                    <a:lnTo>
                      <a:pt x="531" y="3776"/>
                    </a:lnTo>
                    <a:lnTo>
                      <a:pt x="440" y="4018"/>
                    </a:lnTo>
                    <a:lnTo>
                      <a:pt x="349" y="4261"/>
                    </a:lnTo>
                    <a:lnTo>
                      <a:pt x="258" y="4519"/>
                    </a:lnTo>
                    <a:lnTo>
                      <a:pt x="198" y="4776"/>
                    </a:lnTo>
                    <a:lnTo>
                      <a:pt x="137" y="5049"/>
                    </a:lnTo>
                    <a:lnTo>
                      <a:pt x="91" y="5307"/>
                    </a:lnTo>
                    <a:lnTo>
                      <a:pt x="46" y="5580"/>
                    </a:lnTo>
                    <a:lnTo>
                      <a:pt x="16" y="5853"/>
                    </a:lnTo>
                    <a:lnTo>
                      <a:pt x="0" y="6141"/>
                    </a:lnTo>
                    <a:lnTo>
                      <a:pt x="0" y="6414"/>
                    </a:lnTo>
                    <a:lnTo>
                      <a:pt x="0" y="6414"/>
                    </a:lnTo>
                    <a:lnTo>
                      <a:pt x="0" y="6762"/>
                    </a:lnTo>
                    <a:lnTo>
                      <a:pt x="31" y="7096"/>
                    </a:lnTo>
                    <a:lnTo>
                      <a:pt x="76" y="7429"/>
                    </a:lnTo>
                    <a:lnTo>
                      <a:pt x="137" y="7763"/>
                    </a:lnTo>
                    <a:lnTo>
                      <a:pt x="213" y="8096"/>
                    </a:lnTo>
                    <a:lnTo>
                      <a:pt x="304" y="8415"/>
                    </a:lnTo>
                    <a:lnTo>
                      <a:pt x="410" y="8718"/>
                    </a:lnTo>
                    <a:lnTo>
                      <a:pt x="516" y="9021"/>
                    </a:lnTo>
                    <a:lnTo>
                      <a:pt x="652" y="9324"/>
                    </a:lnTo>
                    <a:lnTo>
                      <a:pt x="804" y="9613"/>
                    </a:lnTo>
                    <a:lnTo>
                      <a:pt x="971" y="9901"/>
                    </a:lnTo>
                    <a:lnTo>
                      <a:pt x="1137" y="10173"/>
                    </a:lnTo>
                    <a:lnTo>
                      <a:pt x="1335" y="10431"/>
                    </a:lnTo>
                    <a:lnTo>
                      <a:pt x="1532" y="10689"/>
                    </a:lnTo>
                    <a:lnTo>
                      <a:pt x="1744" y="10931"/>
                    </a:lnTo>
                    <a:lnTo>
                      <a:pt x="1971" y="11159"/>
                    </a:lnTo>
                    <a:lnTo>
                      <a:pt x="2199" y="11386"/>
                    </a:lnTo>
                    <a:lnTo>
                      <a:pt x="2441" y="11599"/>
                    </a:lnTo>
                    <a:lnTo>
                      <a:pt x="2699" y="11796"/>
                    </a:lnTo>
                    <a:lnTo>
                      <a:pt x="2957" y="11993"/>
                    </a:lnTo>
                    <a:lnTo>
                      <a:pt x="3230" y="12159"/>
                    </a:lnTo>
                    <a:lnTo>
                      <a:pt x="3518" y="12326"/>
                    </a:lnTo>
                    <a:lnTo>
                      <a:pt x="3806" y="12478"/>
                    </a:lnTo>
                    <a:lnTo>
                      <a:pt x="4109" y="12599"/>
                    </a:lnTo>
                    <a:lnTo>
                      <a:pt x="4412" y="12720"/>
                    </a:lnTo>
                    <a:lnTo>
                      <a:pt x="4715" y="12827"/>
                    </a:lnTo>
                    <a:lnTo>
                      <a:pt x="5034" y="12918"/>
                    </a:lnTo>
                    <a:lnTo>
                      <a:pt x="5367" y="12993"/>
                    </a:lnTo>
                    <a:lnTo>
                      <a:pt x="5701" y="13054"/>
                    </a:lnTo>
                    <a:lnTo>
                      <a:pt x="6034" y="13099"/>
                    </a:lnTo>
                    <a:lnTo>
                      <a:pt x="6368" y="13130"/>
                    </a:lnTo>
                    <a:lnTo>
                      <a:pt x="6717" y="13130"/>
                    </a:lnTo>
                    <a:lnTo>
                      <a:pt x="6717" y="13130"/>
                    </a:lnTo>
                    <a:lnTo>
                      <a:pt x="7065" y="13130"/>
                    </a:lnTo>
                    <a:lnTo>
                      <a:pt x="7399" y="13099"/>
                    </a:lnTo>
                    <a:lnTo>
                      <a:pt x="7732" y="13054"/>
                    </a:lnTo>
                    <a:lnTo>
                      <a:pt x="8066" y="12993"/>
                    </a:lnTo>
                    <a:lnTo>
                      <a:pt x="8399" y="12918"/>
                    </a:lnTo>
                    <a:lnTo>
                      <a:pt x="8718" y="12827"/>
                    </a:lnTo>
                    <a:lnTo>
                      <a:pt x="9021" y="12720"/>
                    </a:lnTo>
                    <a:lnTo>
                      <a:pt x="9324" y="12599"/>
                    </a:lnTo>
                    <a:lnTo>
                      <a:pt x="9627" y="12478"/>
                    </a:lnTo>
                    <a:lnTo>
                      <a:pt x="9915" y="12326"/>
                    </a:lnTo>
                    <a:lnTo>
                      <a:pt x="10203" y="12159"/>
                    </a:lnTo>
                    <a:lnTo>
                      <a:pt x="10476" y="11993"/>
                    </a:lnTo>
                    <a:lnTo>
                      <a:pt x="10734" y="11796"/>
                    </a:lnTo>
                    <a:lnTo>
                      <a:pt x="10992" y="11599"/>
                    </a:lnTo>
                    <a:lnTo>
                      <a:pt x="11234" y="11386"/>
                    </a:lnTo>
                    <a:lnTo>
                      <a:pt x="11462" y="11159"/>
                    </a:lnTo>
                    <a:lnTo>
                      <a:pt x="11689" y="10931"/>
                    </a:lnTo>
                    <a:lnTo>
                      <a:pt x="11901" y="10689"/>
                    </a:lnTo>
                    <a:lnTo>
                      <a:pt x="12099" y="10431"/>
                    </a:lnTo>
                    <a:lnTo>
                      <a:pt x="12280" y="10173"/>
                    </a:lnTo>
                    <a:lnTo>
                      <a:pt x="12462" y="9901"/>
                    </a:lnTo>
                    <a:lnTo>
                      <a:pt x="12629" y="9613"/>
                    </a:lnTo>
                    <a:lnTo>
                      <a:pt x="12781" y="9324"/>
                    </a:lnTo>
                    <a:lnTo>
                      <a:pt x="12902" y="9021"/>
                    </a:lnTo>
                    <a:lnTo>
                      <a:pt x="13023" y="8718"/>
                    </a:lnTo>
                    <a:lnTo>
                      <a:pt x="13129" y="8415"/>
                    </a:lnTo>
                    <a:lnTo>
                      <a:pt x="13220" y="8096"/>
                    </a:lnTo>
                    <a:lnTo>
                      <a:pt x="13296" y="7763"/>
                    </a:lnTo>
                    <a:lnTo>
                      <a:pt x="13357" y="7429"/>
                    </a:lnTo>
                    <a:lnTo>
                      <a:pt x="13402" y="7096"/>
                    </a:lnTo>
                    <a:lnTo>
                      <a:pt x="13433" y="6762"/>
                    </a:lnTo>
                    <a:lnTo>
                      <a:pt x="13433" y="6414"/>
                    </a:lnTo>
                    <a:lnTo>
                      <a:pt x="13433" y="6414"/>
                    </a:lnTo>
                    <a:lnTo>
                      <a:pt x="13433" y="6050"/>
                    </a:lnTo>
                    <a:lnTo>
                      <a:pt x="13402" y="5686"/>
                    </a:lnTo>
                    <a:lnTo>
                      <a:pt x="13342" y="5322"/>
                    </a:lnTo>
                    <a:lnTo>
                      <a:pt x="13281" y="4973"/>
                    </a:lnTo>
                    <a:lnTo>
                      <a:pt x="13281" y="4973"/>
                    </a:lnTo>
                    <a:lnTo>
                      <a:pt x="13160" y="5383"/>
                    </a:lnTo>
                    <a:lnTo>
                      <a:pt x="13008" y="5777"/>
                    </a:lnTo>
                    <a:lnTo>
                      <a:pt x="12811" y="6156"/>
                    </a:lnTo>
                    <a:lnTo>
                      <a:pt x="12599" y="6520"/>
                    </a:lnTo>
                    <a:lnTo>
                      <a:pt x="12356" y="6868"/>
                    </a:lnTo>
                    <a:lnTo>
                      <a:pt x="12083" y="7187"/>
                    </a:lnTo>
                    <a:lnTo>
                      <a:pt x="11795" y="7475"/>
                    </a:lnTo>
                    <a:lnTo>
                      <a:pt x="11477" y="7748"/>
                    </a:lnTo>
                    <a:lnTo>
                      <a:pt x="11128" y="8005"/>
                    </a:lnTo>
                    <a:lnTo>
                      <a:pt x="10764" y="8218"/>
                    </a:lnTo>
                    <a:lnTo>
                      <a:pt x="10385" y="8415"/>
                    </a:lnTo>
                    <a:lnTo>
                      <a:pt x="9991" y="8566"/>
                    </a:lnTo>
                    <a:lnTo>
                      <a:pt x="9582" y="8688"/>
                    </a:lnTo>
                    <a:lnTo>
                      <a:pt x="9370" y="8748"/>
                    </a:lnTo>
                    <a:lnTo>
                      <a:pt x="9157" y="8794"/>
                    </a:lnTo>
                    <a:lnTo>
                      <a:pt x="8945" y="8824"/>
                    </a:lnTo>
                    <a:lnTo>
                      <a:pt x="8733" y="8839"/>
                    </a:lnTo>
                    <a:lnTo>
                      <a:pt x="8505" y="8854"/>
                    </a:lnTo>
                    <a:lnTo>
                      <a:pt x="8278" y="8854"/>
                    </a:lnTo>
                    <a:lnTo>
                      <a:pt x="8278" y="8854"/>
                    </a:lnTo>
                    <a:lnTo>
                      <a:pt x="8020" y="8854"/>
                    </a:lnTo>
                    <a:lnTo>
                      <a:pt x="7747" y="8839"/>
                    </a:lnTo>
                    <a:lnTo>
                      <a:pt x="7490" y="8809"/>
                    </a:lnTo>
                    <a:lnTo>
                      <a:pt x="7247" y="8764"/>
                    </a:lnTo>
                    <a:lnTo>
                      <a:pt x="6989" y="8703"/>
                    </a:lnTo>
                    <a:lnTo>
                      <a:pt x="6747" y="8627"/>
                    </a:lnTo>
                    <a:lnTo>
                      <a:pt x="6504" y="8551"/>
                    </a:lnTo>
                    <a:lnTo>
                      <a:pt x="6277" y="8460"/>
                    </a:lnTo>
                    <a:lnTo>
                      <a:pt x="6049" y="8354"/>
                    </a:lnTo>
                    <a:lnTo>
                      <a:pt x="5822" y="8233"/>
                    </a:lnTo>
                    <a:lnTo>
                      <a:pt x="5610" y="8112"/>
                    </a:lnTo>
                    <a:lnTo>
                      <a:pt x="5398" y="7975"/>
                    </a:lnTo>
                    <a:lnTo>
                      <a:pt x="5200" y="7839"/>
                    </a:lnTo>
                    <a:lnTo>
                      <a:pt x="5003" y="7687"/>
                    </a:lnTo>
                    <a:lnTo>
                      <a:pt x="4821" y="7520"/>
                    </a:lnTo>
                    <a:lnTo>
                      <a:pt x="4640" y="7354"/>
                    </a:lnTo>
                    <a:lnTo>
                      <a:pt x="4458" y="7172"/>
                    </a:lnTo>
                    <a:lnTo>
                      <a:pt x="4306" y="6990"/>
                    </a:lnTo>
                    <a:lnTo>
                      <a:pt x="4154" y="6793"/>
                    </a:lnTo>
                    <a:lnTo>
                      <a:pt x="4003" y="6580"/>
                    </a:lnTo>
                    <a:lnTo>
                      <a:pt x="3866" y="6383"/>
                    </a:lnTo>
                    <a:lnTo>
                      <a:pt x="3745" y="6156"/>
                    </a:lnTo>
                    <a:lnTo>
                      <a:pt x="3639" y="5944"/>
                    </a:lnTo>
                    <a:lnTo>
                      <a:pt x="3533" y="5716"/>
                    </a:lnTo>
                    <a:lnTo>
                      <a:pt x="3442" y="5474"/>
                    </a:lnTo>
                    <a:lnTo>
                      <a:pt x="3351" y="5231"/>
                    </a:lnTo>
                    <a:lnTo>
                      <a:pt x="3290" y="4989"/>
                    </a:lnTo>
                    <a:lnTo>
                      <a:pt x="3230" y="4746"/>
                    </a:lnTo>
                    <a:lnTo>
                      <a:pt x="3184" y="4488"/>
                    </a:lnTo>
                    <a:lnTo>
                      <a:pt x="3154" y="4230"/>
                    </a:lnTo>
                    <a:lnTo>
                      <a:pt x="3123" y="3973"/>
                    </a:lnTo>
                    <a:lnTo>
                      <a:pt x="3123" y="3700"/>
                    </a:lnTo>
                    <a:lnTo>
                      <a:pt x="3123" y="3700"/>
                    </a:lnTo>
                    <a:lnTo>
                      <a:pt x="3123" y="3427"/>
                    </a:lnTo>
                    <a:lnTo>
                      <a:pt x="3154" y="3169"/>
                    </a:lnTo>
                    <a:lnTo>
                      <a:pt x="3184" y="2912"/>
                    </a:lnTo>
                    <a:lnTo>
                      <a:pt x="3230" y="2654"/>
                    </a:lnTo>
                    <a:lnTo>
                      <a:pt x="3290" y="2396"/>
                    </a:lnTo>
                    <a:lnTo>
                      <a:pt x="3366" y="2138"/>
                    </a:lnTo>
                    <a:lnTo>
                      <a:pt x="3442" y="1896"/>
                    </a:lnTo>
                    <a:lnTo>
                      <a:pt x="3548" y="1668"/>
                    </a:lnTo>
                    <a:lnTo>
                      <a:pt x="3654" y="1426"/>
                    </a:lnTo>
                    <a:lnTo>
                      <a:pt x="3775" y="1198"/>
                    </a:lnTo>
                    <a:lnTo>
                      <a:pt x="3897" y="986"/>
                    </a:lnTo>
                    <a:lnTo>
                      <a:pt x="4033" y="774"/>
                    </a:lnTo>
                    <a:lnTo>
                      <a:pt x="4185" y="577"/>
                    </a:lnTo>
                    <a:lnTo>
                      <a:pt x="4352" y="380"/>
                    </a:lnTo>
                    <a:lnTo>
                      <a:pt x="4518" y="183"/>
                    </a:lnTo>
                    <a:lnTo>
                      <a:pt x="470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8"/>
              <p:cNvSpPr/>
              <p:nvPr/>
            </p:nvSpPr>
            <p:spPr>
              <a:xfrm>
                <a:off x="8053038" y="4262509"/>
                <a:ext cx="460539" cy="98567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2927" extrusionOk="0">
                    <a:moveTo>
                      <a:pt x="10780" y="1"/>
                    </a:moveTo>
                    <a:lnTo>
                      <a:pt x="10416" y="16"/>
                    </a:lnTo>
                    <a:lnTo>
                      <a:pt x="10052" y="31"/>
                    </a:lnTo>
                    <a:lnTo>
                      <a:pt x="9688" y="61"/>
                    </a:lnTo>
                    <a:lnTo>
                      <a:pt x="9324" y="107"/>
                    </a:lnTo>
                    <a:lnTo>
                      <a:pt x="8976" y="152"/>
                    </a:lnTo>
                    <a:lnTo>
                      <a:pt x="8612" y="213"/>
                    </a:lnTo>
                    <a:lnTo>
                      <a:pt x="8248" y="289"/>
                    </a:lnTo>
                    <a:lnTo>
                      <a:pt x="7899" y="380"/>
                    </a:lnTo>
                    <a:lnTo>
                      <a:pt x="0" y="2563"/>
                    </a:lnTo>
                    <a:lnTo>
                      <a:pt x="440" y="2487"/>
                    </a:lnTo>
                    <a:lnTo>
                      <a:pt x="698" y="2457"/>
                    </a:lnTo>
                    <a:lnTo>
                      <a:pt x="971" y="2426"/>
                    </a:lnTo>
                    <a:lnTo>
                      <a:pt x="1259" y="2411"/>
                    </a:lnTo>
                    <a:lnTo>
                      <a:pt x="1562" y="2411"/>
                    </a:lnTo>
                    <a:lnTo>
                      <a:pt x="1880" y="2426"/>
                    </a:lnTo>
                    <a:lnTo>
                      <a:pt x="2214" y="2457"/>
                    </a:lnTo>
                    <a:lnTo>
                      <a:pt x="2517" y="2487"/>
                    </a:lnTo>
                    <a:lnTo>
                      <a:pt x="2790" y="2533"/>
                    </a:lnTo>
                    <a:lnTo>
                      <a:pt x="3048" y="2593"/>
                    </a:lnTo>
                    <a:lnTo>
                      <a:pt x="3305" y="2654"/>
                    </a:lnTo>
                    <a:lnTo>
                      <a:pt x="3760" y="2775"/>
                    </a:lnTo>
                    <a:lnTo>
                      <a:pt x="4139" y="2927"/>
                    </a:lnTo>
                    <a:lnTo>
                      <a:pt x="13675" y="334"/>
                    </a:lnTo>
                    <a:lnTo>
                      <a:pt x="13311" y="258"/>
                    </a:lnTo>
                    <a:lnTo>
                      <a:pt x="12963" y="183"/>
                    </a:lnTo>
                    <a:lnTo>
                      <a:pt x="12599" y="122"/>
                    </a:lnTo>
                    <a:lnTo>
                      <a:pt x="12235" y="77"/>
                    </a:lnTo>
                    <a:lnTo>
                      <a:pt x="11871" y="46"/>
                    </a:lnTo>
                    <a:lnTo>
                      <a:pt x="11507" y="31"/>
                    </a:lnTo>
                    <a:lnTo>
                      <a:pt x="11144" y="16"/>
                    </a:lnTo>
                    <a:lnTo>
                      <a:pt x="107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8"/>
              <p:cNvSpPr/>
              <p:nvPr/>
            </p:nvSpPr>
            <p:spPr>
              <a:xfrm>
                <a:off x="8070920" y="4361045"/>
                <a:ext cx="103147" cy="92438"/>
              </a:xfrm>
              <a:custGeom>
                <a:avLst/>
                <a:gdLst/>
                <a:ahLst/>
                <a:cxnLst/>
                <a:rect l="l" t="t" r="r" b="b"/>
                <a:pathLst>
                  <a:path w="3063" h="2745" extrusionOk="0">
                    <a:moveTo>
                      <a:pt x="1380" y="1"/>
                    </a:moveTo>
                    <a:lnTo>
                      <a:pt x="1228" y="16"/>
                    </a:lnTo>
                    <a:lnTo>
                      <a:pt x="1077" y="61"/>
                    </a:lnTo>
                    <a:lnTo>
                      <a:pt x="940" y="107"/>
                    </a:lnTo>
                    <a:lnTo>
                      <a:pt x="804" y="168"/>
                    </a:lnTo>
                    <a:lnTo>
                      <a:pt x="682" y="228"/>
                    </a:lnTo>
                    <a:lnTo>
                      <a:pt x="561" y="304"/>
                    </a:lnTo>
                    <a:lnTo>
                      <a:pt x="455" y="395"/>
                    </a:lnTo>
                    <a:lnTo>
                      <a:pt x="349" y="501"/>
                    </a:lnTo>
                    <a:lnTo>
                      <a:pt x="273" y="607"/>
                    </a:lnTo>
                    <a:lnTo>
                      <a:pt x="197" y="713"/>
                    </a:lnTo>
                    <a:lnTo>
                      <a:pt x="121" y="835"/>
                    </a:lnTo>
                    <a:lnTo>
                      <a:pt x="76" y="956"/>
                    </a:lnTo>
                    <a:lnTo>
                      <a:pt x="30" y="1092"/>
                    </a:lnTo>
                    <a:lnTo>
                      <a:pt x="15" y="1229"/>
                    </a:lnTo>
                    <a:lnTo>
                      <a:pt x="0" y="1365"/>
                    </a:lnTo>
                    <a:lnTo>
                      <a:pt x="15" y="1517"/>
                    </a:lnTo>
                    <a:lnTo>
                      <a:pt x="30" y="1653"/>
                    </a:lnTo>
                    <a:lnTo>
                      <a:pt x="76" y="1790"/>
                    </a:lnTo>
                    <a:lnTo>
                      <a:pt x="121" y="1911"/>
                    </a:lnTo>
                    <a:lnTo>
                      <a:pt x="197" y="2032"/>
                    </a:lnTo>
                    <a:lnTo>
                      <a:pt x="273" y="2138"/>
                    </a:lnTo>
                    <a:lnTo>
                      <a:pt x="349" y="2245"/>
                    </a:lnTo>
                    <a:lnTo>
                      <a:pt x="455" y="2351"/>
                    </a:lnTo>
                    <a:lnTo>
                      <a:pt x="561" y="2442"/>
                    </a:lnTo>
                    <a:lnTo>
                      <a:pt x="682" y="2517"/>
                    </a:lnTo>
                    <a:lnTo>
                      <a:pt x="804" y="2578"/>
                    </a:lnTo>
                    <a:lnTo>
                      <a:pt x="940" y="2639"/>
                    </a:lnTo>
                    <a:lnTo>
                      <a:pt x="1077" y="2684"/>
                    </a:lnTo>
                    <a:lnTo>
                      <a:pt x="1228" y="2730"/>
                    </a:lnTo>
                    <a:lnTo>
                      <a:pt x="1380" y="2745"/>
                    </a:lnTo>
                    <a:lnTo>
                      <a:pt x="1698" y="2745"/>
                    </a:lnTo>
                    <a:lnTo>
                      <a:pt x="1850" y="2730"/>
                    </a:lnTo>
                    <a:lnTo>
                      <a:pt x="1986" y="2684"/>
                    </a:lnTo>
                    <a:lnTo>
                      <a:pt x="2138" y="2639"/>
                    </a:lnTo>
                    <a:lnTo>
                      <a:pt x="2259" y="2578"/>
                    </a:lnTo>
                    <a:lnTo>
                      <a:pt x="2395" y="2517"/>
                    </a:lnTo>
                    <a:lnTo>
                      <a:pt x="2517" y="2442"/>
                    </a:lnTo>
                    <a:lnTo>
                      <a:pt x="2623" y="2351"/>
                    </a:lnTo>
                    <a:lnTo>
                      <a:pt x="2714" y="2245"/>
                    </a:lnTo>
                    <a:lnTo>
                      <a:pt x="2805" y="2138"/>
                    </a:lnTo>
                    <a:lnTo>
                      <a:pt x="2881" y="2032"/>
                    </a:lnTo>
                    <a:lnTo>
                      <a:pt x="2941" y="1911"/>
                    </a:lnTo>
                    <a:lnTo>
                      <a:pt x="3002" y="1790"/>
                    </a:lnTo>
                    <a:lnTo>
                      <a:pt x="3032" y="1653"/>
                    </a:lnTo>
                    <a:lnTo>
                      <a:pt x="3063" y="1517"/>
                    </a:lnTo>
                    <a:lnTo>
                      <a:pt x="3063" y="1365"/>
                    </a:lnTo>
                    <a:lnTo>
                      <a:pt x="3063" y="1229"/>
                    </a:lnTo>
                    <a:lnTo>
                      <a:pt x="3032" y="1092"/>
                    </a:lnTo>
                    <a:lnTo>
                      <a:pt x="3002" y="956"/>
                    </a:lnTo>
                    <a:lnTo>
                      <a:pt x="2941" y="835"/>
                    </a:lnTo>
                    <a:lnTo>
                      <a:pt x="2881" y="713"/>
                    </a:lnTo>
                    <a:lnTo>
                      <a:pt x="2805" y="607"/>
                    </a:lnTo>
                    <a:lnTo>
                      <a:pt x="2714" y="501"/>
                    </a:lnTo>
                    <a:lnTo>
                      <a:pt x="2623" y="395"/>
                    </a:lnTo>
                    <a:lnTo>
                      <a:pt x="2517" y="304"/>
                    </a:lnTo>
                    <a:lnTo>
                      <a:pt x="2395" y="228"/>
                    </a:lnTo>
                    <a:lnTo>
                      <a:pt x="2259" y="168"/>
                    </a:lnTo>
                    <a:lnTo>
                      <a:pt x="2138" y="107"/>
                    </a:lnTo>
                    <a:lnTo>
                      <a:pt x="1986" y="61"/>
                    </a:lnTo>
                    <a:lnTo>
                      <a:pt x="1850" y="16"/>
                    </a:lnTo>
                    <a:lnTo>
                      <a:pt x="169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8"/>
              <p:cNvSpPr/>
              <p:nvPr/>
            </p:nvSpPr>
            <p:spPr>
              <a:xfrm>
                <a:off x="6339127" y="839800"/>
                <a:ext cx="2296399" cy="2959056"/>
              </a:xfrm>
              <a:custGeom>
                <a:avLst/>
                <a:gdLst/>
                <a:ahLst/>
                <a:cxnLst/>
                <a:rect l="l" t="t" r="r" b="b"/>
                <a:pathLst>
                  <a:path w="68193" h="87871" extrusionOk="0">
                    <a:moveTo>
                      <a:pt x="33460" y="0"/>
                    </a:moveTo>
                    <a:lnTo>
                      <a:pt x="32717" y="15"/>
                    </a:lnTo>
                    <a:lnTo>
                      <a:pt x="31989" y="45"/>
                    </a:lnTo>
                    <a:lnTo>
                      <a:pt x="31262" y="91"/>
                    </a:lnTo>
                    <a:lnTo>
                      <a:pt x="30519" y="167"/>
                    </a:lnTo>
                    <a:lnTo>
                      <a:pt x="29791" y="227"/>
                    </a:lnTo>
                    <a:lnTo>
                      <a:pt x="29063" y="318"/>
                    </a:lnTo>
                    <a:lnTo>
                      <a:pt x="28336" y="424"/>
                    </a:lnTo>
                    <a:lnTo>
                      <a:pt x="27608" y="546"/>
                    </a:lnTo>
                    <a:lnTo>
                      <a:pt x="26895" y="682"/>
                    </a:lnTo>
                    <a:lnTo>
                      <a:pt x="26168" y="819"/>
                    </a:lnTo>
                    <a:lnTo>
                      <a:pt x="25455" y="985"/>
                    </a:lnTo>
                    <a:lnTo>
                      <a:pt x="24743" y="1152"/>
                    </a:lnTo>
                    <a:lnTo>
                      <a:pt x="24030" y="1349"/>
                    </a:lnTo>
                    <a:lnTo>
                      <a:pt x="23333" y="1546"/>
                    </a:lnTo>
                    <a:lnTo>
                      <a:pt x="22635" y="1759"/>
                    </a:lnTo>
                    <a:lnTo>
                      <a:pt x="21938" y="1986"/>
                    </a:lnTo>
                    <a:lnTo>
                      <a:pt x="21240" y="2244"/>
                    </a:lnTo>
                    <a:lnTo>
                      <a:pt x="20558" y="2502"/>
                    </a:lnTo>
                    <a:lnTo>
                      <a:pt x="19876" y="2774"/>
                    </a:lnTo>
                    <a:lnTo>
                      <a:pt x="19194" y="3062"/>
                    </a:lnTo>
                    <a:lnTo>
                      <a:pt x="18527" y="3350"/>
                    </a:lnTo>
                    <a:lnTo>
                      <a:pt x="17875" y="3669"/>
                    </a:lnTo>
                    <a:lnTo>
                      <a:pt x="17208" y="4002"/>
                    </a:lnTo>
                    <a:lnTo>
                      <a:pt x="16571" y="4351"/>
                    </a:lnTo>
                    <a:lnTo>
                      <a:pt x="15934" y="4700"/>
                    </a:lnTo>
                    <a:lnTo>
                      <a:pt x="15297" y="5079"/>
                    </a:lnTo>
                    <a:lnTo>
                      <a:pt x="14676" y="5458"/>
                    </a:lnTo>
                    <a:lnTo>
                      <a:pt x="14054" y="5867"/>
                    </a:lnTo>
                    <a:lnTo>
                      <a:pt x="13448" y="6276"/>
                    </a:lnTo>
                    <a:lnTo>
                      <a:pt x="12841" y="6716"/>
                    </a:lnTo>
                    <a:lnTo>
                      <a:pt x="12099" y="7277"/>
                    </a:lnTo>
                    <a:lnTo>
                      <a:pt x="11371" y="7868"/>
                    </a:lnTo>
                    <a:lnTo>
                      <a:pt x="10658" y="8475"/>
                    </a:lnTo>
                    <a:lnTo>
                      <a:pt x="9976" y="9112"/>
                    </a:lnTo>
                    <a:lnTo>
                      <a:pt x="9324" y="9748"/>
                    </a:lnTo>
                    <a:lnTo>
                      <a:pt x="8687" y="10415"/>
                    </a:lnTo>
                    <a:lnTo>
                      <a:pt x="8081" y="11082"/>
                    </a:lnTo>
                    <a:lnTo>
                      <a:pt x="7490" y="11780"/>
                    </a:lnTo>
                    <a:lnTo>
                      <a:pt x="6929" y="12492"/>
                    </a:lnTo>
                    <a:lnTo>
                      <a:pt x="6398" y="13205"/>
                    </a:lnTo>
                    <a:lnTo>
                      <a:pt x="5883" y="13948"/>
                    </a:lnTo>
                    <a:lnTo>
                      <a:pt x="5382" y="14691"/>
                    </a:lnTo>
                    <a:lnTo>
                      <a:pt x="4913" y="15464"/>
                    </a:lnTo>
                    <a:lnTo>
                      <a:pt x="4458" y="16237"/>
                    </a:lnTo>
                    <a:lnTo>
                      <a:pt x="4033" y="17025"/>
                    </a:lnTo>
                    <a:lnTo>
                      <a:pt x="3624" y="17829"/>
                    </a:lnTo>
                    <a:lnTo>
                      <a:pt x="3245" y="18632"/>
                    </a:lnTo>
                    <a:lnTo>
                      <a:pt x="2881" y="19451"/>
                    </a:lnTo>
                    <a:lnTo>
                      <a:pt x="2547" y="20285"/>
                    </a:lnTo>
                    <a:lnTo>
                      <a:pt x="2229" y="21134"/>
                    </a:lnTo>
                    <a:lnTo>
                      <a:pt x="1926" y="21983"/>
                    </a:lnTo>
                    <a:lnTo>
                      <a:pt x="1653" y="22847"/>
                    </a:lnTo>
                    <a:lnTo>
                      <a:pt x="1395" y="23726"/>
                    </a:lnTo>
                    <a:lnTo>
                      <a:pt x="1168" y="24606"/>
                    </a:lnTo>
                    <a:lnTo>
                      <a:pt x="940" y="25485"/>
                    </a:lnTo>
                    <a:lnTo>
                      <a:pt x="759" y="26379"/>
                    </a:lnTo>
                    <a:lnTo>
                      <a:pt x="577" y="27289"/>
                    </a:lnTo>
                    <a:lnTo>
                      <a:pt x="425" y="28199"/>
                    </a:lnTo>
                    <a:lnTo>
                      <a:pt x="289" y="29108"/>
                    </a:lnTo>
                    <a:lnTo>
                      <a:pt x="167" y="30018"/>
                    </a:lnTo>
                    <a:lnTo>
                      <a:pt x="76" y="30943"/>
                    </a:lnTo>
                    <a:lnTo>
                      <a:pt x="0" y="31868"/>
                    </a:lnTo>
                    <a:lnTo>
                      <a:pt x="0" y="32095"/>
                    </a:lnTo>
                    <a:lnTo>
                      <a:pt x="16" y="32307"/>
                    </a:lnTo>
                    <a:lnTo>
                      <a:pt x="31" y="32489"/>
                    </a:lnTo>
                    <a:lnTo>
                      <a:pt x="76" y="32671"/>
                    </a:lnTo>
                    <a:lnTo>
                      <a:pt x="137" y="32838"/>
                    </a:lnTo>
                    <a:lnTo>
                      <a:pt x="198" y="32959"/>
                    </a:lnTo>
                    <a:lnTo>
                      <a:pt x="273" y="33065"/>
                    </a:lnTo>
                    <a:lnTo>
                      <a:pt x="349" y="33141"/>
                    </a:lnTo>
                    <a:lnTo>
                      <a:pt x="652" y="33323"/>
                    </a:lnTo>
                    <a:lnTo>
                      <a:pt x="971" y="33505"/>
                    </a:lnTo>
                    <a:lnTo>
                      <a:pt x="1319" y="33657"/>
                    </a:lnTo>
                    <a:lnTo>
                      <a:pt x="1668" y="33808"/>
                    </a:lnTo>
                    <a:lnTo>
                      <a:pt x="2047" y="33929"/>
                    </a:lnTo>
                    <a:lnTo>
                      <a:pt x="2426" y="34020"/>
                    </a:lnTo>
                    <a:lnTo>
                      <a:pt x="2608" y="34051"/>
                    </a:lnTo>
                    <a:lnTo>
                      <a:pt x="2805" y="34081"/>
                    </a:lnTo>
                    <a:lnTo>
                      <a:pt x="3002" y="34096"/>
                    </a:lnTo>
                    <a:lnTo>
                      <a:pt x="3199" y="34111"/>
                    </a:lnTo>
                    <a:lnTo>
                      <a:pt x="3654" y="34096"/>
                    </a:lnTo>
                    <a:lnTo>
                      <a:pt x="4109" y="34066"/>
                    </a:lnTo>
                    <a:lnTo>
                      <a:pt x="4564" y="34005"/>
                    </a:lnTo>
                    <a:lnTo>
                      <a:pt x="5019" y="33929"/>
                    </a:lnTo>
                    <a:lnTo>
                      <a:pt x="5473" y="33823"/>
                    </a:lnTo>
                    <a:lnTo>
                      <a:pt x="5928" y="33687"/>
                    </a:lnTo>
                    <a:lnTo>
                      <a:pt x="6368" y="33520"/>
                    </a:lnTo>
                    <a:lnTo>
                      <a:pt x="6808" y="33323"/>
                    </a:lnTo>
                    <a:lnTo>
                      <a:pt x="6899" y="33278"/>
                    </a:lnTo>
                    <a:lnTo>
                      <a:pt x="6974" y="33187"/>
                    </a:lnTo>
                    <a:lnTo>
                      <a:pt x="7035" y="33096"/>
                    </a:lnTo>
                    <a:lnTo>
                      <a:pt x="7096" y="32974"/>
                    </a:lnTo>
                    <a:lnTo>
                      <a:pt x="7156" y="32838"/>
                    </a:lnTo>
                    <a:lnTo>
                      <a:pt x="7202" y="32686"/>
                    </a:lnTo>
                    <a:lnTo>
                      <a:pt x="7232" y="32520"/>
                    </a:lnTo>
                    <a:lnTo>
                      <a:pt x="7247" y="32353"/>
                    </a:lnTo>
                    <a:lnTo>
                      <a:pt x="7308" y="31625"/>
                    </a:lnTo>
                    <a:lnTo>
                      <a:pt x="7384" y="30897"/>
                    </a:lnTo>
                    <a:lnTo>
                      <a:pt x="7475" y="30170"/>
                    </a:lnTo>
                    <a:lnTo>
                      <a:pt x="7581" y="29457"/>
                    </a:lnTo>
                    <a:lnTo>
                      <a:pt x="7702" y="28745"/>
                    </a:lnTo>
                    <a:lnTo>
                      <a:pt x="7854" y="28032"/>
                    </a:lnTo>
                    <a:lnTo>
                      <a:pt x="8005" y="27335"/>
                    </a:lnTo>
                    <a:lnTo>
                      <a:pt x="8172" y="26637"/>
                    </a:lnTo>
                    <a:lnTo>
                      <a:pt x="8354" y="25940"/>
                    </a:lnTo>
                    <a:lnTo>
                      <a:pt x="8551" y="25258"/>
                    </a:lnTo>
                    <a:lnTo>
                      <a:pt x="8778" y="24591"/>
                    </a:lnTo>
                    <a:lnTo>
                      <a:pt x="9006" y="23923"/>
                    </a:lnTo>
                    <a:lnTo>
                      <a:pt x="9248" y="23256"/>
                    </a:lnTo>
                    <a:lnTo>
                      <a:pt x="9521" y="22604"/>
                    </a:lnTo>
                    <a:lnTo>
                      <a:pt x="9794" y="21953"/>
                    </a:lnTo>
                    <a:lnTo>
                      <a:pt x="10097" y="21316"/>
                    </a:lnTo>
                    <a:lnTo>
                      <a:pt x="10416" y="20694"/>
                    </a:lnTo>
                    <a:lnTo>
                      <a:pt x="10749" y="20073"/>
                    </a:lnTo>
                    <a:lnTo>
                      <a:pt x="11098" y="19466"/>
                    </a:lnTo>
                    <a:lnTo>
                      <a:pt x="11462" y="18860"/>
                    </a:lnTo>
                    <a:lnTo>
                      <a:pt x="11856" y="18269"/>
                    </a:lnTo>
                    <a:lnTo>
                      <a:pt x="12250" y="17692"/>
                    </a:lnTo>
                    <a:lnTo>
                      <a:pt x="12675" y="17131"/>
                    </a:lnTo>
                    <a:lnTo>
                      <a:pt x="13114" y="16571"/>
                    </a:lnTo>
                    <a:lnTo>
                      <a:pt x="13569" y="16025"/>
                    </a:lnTo>
                    <a:lnTo>
                      <a:pt x="14054" y="15494"/>
                    </a:lnTo>
                    <a:lnTo>
                      <a:pt x="14539" y="14979"/>
                    </a:lnTo>
                    <a:lnTo>
                      <a:pt x="15055" y="14478"/>
                    </a:lnTo>
                    <a:lnTo>
                      <a:pt x="15601" y="13978"/>
                    </a:lnTo>
                    <a:lnTo>
                      <a:pt x="16146" y="13493"/>
                    </a:lnTo>
                    <a:lnTo>
                      <a:pt x="16723" y="13023"/>
                    </a:lnTo>
                    <a:lnTo>
                      <a:pt x="17314" y="12583"/>
                    </a:lnTo>
                    <a:lnTo>
                      <a:pt x="17784" y="12235"/>
                    </a:lnTo>
                    <a:lnTo>
                      <a:pt x="18269" y="11901"/>
                    </a:lnTo>
                    <a:lnTo>
                      <a:pt x="18754" y="11583"/>
                    </a:lnTo>
                    <a:lnTo>
                      <a:pt x="19239" y="11279"/>
                    </a:lnTo>
                    <a:lnTo>
                      <a:pt x="19740" y="10991"/>
                    </a:lnTo>
                    <a:lnTo>
                      <a:pt x="20240" y="10703"/>
                    </a:lnTo>
                    <a:lnTo>
                      <a:pt x="20755" y="10431"/>
                    </a:lnTo>
                    <a:lnTo>
                      <a:pt x="21271" y="10173"/>
                    </a:lnTo>
                    <a:lnTo>
                      <a:pt x="21801" y="9915"/>
                    </a:lnTo>
                    <a:lnTo>
                      <a:pt x="22317" y="9672"/>
                    </a:lnTo>
                    <a:lnTo>
                      <a:pt x="22847" y="9445"/>
                    </a:lnTo>
                    <a:lnTo>
                      <a:pt x="23393" y="9233"/>
                    </a:lnTo>
                    <a:lnTo>
                      <a:pt x="23939" y="9021"/>
                    </a:lnTo>
                    <a:lnTo>
                      <a:pt x="24485" y="8839"/>
                    </a:lnTo>
                    <a:lnTo>
                      <a:pt x="25031" y="8642"/>
                    </a:lnTo>
                    <a:lnTo>
                      <a:pt x="25576" y="8475"/>
                    </a:lnTo>
                    <a:lnTo>
                      <a:pt x="26137" y="8323"/>
                    </a:lnTo>
                    <a:lnTo>
                      <a:pt x="26698" y="8172"/>
                    </a:lnTo>
                    <a:lnTo>
                      <a:pt x="27259" y="8035"/>
                    </a:lnTo>
                    <a:lnTo>
                      <a:pt x="27835" y="7899"/>
                    </a:lnTo>
                    <a:lnTo>
                      <a:pt x="28396" y="7793"/>
                    </a:lnTo>
                    <a:lnTo>
                      <a:pt x="28972" y="7686"/>
                    </a:lnTo>
                    <a:lnTo>
                      <a:pt x="29533" y="7595"/>
                    </a:lnTo>
                    <a:lnTo>
                      <a:pt x="30109" y="7505"/>
                    </a:lnTo>
                    <a:lnTo>
                      <a:pt x="30685" y="7444"/>
                    </a:lnTo>
                    <a:lnTo>
                      <a:pt x="31262" y="7383"/>
                    </a:lnTo>
                    <a:lnTo>
                      <a:pt x="31853" y="7323"/>
                    </a:lnTo>
                    <a:lnTo>
                      <a:pt x="32429" y="7292"/>
                    </a:lnTo>
                    <a:lnTo>
                      <a:pt x="33005" y="7262"/>
                    </a:lnTo>
                    <a:lnTo>
                      <a:pt x="33581" y="7247"/>
                    </a:lnTo>
                    <a:lnTo>
                      <a:pt x="34157" y="7247"/>
                    </a:lnTo>
                    <a:lnTo>
                      <a:pt x="34748" y="7262"/>
                    </a:lnTo>
                    <a:lnTo>
                      <a:pt x="35309" y="7277"/>
                    </a:lnTo>
                    <a:lnTo>
                      <a:pt x="35870" y="7307"/>
                    </a:lnTo>
                    <a:lnTo>
                      <a:pt x="36431" y="7338"/>
                    </a:lnTo>
                    <a:lnTo>
                      <a:pt x="36992" y="7383"/>
                    </a:lnTo>
                    <a:lnTo>
                      <a:pt x="37538" y="7444"/>
                    </a:lnTo>
                    <a:lnTo>
                      <a:pt x="38099" y="7520"/>
                    </a:lnTo>
                    <a:lnTo>
                      <a:pt x="38660" y="7595"/>
                    </a:lnTo>
                    <a:lnTo>
                      <a:pt x="39206" y="7686"/>
                    </a:lnTo>
                    <a:lnTo>
                      <a:pt x="39767" y="7793"/>
                    </a:lnTo>
                    <a:lnTo>
                      <a:pt x="40312" y="7899"/>
                    </a:lnTo>
                    <a:lnTo>
                      <a:pt x="40858" y="8020"/>
                    </a:lnTo>
                    <a:lnTo>
                      <a:pt x="41419" y="8156"/>
                    </a:lnTo>
                    <a:lnTo>
                      <a:pt x="41950" y="8308"/>
                    </a:lnTo>
                    <a:lnTo>
                      <a:pt x="42496" y="8460"/>
                    </a:lnTo>
                    <a:lnTo>
                      <a:pt x="43026" y="8626"/>
                    </a:lnTo>
                    <a:lnTo>
                      <a:pt x="43572" y="8793"/>
                    </a:lnTo>
                    <a:lnTo>
                      <a:pt x="44103" y="8990"/>
                    </a:lnTo>
                    <a:lnTo>
                      <a:pt x="44618" y="9187"/>
                    </a:lnTo>
                    <a:lnTo>
                      <a:pt x="45149" y="9384"/>
                    </a:lnTo>
                    <a:lnTo>
                      <a:pt x="45664" y="9597"/>
                    </a:lnTo>
                    <a:lnTo>
                      <a:pt x="46180" y="9839"/>
                    </a:lnTo>
                    <a:lnTo>
                      <a:pt x="46680" y="10067"/>
                    </a:lnTo>
                    <a:lnTo>
                      <a:pt x="47180" y="10324"/>
                    </a:lnTo>
                    <a:lnTo>
                      <a:pt x="47680" y="10582"/>
                    </a:lnTo>
                    <a:lnTo>
                      <a:pt x="48181" y="10855"/>
                    </a:lnTo>
                    <a:lnTo>
                      <a:pt x="48666" y="11128"/>
                    </a:lnTo>
                    <a:lnTo>
                      <a:pt x="49136" y="11416"/>
                    </a:lnTo>
                    <a:lnTo>
                      <a:pt x="49621" y="11719"/>
                    </a:lnTo>
                    <a:lnTo>
                      <a:pt x="50076" y="12038"/>
                    </a:lnTo>
                    <a:lnTo>
                      <a:pt x="50546" y="12356"/>
                    </a:lnTo>
                    <a:lnTo>
                      <a:pt x="51001" y="12689"/>
                    </a:lnTo>
                    <a:lnTo>
                      <a:pt x="51440" y="13038"/>
                    </a:lnTo>
                    <a:lnTo>
                      <a:pt x="52047" y="13523"/>
                    </a:lnTo>
                    <a:lnTo>
                      <a:pt x="52623" y="14039"/>
                    </a:lnTo>
                    <a:lnTo>
                      <a:pt x="53184" y="14554"/>
                    </a:lnTo>
                    <a:lnTo>
                      <a:pt x="53730" y="15100"/>
                    </a:lnTo>
                    <a:lnTo>
                      <a:pt x="54245" y="15646"/>
                    </a:lnTo>
                    <a:lnTo>
                      <a:pt x="54730" y="16207"/>
                    </a:lnTo>
                    <a:lnTo>
                      <a:pt x="55215" y="16783"/>
                    </a:lnTo>
                    <a:lnTo>
                      <a:pt x="55655" y="17374"/>
                    </a:lnTo>
                    <a:lnTo>
                      <a:pt x="56095" y="17965"/>
                    </a:lnTo>
                    <a:lnTo>
                      <a:pt x="56504" y="18572"/>
                    </a:lnTo>
                    <a:lnTo>
                      <a:pt x="56898" y="19193"/>
                    </a:lnTo>
                    <a:lnTo>
                      <a:pt x="57277" y="19830"/>
                    </a:lnTo>
                    <a:lnTo>
                      <a:pt x="57626" y="20482"/>
                    </a:lnTo>
                    <a:lnTo>
                      <a:pt x="57959" y="21134"/>
                    </a:lnTo>
                    <a:lnTo>
                      <a:pt x="58278" y="21786"/>
                    </a:lnTo>
                    <a:lnTo>
                      <a:pt x="58566" y="22468"/>
                    </a:lnTo>
                    <a:lnTo>
                      <a:pt x="58854" y="23135"/>
                    </a:lnTo>
                    <a:lnTo>
                      <a:pt x="59112" y="23832"/>
                    </a:lnTo>
                    <a:lnTo>
                      <a:pt x="59354" y="24530"/>
                    </a:lnTo>
                    <a:lnTo>
                      <a:pt x="59566" y="25227"/>
                    </a:lnTo>
                    <a:lnTo>
                      <a:pt x="59779" y="25940"/>
                    </a:lnTo>
                    <a:lnTo>
                      <a:pt x="59961" y="26652"/>
                    </a:lnTo>
                    <a:lnTo>
                      <a:pt x="60142" y="27380"/>
                    </a:lnTo>
                    <a:lnTo>
                      <a:pt x="60294" y="28108"/>
                    </a:lnTo>
                    <a:lnTo>
                      <a:pt x="60430" y="28851"/>
                    </a:lnTo>
                    <a:lnTo>
                      <a:pt x="60552" y="29594"/>
                    </a:lnTo>
                    <a:lnTo>
                      <a:pt x="60658" y="30336"/>
                    </a:lnTo>
                    <a:lnTo>
                      <a:pt x="60749" y="31079"/>
                    </a:lnTo>
                    <a:lnTo>
                      <a:pt x="60810" y="31837"/>
                    </a:lnTo>
                    <a:lnTo>
                      <a:pt x="60870" y="32595"/>
                    </a:lnTo>
                    <a:lnTo>
                      <a:pt x="60916" y="33353"/>
                    </a:lnTo>
                    <a:lnTo>
                      <a:pt x="60946" y="34111"/>
                    </a:lnTo>
                    <a:lnTo>
                      <a:pt x="60946" y="86961"/>
                    </a:lnTo>
                    <a:lnTo>
                      <a:pt x="60946" y="87052"/>
                    </a:lnTo>
                    <a:lnTo>
                      <a:pt x="60976" y="87143"/>
                    </a:lnTo>
                    <a:lnTo>
                      <a:pt x="61007" y="87219"/>
                    </a:lnTo>
                    <a:lnTo>
                      <a:pt x="61052" y="87295"/>
                    </a:lnTo>
                    <a:lnTo>
                      <a:pt x="61113" y="87355"/>
                    </a:lnTo>
                    <a:lnTo>
                      <a:pt x="61189" y="87401"/>
                    </a:lnTo>
                    <a:lnTo>
                      <a:pt x="61264" y="87446"/>
                    </a:lnTo>
                    <a:lnTo>
                      <a:pt x="61340" y="87477"/>
                    </a:lnTo>
                    <a:lnTo>
                      <a:pt x="61962" y="87613"/>
                    </a:lnTo>
                    <a:lnTo>
                      <a:pt x="62295" y="87674"/>
                    </a:lnTo>
                    <a:lnTo>
                      <a:pt x="62644" y="87734"/>
                    </a:lnTo>
                    <a:lnTo>
                      <a:pt x="63008" y="87780"/>
                    </a:lnTo>
                    <a:lnTo>
                      <a:pt x="63402" y="87810"/>
                    </a:lnTo>
                    <a:lnTo>
                      <a:pt x="63796" y="87841"/>
                    </a:lnTo>
                    <a:lnTo>
                      <a:pt x="64205" y="87856"/>
                    </a:lnTo>
                    <a:lnTo>
                      <a:pt x="64736" y="87871"/>
                    </a:lnTo>
                    <a:lnTo>
                      <a:pt x="65236" y="87856"/>
                    </a:lnTo>
                    <a:lnTo>
                      <a:pt x="65722" y="87810"/>
                    </a:lnTo>
                    <a:lnTo>
                      <a:pt x="66192" y="87765"/>
                    </a:lnTo>
                    <a:lnTo>
                      <a:pt x="66631" y="87704"/>
                    </a:lnTo>
                    <a:lnTo>
                      <a:pt x="67040" y="87644"/>
                    </a:lnTo>
                    <a:lnTo>
                      <a:pt x="67435" y="87553"/>
                    </a:lnTo>
                    <a:lnTo>
                      <a:pt x="67799" y="87477"/>
                    </a:lnTo>
                    <a:lnTo>
                      <a:pt x="67889" y="87446"/>
                    </a:lnTo>
                    <a:lnTo>
                      <a:pt x="67965" y="87401"/>
                    </a:lnTo>
                    <a:lnTo>
                      <a:pt x="68026" y="87355"/>
                    </a:lnTo>
                    <a:lnTo>
                      <a:pt x="68087" y="87295"/>
                    </a:lnTo>
                    <a:lnTo>
                      <a:pt x="68132" y="87219"/>
                    </a:lnTo>
                    <a:lnTo>
                      <a:pt x="68162" y="87143"/>
                    </a:lnTo>
                    <a:lnTo>
                      <a:pt x="68193" y="87052"/>
                    </a:lnTo>
                    <a:lnTo>
                      <a:pt x="68193" y="86961"/>
                    </a:lnTo>
                    <a:lnTo>
                      <a:pt x="68193" y="34111"/>
                    </a:lnTo>
                    <a:lnTo>
                      <a:pt x="68162" y="33156"/>
                    </a:lnTo>
                    <a:lnTo>
                      <a:pt x="68117" y="32186"/>
                    </a:lnTo>
                    <a:lnTo>
                      <a:pt x="68041" y="31231"/>
                    </a:lnTo>
                    <a:lnTo>
                      <a:pt x="67965" y="30276"/>
                    </a:lnTo>
                    <a:lnTo>
                      <a:pt x="67844" y="29321"/>
                    </a:lnTo>
                    <a:lnTo>
                      <a:pt x="67723" y="28381"/>
                    </a:lnTo>
                    <a:lnTo>
                      <a:pt x="67571" y="27441"/>
                    </a:lnTo>
                    <a:lnTo>
                      <a:pt x="67389" y="26516"/>
                    </a:lnTo>
                    <a:lnTo>
                      <a:pt x="67192" y="25591"/>
                    </a:lnTo>
                    <a:lnTo>
                      <a:pt x="66980" y="24666"/>
                    </a:lnTo>
                    <a:lnTo>
                      <a:pt x="66737" y="23757"/>
                    </a:lnTo>
                    <a:lnTo>
                      <a:pt x="66480" y="22862"/>
                    </a:lnTo>
                    <a:lnTo>
                      <a:pt x="66192" y="21968"/>
                    </a:lnTo>
                    <a:lnTo>
                      <a:pt x="65888" y="21088"/>
                    </a:lnTo>
                    <a:lnTo>
                      <a:pt x="65570" y="20209"/>
                    </a:lnTo>
                    <a:lnTo>
                      <a:pt x="65206" y="19345"/>
                    </a:lnTo>
                    <a:lnTo>
                      <a:pt x="64842" y="18496"/>
                    </a:lnTo>
                    <a:lnTo>
                      <a:pt x="64433" y="17662"/>
                    </a:lnTo>
                    <a:lnTo>
                      <a:pt x="64008" y="16828"/>
                    </a:lnTo>
                    <a:lnTo>
                      <a:pt x="63569" y="16010"/>
                    </a:lnTo>
                    <a:lnTo>
                      <a:pt x="63084" y="15206"/>
                    </a:lnTo>
                    <a:lnTo>
                      <a:pt x="62598" y="14418"/>
                    </a:lnTo>
                    <a:lnTo>
                      <a:pt x="62068" y="13645"/>
                    </a:lnTo>
                    <a:lnTo>
                      <a:pt x="61522" y="12887"/>
                    </a:lnTo>
                    <a:lnTo>
                      <a:pt x="60946" y="12144"/>
                    </a:lnTo>
                    <a:lnTo>
                      <a:pt x="60355" y="11416"/>
                    </a:lnTo>
                    <a:lnTo>
                      <a:pt x="59718" y="10703"/>
                    </a:lnTo>
                    <a:lnTo>
                      <a:pt x="59066" y="10006"/>
                    </a:lnTo>
                    <a:lnTo>
                      <a:pt x="58384" y="9324"/>
                    </a:lnTo>
                    <a:lnTo>
                      <a:pt x="57686" y="8672"/>
                    </a:lnTo>
                    <a:lnTo>
                      <a:pt x="56944" y="8020"/>
                    </a:lnTo>
                    <a:lnTo>
                      <a:pt x="56186" y="7398"/>
                    </a:lnTo>
                    <a:lnTo>
                      <a:pt x="55625" y="6959"/>
                    </a:lnTo>
                    <a:lnTo>
                      <a:pt x="55048" y="6534"/>
                    </a:lnTo>
                    <a:lnTo>
                      <a:pt x="54457" y="6125"/>
                    </a:lnTo>
                    <a:lnTo>
                      <a:pt x="53866" y="5716"/>
                    </a:lnTo>
                    <a:lnTo>
                      <a:pt x="53260" y="5337"/>
                    </a:lnTo>
                    <a:lnTo>
                      <a:pt x="52653" y="4958"/>
                    </a:lnTo>
                    <a:lnTo>
                      <a:pt x="52032" y="4609"/>
                    </a:lnTo>
                    <a:lnTo>
                      <a:pt x="51410" y="4260"/>
                    </a:lnTo>
                    <a:lnTo>
                      <a:pt x="50773" y="3927"/>
                    </a:lnTo>
                    <a:lnTo>
                      <a:pt x="50136" y="3608"/>
                    </a:lnTo>
                    <a:lnTo>
                      <a:pt x="49485" y="3305"/>
                    </a:lnTo>
                    <a:lnTo>
                      <a:pt x="48833" y="3017"/>
                    </a:lnTo>
                    <a:lnTo>
                      <a:pt x="48181" y="2729"/>
                    </a:lnTo>
                    <a:lnTo>
                      <a:pt x="47514" y="2471"/>
                    </a:lnTo>
                    <a:lnTo>
                      <a:pt x="46847" y="2213"/>
                    </a:lnTo>
                    <a:lnTo>
                      <a:pt x="46164" y="1986"/>
                    </a:lnTo>
                    <a:lnTo>
                      <a:pt x="45482" y="1759"/>
                    </a:lnTo>
                    <a:lnTo>
                      <a:pt x="44800" y="1546"/>
                    </a:lnTo>
                    <a:lnTo>
                      <a:pt x="44118" y="1349"/>
                    </a:lnTo>
                    <a:lnTo>
                      <a:pt x="43420" y="1167"/>
                    </a:lnTo>
                    <a:lnTo>
                      <a:pt x="42723" y="985"/>
                    </a:lnTo>
                    <a:lnTo>
                      <a:pt x="42026" y="834"/>
                    </a:lnTo>
                    <a:lnTo>
                      <a:pt x="41328" y="697"/>
                    </a:lnTo>
                    <a:lnTo>
                      <a:pt x="40616" y="561"/>
                    </a:lnTo>
                    <a:lnTo>
                      <a:pt x="39918" y="440"/>
                    </a:lnTo>
                    <a:lnTo>
                      <a:pt x="39206" y="349"/>
                    </a:lnTo>
                    <a:lnTo>
                      <a:pt x="38493" y="258"/>
                    </a:lnTo>
                    <a:lnTo>
                      <a:pt x="37781" y="182"/>
                    </a:lnTo>
                    <a:lnTo>
                      <a:pt x="37068" y="106"/>
                    </a:lnTo>
                    <a:lnTo>
                      <a:pt x="36356" y="61"/>
                    </a:lnTo>
                    <a:lnTo>
                      <a:pt x="35643" y="30"/>
                    </a:lnTo>
                    <a:lnTo>
                      <a:pt x="34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8"/>
              <p:cNvSpPr/>
              <p:nvPr/>
            </p:nvSpPr>
            <p:spPr>
              <a:xfrm>
                <a:off x="6339127" y="839800"/>
                <a:ext cx="2296399" cy="2959056"/>
              </a:xfrm>
              <a:custGeom>
                <a:avLst/>
                <a:gdLst/>
                <a:ahLst/>
                <a:cxnLst/>
                <a:rect l="l" t="t" r="r" b="b"/>
                <a:pathLst>
                  <a:path w="68193" h="87871" fill="none" extrusionOk="0">
                    <a:moveTo>
                      <a:pt x="56186" y="7398"/>
                    </a:moveTo>
                    <a:lnTo>
                      <a:pt x="56186" y="7398"/>
                    </a:lnTo>
                    <a:lnTo>
                      <a:pt x="55625" y="6959"/>
                    </a:lnTo>
                    <a:lnTo>
                      <a:pt x="55048" y="6534"/>
                    </a:lnTo>
                    <a:lnTo>
                      <a:pt x="54457" y="6125"/>
                    </a:lnTo>
                    <a:lnTo>
                      <a:pt x="53866" y="5716"/>
                    </a:lnTo>
                    <a:lnTo>
                      <a:pt x="53260" y="5337"/>
                    </a:lnTo>
                    <a:lnTo>
                      <a:pt x="52653" y="4958"/>
                    </a:lnTo>
                    <a:lnTo>
                      <a:pt x="52032" y="4609"/>
                    </a:lnTo>
                    <a:lnTo>
                      <a:pt x="51410" y="4260"/>
                    </a:lnTo>
                    <a:lnTo>
                      <a:pt x="50773" y="3927"/>
                    </a:lnTo>
                    <a:lnTo>
                      <a:pt x="50136" y="3608"/>
                    </a:lnTo>
                    <a:lnTo>
                      <a:pt x="49485" y="3305"/>
                    </a:lnTo>
                    <a:lnTo>
                      <a:pt x="48833" y="3017"/>
                    </a:lnTo>
                    <a:lnTo>
                      <a:pt x="48181" y="2729"/>
                    </a:lnTo>
                    <a:lnTo>
                      <a:pt x="47514" y="2471"/>
                    </a:lnTo>
                    <a:lnTo>
                      <a:pt x="46847" y="2213"/>
                    </a:lnTo>
                    <a:lnTo>
                      <a:pt x="46164" y="1986"/>
                    </a:lnTo>
                    <a:lnTo>
                      <a:pt x="45482" y="1759"/>
                    </a:lnTo>
                    <a:lnTo>
                      <a:pt x="44800" y="1546"/>
                    </a:lnTo>
                    <a:lnTo>
                      <a:pt x="44118" y="1349"/>
                    </a:lnTo>
                    <a:lnTo>
                      <a:pt x="43420" y="1167"/>
                    </a:lnTo>
                    <a:lnTo>
                      <a:pt x="42723" y="985"/>
                    </a:lnTo>
                    <a:lnTo>
                      <a:pt x="42026" y="834"/>
                    </a:lnTo>
                    <a:lnTo>
                      <a:pt x="41328" y="697"/>
                    </a:lnTo>
                    <a:lnTo>
                      <a:pt x="40616" y="561"/>
                    </a:lnTo>
                    <a:lnTo>
                      <a:pt x="39918" y="440"/>
                    </a:lnTo>
                    <a:lnTo>
                      <a:pt x="39206" y="349"/>
                    </a:lnTo>
                    <a:lnTo>
                      <a:pt x="38493" y="258"/>
                    </a:lnTo>
                    <a:lnTo>
                      <a:pt x="37781" y="182"/>
                    </a:lnTo>
                    <a:lnTo>
                      <a:pt x="37068" y="106"/>
                    </a:lnTo>
                    <a:lnTo>
                      <a:pt x="36356" y="61"/>
                    </a:lnTo>
                    <a:lnTo>
                      <a:pt x="35643" y="30"/>
                    </a:lnTo>
                    <a:lnTo>
                      <a:pt x="34930" y="0"/>
                    </a:lnTo>
                    <a:lnTo>
                      <a:pt x="34930" y="0"/>
                    </a:lnTo>
                    <a:lnTo>
                      <a:pt x="34188" y="0"/>
                    </a:lnTo>
                    <a:lnTo>
                      <a:pt x="33460" y="0"/>
                    </a:lnTo>
                    <a:lnTo>
                      <a:pt x="32717" y="15"/>
                    </a:lnTo>
                    <a:lnTo>
                      <a:pt x="31989" y="45"/>
                    </a:lnTo>
                    <a:lnTo>
                      <a:pt x="31262" y="91"/>
                    </a:lnTo>
                    <a:lnTo>
                      <a:pt x="30519" y="167"/>
                    </a:lnTo>
                    <a:lnTo>
                      <a:pt x="29791" y="227"/>
                    </a:lnTo>
                    <a:lnTo>
                      <a:pt x="29063" y="318"/>
                    </a:lnTo>
                    <a:lnTo>
                      <a:pt x="28336" y="424"/>
                    </a:lnTo>
                    <a:lnTo>
                      <a:pt x="27608" y="546"/>
                    </a:lnTo>
                    <a:lnTo>
                      <a:pt x="26895" y="682"/>
                    </a:lnTo>
                    <a:lnTo>
                      <a:pt x="26168" y="819"/>
                    </a:lnTo>
                    <a:lnTo>
                      <a:pt x="25455" y="985"/>
                    </a:lnTo>
                    <a:lnTo>
                      <a:pt x="24743" y="1152"/>
                    </a:lnTo>
                    <a:lnTo>
                      <a:pt x="24030" y="1349"/>
                    </a:lnTo>
                    <a:lnTo>
                      <a:pt x="23333" y="1546"/>
                    </a:lnTo>
                    <a:lnTo>
                      <a:pt x="22635" y="1759"/>
                    </a:lnTo>
                    <a:lnTo>
                      <a:pt x="21938" y="1986"/>
                    </a:lnTo>
                    <a:lnTo>
                      <a:pt x="21240" y="2244"/>
                    </a:lnTo>
                    <a:lnTo>
                      <a:pt x="20558" y="2502"/>
                    </a:lnTo>
                    <a:lnTo>
                      <a:pt x="19876" y="2774"/>
                    </a:lnTo>
                    <a:lnTo>
                      <a:pt x="19194" y="3062"/>
                    </a:lnTo>
                    <a:lnTo>
                      <a:pt x="18527" y="3350"/>
                    </a:lnTo>
                    <a:lnTo>
                      <a:pt x="17875" y="3669"/>
                    </a:lnTo>
                    <a:lnTo>
                      <a:pt x="17208" y="4002"/>
                    </a:lnTo>
                    <a:lnTo>
                      <a:pt x="16571" y="4351"/>
                    </a:lnTo>
                    <a:lnTo>
                      <a:pt x="15934" y="4700"/>
                    </a:lnTo>
                    <a:lnTo>
                      <a:pt x="15297" y="5079"/>
                    </a:lnTo>
                    <a:lnTo>
                      <a:pt x="14676" y="5458"/>
                    </a:lnTo>
                    <a:lnTo>
                      <a:pt x="14054" y="5867"/>
                    </a:lnTo>
                    <a:lnTo>
                      <a:pt x="13448" y="6276"/>
                    </a:lnTo>
                    <a:lnTo>
                      <a:pt x="12841" y="6716"/>
                    </a:lnTo>
                    <a:lnTo>
                      <a:pt x="12841" y="6716"/>
                    </a:lnTo>
                    <a:lnTo>
                      <a:pt x="12099" y="7277"/>
                    </a:lnTo>
                    <a:lnTo>
                      <a:pt x="11371" y="7868"/>
                    </a:lnTo>
                    <a:lnTo>
                      <a:pt x="10658" y="8475"/>
                    </a:lnTo>
                    <a:lnTo>
                      <a:pt x="9976" y="9112"/>
                    </a:lnTo>
                    <a:lnTo>
                      <a:pt x="9324" y="9748"/>
                    </a:lnTo>
                    <a:lnTo>
                      <a:pt x="8687" y="10415"/>
                    </a:lnTo>
                    <a:lnTo>
                      <a:pt x="8081" y="11082"/>
                    </a:lnTo>
                    <a:lnTo>
                      <a:pt x="7490" y="11780"/>
                    </a:lnTo>
                    <a:lnTo>
                      <a:pt x="6929" y="12492"/>
                    </a:lnTo>
                    <a:lnTo>
                      <a:pt x="6398" y="13205"/>
                    </a:lnTo>
                    <a:lnTo>
                      <a:pt x="5883" y="13948"/>
                    </a:lnTo>
                    <a:lnTo>
                      <a:pt x="5382" y="14691"/>
                    </a:lnTo>
                    <a:lnTo>
                      <a:pt x="4913" y="15464"/>
                    </a:lnTo>
                    <a:lnTo>
                      <a:pt x="4458" y="16237"/>
                    </a:lnTo>
                    <a:lnTo>
                      <a:pt x="4033" y="17025"/>
                    </a:lnTo>
                    <a:lnTo>
                      <a:pt x="3624" y="17829"/>
                    </a:lnTo>
                    <a:lnTo>
                      <a:pt x="3245" y="18632"/>
                    </a:lnTo>
                    <a:lnTo>
                      <a:pt x="2881" y="19451"/>
                    </a:lnTo>
                    <a:lnTo>
                      <a:pt x="2547" y="20285"/>
                    </a:lnTo>
                    <a:lnTo>
                      <a:pt x="2229" y="21134"/>
                    </a:lnTo>
                    <a:lnTo>
                      <a:pt x="1926" y="21983"/>
                    </a:lnTo>
                    <a:lnTo>
                      <a:pt x="1653" y="22847"/>
                    </a:lnTo>
                    <a:lnTo>
                      <a:pt x="1395" y="23726"/>
                    </a:lnTo>
                    <a:lnTo>
                      <a:pt x="1168" y="24606"/>
                    </a:lnTo>
                    <a:lnTo>
                      <a:pt x="940" y="25485"/>
                    </a:lnTo>
                    <a:lnTo>
                      <a:pt x="759" y="26379"/>
                    </a:lnTo>
                    <a:lnTo>
                      <a:pt x="577" y="27289"/>
                    </a:lnTo>
                    <a:lnTo>
                      <a:pt x="425" y="28199"/>
                    </a:lnTo>
                    <a:lnTo>
                      <a:pt x="289" y="29108"/>
                    </a:lnTo>
                    <a:lnTo>
                      <a:pt x="167" y="30018"/>
                    </a:lnTo>
                    <a:lnTo>
                      <a:pt x="76" y="30943"/>
                    </a:lnTo>
                    <a:lnTo>
                      <a:pt x="0" y="31868"/>
                    </a:lnTo>
                    <a:lnTo>
                      <a:pt x="0" y="31868"/>
                    </a:lnTo>
                    <a:lnTo>
                      <a:pt x="0" y="32095"/>
                    </a:lnTo>
                    <a:lnTo>
                      <a:pt x="16" y="32307"/>
                    </a:lnTo>
                    <a:lnTo>
                      <a:pt x="31" y="32489"/>
                    </a:lnTo>
                    <a:lnTo>
                      <a:pt x="76" y="32671"/>
                    </a:lnTo>
                    <a:lnTo>
                      <a:pt x="137" y="32838"/>
                    </a:lnTo>
                    <a:lnTo>
                      <a:pt x="198" y="32959"/>
                    </a:lnTo>
                    <a:lnTo>
                      <a:pt x="273" y="33065"/>
                    </a:lnTo>
                    <a:lnTo>
                      <a:pt x="349" y="33141"/>
                    </a:lnTo>
                    <a:lnTo>
                      <a:pt x="349" y="33141"/>
                    </a:lnTo>
                    <a:lnTo>
                      <a:pt x="652" y="33323"/>
                    </a:lnTo>
                    <a:lnTo>
                      <a:pt x="971" y="33505"/>
                    </a:lnTo>
                    <a:lnTo>
                      <a:pt x="1319" y="33657"/>
                    </a:lnTo>
                    <a:lnTo>
                      <a:pt x="1668" y="33808"/>
                    </a:lnTo>
                    <a:lnTo>
                      <a:pt x="2047" y="33929"/>
                    </a:lnTo>
                    <a:lnTo>
                      <a:pt x="2426" y="34020"/>
                    </a:lnTo>
                    <a:lnTo>
                      <a:pt x="2608" y="34051"/>
                    </a:lnTo>
                    <a:lnTo>
                      <a:pt x="2805" y="34081"/>
                    </a:lnTo>
                    <a:lnTo>
                      <a:pt x="3002" y="34096"/>
                    </a:lnTo>
                    <a:lnTo>
                      <a:pt x="3199" y="34111"/>
                    </a:lnTo>
                    <a:lnTo>
                      <a:pt x="3199" y="34111"/>
                    </a:lnTo>
                    <a:lnTo>
                      <a:pt x="3654" y="34096"/>
                    </a:lnTo>
                    <a:lnTo>
                      <a:pt x="4109" y="34066"/>
                    </a:lnTo>
                    <a:lnTo>
                      <a:pt x="4564" y="34005"/>
                    </a:lnTo>
                    <a:lnTo>
                      <a:pt x="5019" y="33929"/>
                    </a:lnTo>
                    <a:lnTo>
                      <a:pt x="5473" y="33823"/>
                    </a:lnTo>
                    <a:lnTo>
                      <a:pt x="5928" y="33687"/>
                    </a:lnTo>
                    <a:lnTo>
                      <a:pt x="6368" y="33520"/>
                    </a:lnTo>
                    <a:lnTo>
                      <a:pt x="6808" y="33323"/>
                    </a:lnTo>
                    <a:lnTo>
                      <a:pt x="6808" y="33323"/>
                    </a:lnTo>
                    <a:lnTo>
                      <a:pt x="6899" y="33278"/>
                    </a:lnTo>
                    <a:lnTo>
                      <a:pt x="6974" y="33187"/>
                    </a:lnTo>
                    <a:lnTo>
                      <a:pt x="7035" y="33096"/>
                    </a:lnTo>
                    <a:lnTo>
                      <a:pt x="7096" y="32974"/>
                    </a:lnTo>
                    <a:lnTo>
                      <a:pt x="7156" y="32838"/>
                    </a:lnTo>
                    <a:lnTo>
                      <a:pt x="7202" y="32686"/>
                    </a:lnTo>
                    <a:lnTo>
                      <a:pt x="7232" y="32520"/>
                    </a:lnTo>
                    <a:lnTo>
                      <a:pt x="7247" y="32353"/>
                    </a:lnTo>
                    <a:lnTo>
                      <a:pt x="7247" y="32353"/>
                    </a:lnTo>
                    <a:lnTo>
                      <a:pt x="7308" y="31625"/>
                    </a:lnTo>
                    <a:lnTo>
                      <a:pt x="7384" y="30897"/>
                    </a:lnTo>
                    <a:lnTo>
                      <a:pt x="7475" y="30170"/>
                    </a:lnTo>
                    <a:lnTo>
                      <a:pt x="7581" y="29457"/>
                    </a:lnTo>
                    <a:lnTo>
                      <a:pt x="7702" y="28745"/>
                    </a:lnTo>
                    <a:lnTo>
                      <a:pt x="7854" y="28032"/>
                    </a:lnTo>
                    <a:lnTo>
                      <a:pt x="8005" y="27335"/>
                    </a:lnTo>
                    <a:lnTo>
                      <a:pt x="8172" y="26637"/>
                    </a:lnTo>
                    <a:lnTo>
                      <a:pt x="8354" y="25940"/>
                    </a:lnTo>
                    <a:lnTo>
                      <a:pt x="8551" y="25258"/>
                    </a:lnTo>
                    <a:lnTo>
                      <a:pt x="8778" y="24591"/>
                    </a:lnTo>
                    <a:lnTo>
                      <a:pt x="9006" y="23923"/>
                    </a:lnTo>
                    <a:lnTo>
                      <a:pt x="9248" y="23256"/>
                    </a:lnTo>
                    <a:lnTo>
                      <a:pt x="9521" y="22604"/>
                    </a:lnTo>
                    <a:lnTo>
                      <a:pt x="9794" y="21953"/>
                    </a:lnTo>
                    <a:lnTo>
                      <a:pt x="10097" y="21316"/>
                    </a:lnTo>
                    <a:lnTo>
                      <a:pt x="10416" y="20694"/>
                    </a:lnTo>
                    <a:lnTo>
                      <a:pt x="10749" y="20073"/>
                    </a:lnTo>
                    <a:lnTo>
                      <a:pt x="11098" y="19466"/>
                    </a:lnTo>
                    <a:lnTo>
                      <a:pt x="11462" y="18860"/>
                    </a:lnTo>
                    <a:lnTo>
                      <a:pt x="11856" y="18269"/>
                    </a:lnTo>
                    <a:lnTo>
                      <a:pt x="12250" y="17692"/>
                    </a:lnTo>
                    <a:lnTo>
                      <a:pt x="12675" y="17131"/>
                    </a:lnTo>
                    <a:lnTo>
                      <a:pt x="13114" y="16571"/>
                    </a:lnTo>
                    <a:lnTo>
                      <a:pt x="13569" y="16025"/>
                    </a:lnTo>
                    <a:lnTo>
                      <a:pt x="14054" y="15494"/>
                    </a:lnTo>
                    <a:lnTo>
                      <a:pt x="14539" y="14979"/>
                    </a:lnTo>
                    <a:lnTo>
                      <a:pt x="15055" y="14478"/>
                    </a:lnTo>
                    <a:lnTo>
                      <a:pt x="15601" y="13978"/>
                    </a:lnTo>
                    <a:lnTo>
                      <a:pt x="16146" y="13493"/>
                    </a:lnTo>
                    <a:lnTo>
                      <a:pt x="16723" y="13023"/>
                    </a:lnTo>
                    <a:lnTo>
                      <a:pt x="17314" y="12583"/>
                    </a:lnTo>
                    <a:lnTo>
                      <a:pt x="17314" y="12583"/>
                    </a:lnTo>
                    <a:lnTo>
                      <a:pt x="17784" y="12235"/>
                    </a:lnTo>
                    <a:lnTo>
                      <a:pt x="18269" y="11901"/>
                    </a:lnTo>
                    <a:lnTo>
                      <a:pt x="18754" y="11583"/>
                    </a:lnTo>
                    <a:lnTo>
                      <a:pt x="19239" y="11279"/>
                    </a:lnTo>
                    <a:lnTo>
                      <a:pt x="19740" y="10991"/>
                    </a:lnTo>
                    <a:lnTo>
                      <a:pt x="20240" y="10703"/>
                    </a:lnTo>
                    <a:lnTo>
                      <a:pt x="20755" y="10431"/>
                    </a:lnTo>
                    <a:lnTo>
                      <a:pt x="21271" y="10173"/>
                    </a:lnTo>
                    <a:lnTo>
                      <a:pt x="21801" y="9915"/>
                    </a:lnTo>
                    <a:lnTo>
                      <a:pt x="22317" y="9672"/>
                    </a:lnTo>
                    <a:lnTo>
                      <a:pt x="22847" y="9445"/>
                    </a:lnTo>
                    <a:lnTo>
                      <a:pt x="23393" y="9233"/>
                    </a:lnTo>
                    <a:lnTo>
                      <a:pt x="23939" y="9021"/>
                    </a:lnTo>
                    <a:lnTo>
                      <a:pt x="24485" y="8839"/>
                    </a:lnTo>
                    <a:lnTo>
                      <a:pt x="25031" y="8642"/>
                    </a:lnTo>
                    <a:lnTo>
                      <a:pt x="25576" y="8475"/>
                    </a:lnTo>
                    <a:lnTo>
                      <a:pt x="26137" y="8323"/>
                    </a:lnTo>
                    <a:lnTo>
                      <a:pt x="26698" y="8172"/>
                    </a:lnTo>
                    <a:lnTo>
                      <a:pt x="27259" y="8035"/>
                    </a:lnTo>
                    <a:lnTo>
                      <a:pt x="27835" y="7899"/>
                    </a:lnTo>
                    <a:lnTo>
                      <a:pt x="28396" y="7793"/>
                    </a:lnTo>
                    <a:lnTo>
                      <a:pt x="28972" y="7686"/>
                    </a:lnTo>
                    <a:lnTo>
                      <a:pt x="29533" y="7595"/>
                    </a:lnTo>
                    <a:lnTo>
                      <a:pt x="30109" y="7505"/>
                    </a:lnTo>
                    <a:lnTo>
                      <a:pt x="30685" y="7444"/>
                    </a:lnTo>
                    <a:lnTo>
                      <a:pt x="31262" y="7383"/>
                    </a:lnTo>
                    <a:lnTo>
                      <a:pt x="31853" y="7323"/>
                    </a:lnTo>
                    <a:lnTo>
                      <a:pt x="32429" y="7292"/>
                    </a:lnTo>
                    <a:lnTo>
                      <a:pt x="33005" y="7262"/>
                    </a:lnTo>
                    <a:lnTo>
                      <a:pt x="33581" y="7247"/>
                    </a:lnTo>
                    <a:lnTo>
                      <a:pt x="34157" y="7247"/>
                    </a:lnTo>
                    <a:lnTo>
                      <a:pt x="34748" y="7262"/>
                    </a:lnTo>
                    <a:lnTo>
                      <a:pt x="34748" y="7262"/>
                    </a:lnTo>
                    <a:lnTo>
                      <a:pt x="35309" y="7277"/>
                    </a:lnTo>
                    <a:lnTo>
                      <a:pt x="35870" y="7307"/>
                    </a:lnTo>
                    <a:lnTo>
                      <a:pt x="36431" y="7338"/>
                    </a:lnTo>
                    <a:lnTo>
                      <a:pt x="36992" y="7383"/>
                    </a:lnTo>
                    <a:lnTo>
                      <a:pt x="37538" y="7444"/>
                    </a:lnTo>
                    <a:lnTo>
                      <a:pt x="38099" y="7520"/>
                    </a:lnTo>
                    <a:lnTo>
                      <a:pt x="38660" y="7595"/>
                    </a:lnTo>
                    <a:lnTo>
                      <a:pt x="39206" y="7686"/>
                    </a:lnTo>
                    <a:lnTo>
                      <a:pt x="39767" y="7793"/>
                    </a:lnTo>
                    <a:lnTo>
                      <a:pt x="40312" y="7899"/>
                    </a:lnTo>
                    <a:lnTo>
                      <a:pt x="40858" y="8020"/>
                    </a:lnTo>
                    <a:lnTo>
                      <a:pt x="41419" y="8156"/>
                    </a:lnTo>
                    <a:lnTo>
                      <a:pt x="41950" y="8308"/>
                    </a:lnTo>
                    <a:lnTo>
                      <a:pt x="42496" y="8460"/>
                    </a:lnTo>
                    <a:lnTo>
                      <a:pt x="43026" y="8626"/>
                    </a:lnTo>
                    <a:lnTo>
                      <a:pt x="43572" y="8793"/>
                    </a:lnTo>
                    <a:lnTo>
                      <a:pt x="44103" y="8990"/>
                    </a:lnTo>
                    <a:lnTo>
                      <a:pt x="44618" y="9187"/>
                    </a:lnTo>
                    <a:lnTo>
                      <a:pt x="45149" y="9384"/>
                    </a:lnTo>
                    <a:lnTo>
                      <a:pt x="45664" y="9597"/>
                    </a:lnTo>
                    <a:lnTo>
                      <a:pt x="46180" y="9839"/>
                    </a:lnTo>
                    <a:lnTo>
                      <a:pt x="46680" y="10067"/>
                    </a:lnTo>
                    <a:lnTo>
                      <a:pt x="47180" y="10324"/>
                    </a:lnTo>
                    <a:lnTo>
                      <a:pt x="47680" y="10582"/>
                    </a:lnTo>
                    <a:lnTo>
                      <a:pt x="48181" y="10855"/>
                    </a:lnTo>
                    <a:lnTo>
                      <a:pt x="48666" y="11128"/>
                    </a:lnTo>
                    <a:lnTo>
                      <a:pt x="49136" y="11416"/>
                    </a:lnTo>
                    <a:lnTo>
                      <a:pt x="49621" y="11719"/>
                    </a:lnTo>
                    <a:lnTo>
                      <a:pt x="50076" y="12038"/>
                    </a:lnTo>
                    <a:lnTo>
                      <a:pt x="50546" y="12356"/>
                    </a:lnTo>
                    <a:lnTo>
                      <a:pt x="51001" y="12689"/>
                    </a:lnTo>
                    <a:lnTo>
                      <a:pt x="51440" y="13038"/>
                    </a:lnTo>
                    <a:lnTo>
                      <a:pt x="51440" y="13038"/>
                    </a:lnTo>
                    <a:lnTo>
                      <a:pt x="52047" y="13523"/>
                    </a:lnTo>
                    <a:lnTo>
                      <a:pt x="52623" y="14039"/>
                    </a:lnTo>
                    <a:lnTo>
                      <a:pt x="53184" y="14554"/>
                    </a:lnTo>
                    <a:lnTo>
                      <a:pt x="53730" y="15100"/>
                    </a:lnTo>
                    <a:lnTo>
                      <a:pt x="54245" y="15646"/>
                    </a:lnTo>
                    <a:lnTo>
                      <a:pt x="54730" y="16207"/>
                    </a:lnTo>
                    <a:lnTo>
                      <a:pt x="55215" y="16783"/>
                    </a:lnTo>
                    <a:lnTo>
                      <a:pt x="55655" y="17374"/>
                    </a:lnTo>
                    <a:lnTo>
                      <a:pt x="56095" y="17965"/>
                    </a:lnTo>
                    <a:lnTo>
                      <a:pt x="56504" y="18572"/>
                    </a:lnTo>
                    <a:lnTo>
                      <a:pt x="56898" y="19193"/>
                    </a:lnTo>
                    <a:lnTo>
                      <a:pt x="57277" y="19830"/>
                    </a:lnTo>
                    <a:lnTo>
                      <a:pt x="57626" y="20482"/>
                    </a:lnTo>
                    <a:lnTo>
                      <a:pt x="57959" y="21134"/>
                    </a:lnTo>
                    <a:lnTo>
                      <a:pt x="58278" y="21786"/>
                    </a:lnTo>
                    <a:lnTo>
                      <a:pt x="58566" y="22468"/>
                    </a:lnTo>
                    <a:lnTo>
                      <a:pt x="58854" y="23135"/>
                    </a:lnTo>
                    <a:lnTo>
                      <a:pt x="59112" y="23832"/>
                    </a:lnTo>
                    <a:lnTo>
                      <a:pt x="59354" y="24530"/>
                    </a:lnTo>
                    <a:lnTo>
                      <a:pt x="59566" y="25227"/>
                    </a:lnTo>
                    <a:lnTo>
                      <a:pt x="59779" y="25940"/>
                    </a:lnTo>
                    <a:lnTo>
                      <a:pt x="59961" y="26652"/>
                    </a:lnTo>
                    <a:lnTo>
                      <a:pt x="60142" y="27380"/>
                    </a:lnTo>
                    <a:lnTo>
                      <a:pt x="60294" y="28108"/>
                    </a:lnTo>
                    <a:lnTo>
                      <a:pt x="60430" y="28851"/>
                    </a:lnTo>
                    <a:lnTo>
                      <a:pt x="60552" y="29594"/>
                    </a:lnTo>
                    <a:lnTo>
                      <a:pt x="60658" y="30336"/>
                    </a:lnTo>
                    <a:lnTo>
                      <a:pt x="60749" y="31079"/>
                    </a:lnTo>
                    <a:lnTo>
                      <a:pt x="60810" y="31837"/>
                    </a:lnTo>
                    <a:lnTo>
                      <a:pt x="60870" y="32595"/>
                    </a:lnTo>
                    <a:lnTo>
                      <a:pt x="60916" y="33353"/>
                    </a:lnTo>
                    <a:lnTo>
                      <a:pt x="60946" y="34111"/>
                    </a:lnTo>
                    <a:lnTo>
                      <a:pt x="60946" y="86961"/>
                    </a:lnTo>
                    <a:lnTo>
                      <a:pt x="60946" y="86961"/>
                    </a:lnTo>
                    <a:lnTo>
                      <a:pt x="60946" y="87052"/>
                    </a:lnTo>
                    <a:lnTo>
                      <a:pt x="60976" y="87143"/>
                    </a:lnTo>
                    <a:lnTo>
                      <a:pt x="61007" y="87219"/>
                    </a:lnTo>
                    <a:lnTo>
                      <a:pt x="61052" y="87295"/>
                    </a:lnTo>
                    <a:lnTo>
                      <a:pt x="61113" y="87355"/>
                    </a:lnTo>
                    <a:lnTo>
                      <a:pt x="61189" y="87401"/>
                    </a:lnTo>
                    <a:lnTo>
                      <a:pt x="61264" y="87446"/>
                    </a:lnTo>
                    <a:lnTo>
                      <a:pt x="61340" y="87477"/>
                    </a:lnTo>
                    <a:lnTo>
                      <a:pt x="61340" y="87477"/>
                    </a:lnTo>
                    <a:lnTo>
                      <a:pt x="61962" y="87613"/>
                    </a:lnTo>
                    <a:lnTo>
                      <a:pt x="62295" y="87674"/>
                    </a:lnTo>
                    <a:lnTo>
                      <a:pt x="62644" y="87734"/>
                    </a:lnTo>
                    <a:lnTo>
                      <a:pt x="63008" y="87780"/>
                    </a:lnTo>
                    <a:lnTo>
                      <a:pt x="63402" y="87810"/>
                    </a:lnTo>
                    <a:lnTo>
                      <a:pt x="63796" y="87841"/>
                    </a:lnTo>
                    <a:lnTo>
                      <a:pt x="64205" y="87856"/>
                    </a:lnTo>
                    <a:lnTo>
                      <a:pt x="64205" y="87856"/>
                    </a:lnTo>
                    <a:lnTo>
                      <a:pt x="64736" y="87871"/>
                    </a:lnTo>
                    <a:lnTo>
                      <a:pt x="65236" y="87856"/>
                    </a:lnTo>
                    <a:lnTo>
                      <a:pt x="65722" y="87810"/>
                    </a:lnTo>
                    <a:lnTo>
                      <a:pt x="66192" y="87765"/>
                    </a:lnTo>
                    <a:lnTo>
                      <a:pt x="66631" y="87704"/>
                    </a:lnTo>
                    <a:lnTo>
                      <a:pt x="67040" y="87644"/>
                    </a:lnTo>
                    <a:lnTo>
                      <a:pt x="67435" y="87553"/>
                    </a:lnTo>
                    <a:lnTo>
                      <a:pt x="67799" y="87477"/>
                    </a:lnTo>
                    <a:lnTo>
                      <a:pt x="67799" y="87477"/>
                    </a:lnTo>
                    <a:lnTo>
                      <a:pt x="67889" y="87446"/>
                    </a:lnTo>
                    <a:lnTo>
                      <a:pt x="67965" y="87401"/>
                    </a:lnTo>
                    <a:lnTo>
                      <a:pt x="68026" y="87355"/>
                    </a:lnTo>
                    <a:lnTo>
                      <a:pt x="68087" y="87295"/>
                    </a:lnTo>
                    <a:lnTo>
                      <a:pt x="68132" y="87219"/>
                    </a:lnTo>
                    <a:lnTo>
                      <a:pt x="68162" y="87143"/>
                    </a:lnTo>
                    <a:lnTo>
                      <a:pt x="68193" y="87052"/>
                    </a:lnTo>
                    <a:lnTo>
                      <a:pt x="68193" y="86961"/>
                    </a:lnTo>
                    <a:lnTo>
                      <a:pt x="68193" y="34111"/>
                    </a:lnTo>
                    <a:lnTo>
                      <a:pt x="68193" y="34111"/>
                    </a:lnTo>
                    <a:lnTo>
                      <a:pt x="68162" y="33156"/>
                    </a:lnTo>
                    <a:lnTo>
                      <a:pt x="68117" y="32186"/>
                    </a:lnTo>
                    <a:lnTo>
                      <a:pt x="68041" y="31231"/>
                    </a:lnTo>
                    <a:lnTo>
                      <a:pt x="67965" y="30276"/>
                    </a:lnTo>
                    <a:lnTo>
                      <a:pt x="67844" y="29321"/>
                    </a:lnTo>
                    <a:lnTo>
                      <a:pt x="67723" y="28381"/>
                    </a:lnTo>
                    <a:lnTo>
                      <a:pt x="67571" y="27441"/>
                    </a:lnTo>
                    <a:lnTo>
                      <a:pt x="67389" y="26516"/>
                    </a:lnTo>
                    <a:lnTo>
                      <a:pt x="67192" y="25591"/>
                    </a:lnTo>
                    <a:lnTo>
                      <a:pt x="66980" y="24666"/>
                    </a:lnTo>
                    <a:lnTo>
                      <a:pt x="66737" y="23757"/>
                    </a:lnTo>
                    <a:lnTo>
                      <a:pt x="66480" y="22862"/>
                    </a:lnTo>
                    <a:lnTo>
                      <a:pt x="66192" y="21968"/>
                    </a:lnTo>
                    <a:lnTo>
                      <a:pt x="65888" y="21088"/>
                    </a:lnTo>
                    <a:lnTo>
                      <a:pt x="65570" y="20209"/>
                    </a:lnTo>
                    <a:lnTo>
                      <a:pt x="65206" y="19345"/>
                    </a:lnTo>
                    <a:lnTo>
                      <a:pt x="64842" y="18496"/>
                    </a:lnTo>
                    <a:lnTo>
                      <a:pt x="64433" y="17662"/>
                    </a:lnTo>
                    <a:lnTo>
                      <a:pt x="64008" y="16828"/>
                    </a:lnTo>
                    <a:lnTo>
                      <a:pt x="63569" y="16010"/>
                    </a:lnTo>
                    <a:lnTo>
                      <a:pt x="63084" y="15206"/>
                    </a:lnTo>
                    <a:lnTo>
                      <a:pt x="62598" y="14418"/>
                    </a:lnTo>
                    <a:lnTo>
                      <a:pt x="62068" y="13645"/>
                    </a:lnTo>
                    <a:lnTo>
                      <a:pt x="61522" y="12887"/>
                    </a:lnTo>
                    <a:lnTo>
                      <a:pt x="60946" y="12144"/>
                    </a:lnTo>
                    <a:lnTo>
                      <a:pt x="60355" y="11416"/>
                    </a:lnTo>
                    <a:lnTo>
                      <a:pt x="59718" y="10703"/>
                    </a:lnTo>
                    <a:lnTo>
                      <a:pt x="59066" y="10006"/>
                    </a:lnTo>
                    <a:lnTo>
                      <a:pt x="58384" y="9324"/>
                    </a:lnTo>
                    <a:lnTo>
                      <a:pt x="57686" y="8672"/>
                    </a:lnTo>
                    <a:lnTo>
                      <a:pt x="56944" y="8020"/>
                    </a:lnTo>
                    <a:lnTo>
                      <a:pt x="56186" y="739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8"/>
              <p:cNvSpPr/>
              <p:nvPr/>
            </p:nvSpPr>
            <p:spPr>
              <a:xfrm>
                <a:off x="6545393" y="844380"/>
                <a:ext cx="2073302" cy="2947337"/>
              </a:xfrm>
              <a:custGeom>
                <a:avLst/>
                <a:gdLst/>
                <a:ahLst/>
                <a:cxnLst/>
                <a:rect l="l" t="t" r="r" b="b"/>
                <a:pathLst>
                  <a:path w="61568" h="87523" extrusionOk="0">
                    <a:moveTo>
                      <a:pt x="28866" y="0"/>
                    </a:moveTo>
                    <a:lnTo>
                      <a:pt x="28184" y="31"/>
                    </a:lnTo>
                    <a:lnTo>
                      <a:pt x="27502" y="76"/>
                    </a:lnTo>
                    <a:lnTo>
                      <a:pt x="26819" y="122"/>
                    </a:lnTo>
                    <a:lnTo>
                      <a:pt x="26137" y="198"/>
                    </a:lnTo>
                    <a:lnTo>
                      <a:pt x="25470" y="273"/>
                    </a:lnTo>
                    <a:lnTo>
                      <a:pt x="24803" y="364"/>
                    </a:lnTo>
                    <a:lnTo>
                      <a:pt x="24136" y="470"/>
                    </a:lnTo>
                    <a:lnTo>
                      <a:pt x="23469" y="577"/>
                    </a:lnTo>
                    <a:lnTo>
                      <a:pt x="22802" y="698"/>
                    </a:lnTo>
                    <a:lnTo>
                      <a:pt x="22150" y="834"/>
                    </a:lnTo>
                    <a:lnTo>
                      <a:pt x="21498" y="986"/>
                    </a:lnTo>
                    <a:lnTo>
                      <a:pt x="20846" y="1153"/>
                    </a:lnTo>
                    <a:lnTo>
                      <a:pt x="20194" y="1319"/>
                    </a:lnTo>
                    <a:lnTo>
                      <a:pt x="19557" y="1501"/>
                    </a:lnTo>
                    <a:lnTo>
                      <a:pt x="18921" y="1698"/>
                    </a:lnTo>
                    <a:lnTo>
                      <a:pt x="18284" y="1911"/>
                    </a:lnTo>
                    <a:lnTo>
                      <a:pt x="17662" y="2123"/>
                    </a:lnTo>
                    <a:lnTo>
                      <a:pt x="17041" y="2350"/>
                    </a:lnTo>
                    <a:lnTo>
                      <a:pt x="16419" y="2593"/>
                    </a:lnTo>
                    <a:lnTo>
                      <a:pt x="15813" y="2835"/>
                    </a:lnTo>
                    <a:lnTo>
                      <a:pt x="15206" y="3093"/>
                    </a:lnTo>
                    <a:lnTo>
                      <a:pt x="14615" y="3366"/>
                    </a:lnTo>
                    <a:lnTo>
                      <a:pt x="14024" y="3654"/>
                    </a:lnTo>
                    <a:lnTo>
                      <a:pt x="13433" y="3942"/>
                    </a:lnTo>
                    <a:lnTo>
                      <a:pt x="12857" y="4245"/>
                    </a:lnTo>
                    <a:lnTo>
                      <a:pt x="12296" y="4564"/>
                    </a:lnTo>
                    <a:lnTo>
                      <a:pt x="11735" y="4882"/>
                    </a:lnTo>
                    <a:lnTo>
                      <a:pt x="11174" y="5231"/>
                    </a:lnTo>
                    <a:lnTo>
                      <a:pt x="10628" y="5564"/>
                    </a:lnTo>
                    <a:lnTo>
                      <a:pt x="10082" y="5928"/>
                    </a:lnTo>
                    <a:lnTo>
                      <a:pt x="9552" y="6292"/>
                    </a:lnTo>
                    <a:lnTo>
                      <a:pt x="9036" y="6671"/>
                    </a:lnTo>
                    <a:lnTo>
                      <a:pt x="8324" y="7202"/>
                    </a:lnTo>
                    <a:lnTo>
                      <a:pt x="7626" y="7763"/>
                    </a:lnTo>
                    <a:lnTo>
                      <a:pt x="6959" y="8339"/>
                    </a:lnTo>
                    <a:lnTo>
                      <a:pt x="6307" y="8930"/>
                    </a:lnTo>
                    <a:lnTo>
                      <a:pt x="5686" y="9536"/>
                    </a:lnTo>
                    <a:lnTo>
                      <a:pt x="5064" y="10173"/>
                    </a:lnTo>
                    <a:lnTo>
                      <a:pt x="4473" y="10810"/>
                    </a:lnTo>
                    <a:lnTo>
                      <a:pt x="3897" y="11477"/>
                    </a:lnTo>
                    <a:lnTo>
                      <a:pt x="3336" y="12174"/>
                    </a:lnTo>
                    <a:lnTo>
                      <a:pt x="2805" y="12872"/>
                    </a:lnTo>
                    <a:lnTo>
                      <a:pt x="2290" y="13584"/>
                    </a:lnTo>
                    <a:lnTo>
                      <a:pt x="1789" y="14327"/>
                    </a:lnTo>
                    <a:lnTo>
                      <a:pt x="1304" y="15085"/>
                    </a:lnTo>
                    <a:lnTo>
                      <a:pt x="849" y="15858"/>
                    </a:lnTo>
                    <a:lnTo>
                      <a:pt x="410" y="16647"/>
                    </a:lnTo>
                    <a:lnTo>
                      <a:pt x="0" y="17450"/>
                    </a:lnTo>
                    <a:lnTo>
                      <a:pt x="349" y="16920"/>
                    </a:lnTo>
                    <a:lnTo>
                      <a:pt x="728" y="16419"/>
                    </a:lnTo>
                    <a:lnTo>
                      <a:pt x="1107" y="15904"/>
                    </a:lnTo>
                    <a:lnTo>
                      <a:pt x="1501" y="15419"/>
                    </a:lnTo>
                    <a:lnTo>
                      <a:pt x="1911" y="14934"/>
                    </a:lnTo>
                    <a:lnTo>
                      <a:pt x="2320" y="14449"/>
                    </a:lnTo>
                    <a:lnTo>
                      <a:pt x="2744" y="13979"/>
                    </a:lnTo>
                    <a:lnTo>
                      <a:pt x="3169" y="13524"/>
                    </a:lnTo>
                    <a:lnTo>
                      <a:pt x="3609" y="13069"/>
                    </a:lnTo>
                    <a:lnTo>
                      <a:pt x="4063" y="12629"/>
                    </a:lnTo>
                    <a:lnTo>
                      <a:pt x="4518" y="12205"/>
                    </a:lnTo>
                    <a:lnTo>
                      <a:pt x="4988" y="11780"/>
                    </a:lnTo>
                    <a:lnTo>
                      <a:pt x="5473" y="11371"/>
                    </a:lnTo>
                    <a:lnTo>
                      <a:pt x="5958" y="10977"/>
                    </a:lnTo>
                    <a:lnTo>
                      <a:pt x="6459" y="10583"/>
                    </a:lnTo>
                    <a:lnTo>
                      <a:pt x="6974" y="10204"/>
                    </a:lnTo>
                    <a:lnTo>
                      <a:pt x="7490" y="9825"/>
                    </a:lnTo>
                    <a:lnTo>
                      <a:pt x="8020" y="9461"/>
                    </a:lnTo>
                    <a:lnTo>
                      <a:pt x="8566" y="9097"/>
                    </a:lnTo>
                    <a:lnTo>
                      <a:pt x="9112" y="8748"/>
                    </a:lnTo>
                    <a:lnTo>
                      <a:pt x="9673" y="8415"/>
                    </a:lnTo>
                    <a:lnTo>
                      <a:pt x="10234" y="8096"/>
                    </a:lnTo>
                    <a:lnTo>
                      <a:pt x="10795" y="7778"/>
                    </a:lnTo>
                    <a:lnTo>
                      <a:pt x="11371" y="7475"/>
                    </a:lnTo>
                    <a:lnTo>
                      <a:pt x="11962" y="7187"/>
                    </a:lnTo>
                    <a:lnTo>
                      <a:pt x="12553" y="6899"/>
                    </a:lnTo>
                    <a:lnTo>
                      <a:pt x="13145" y="6626"/>
                    </a:lnTo>
                    <a:lnTo>
                      <a:pt x="13751" y="6368"/>
                    </a:lnTo>
                    <a:lnTo>
                      <a:pt x="14357" y="6110"/>
                    </a:lnTo>
                    <a:lnTo>
                      <a:pt x="14979" y="5883"/>
                    </a:lnTo>
                    <a:lnTo>
                      <a:pt x="15601" y="5655"/>
                    </a:lnTo>
                    <a:lnTo>
                      <a:pt x="16222" y="5428"/>
                    </a:lnTo>
                    <a:lnTo>
                      <a:pt x="16859" y="5231"/>
                    </a:lnTo>
                    <a:lnTo>
                      <a:pt x="17496" y="5034"/>
                    </a:lnTo>
                    <a:lnTo>
                      <a:pt x="18132" y="4852"/>
                    </a:lnTo>
                    <a:lnTo>
                      <a:pt x="18784" y="4685"/>
                    </a:lnTo>
                    <a:lnTo>
                      <a:pt x="19436" y="4518"/>
                    </a:lnTo>
                    <a:lnTo>
                      <a:pt x="20088" y="4367"/>
                    </a:lnTo>
                    <a:lnTo>
                      <a:pt x="20740" y="4230"/>
                    </a:lnTo>
                    <a:lnTo>
                      <a:pt x="21407" y="4109"/>
                    </a:lnTo>
                    <a:lnTo>
                      <a:pt x="22074" y="3988"/>
                    </a:lnTo>
                    <a:lnTo>
                      <a:pt x="22741" y="3897"/>
                    </a:lnTo>
                    <a:lnTo>
                      <a:pt x="23408" y="3806"/>
                    </a:lnTo>
                    <a:lnTo>
                      <a:pt x="24075" y="3715"/>
                    </a:lnTo>
                    <a:lnTo>
                      <a:pt x="24758" y="3654"/>
                    </a:lnTo>
                    <a:lnTo>
                      <a:pt x="25440" y="3609"/>
                    </a:lnTo>
                    <a:lnTo>
                      <a:pt x="26122" y="3563"/>
                    </a:lnTo>
                    <a:lnTo>
                      <a:pt x="26804" y="3533"/>
                    </a:lnTo>
                    <a:lnTo>
                      <a:pt x="27532" y="3563"/>
                    </a:lnTo>
                    <a:lnTo>
                      <a:pt x="28244" y="3609"/>
                    </a:lnTo>
                    <a:lnTo>
                      <a:pt x="28972" y="3669"/>
                    </a:lnTo>
                    <a:lnTo>
                      <a:pt x="29685" y="3730"/>
                    </a:lnTo>
                    <a:lnTo>
                      <a:pt x="30397" y="3821"/>
                    </a:lnTo>
                    <a:lnTo>
                      <a:pt x="31110" y="3927"/>
                    </a:lnTo>
                    <a:lnTo>
                      <a:pt x="31807" y="4033"/>
                    </a:lnTo>
                    <a:lnTo>
                      <a:pt x="32505" y="4154"/>
                    </a:lnTo>
                    <a:lnTo>
                      <a:pt x="33202" y="4291"/>
                    </a:lnTo>
                    <a:lnTo>
                      <a:pt x="33899" y="4443"/>
                    </a:lnTo>
                    <a:lnTo>
                      <a:pt x="34597" y="4609"/>
                    </a:lnTo>
                    <a:lnTo>
                      <a:pt x="35279" y="4791"/>
                    </a:lnTo>
                    <a:lnTo>
                      <a:pt x="35946" y="4973"/>
                    </a:lnTo>
                    <a:lnTo>
                      <a:pt x="36628" y="5185"/>
                    </a:lnTo>
                    <a:lnTo>
                      <a:pt x="37295" y="5398"/>
                    </a:lnTo>
                    <a:lnTo>
                      <a:pt x="37947" y="5625"/>
                    </a:lnTo>
                    <a:lnTo>
                      <a:pt x="38614" y="5868"/>
                    </a:lnTo>
                    <a:lnTo>
                      <a:pt x="39251" y="6110"/>
                    </a:lnTo>
                    <a:lnTo>
                      <a:pt x="39903" y="6383"/>
                    </a:lnTo>
                    <a:lnTo>
                      <a:pt x="40540" y="6656"/>
                    </a:lnTo>
                    <a:lnTo>
                      <a:pt x="41161" y="6944"/>
                    </a:lnTo>
                    <a:lnTo>
                      <a:pt x="41783" y="7247"/>
                    </a:lnTo>
                    <a:lnTo>
                      <a:pt x="42404" y="7550"/>
                    </a:lnTo>
                    <a:lnTo>
                      <a:pt x="43011" y="7884"/>
                    </a:lnTo>
                    <a:lnTo>
                      <a:pt x="43602" y="8217"/>
                    </a:lnTo>
                    <a:lnTo>
                      <a:pt x="44193" y="8566"/>
                    </a:lnTo>
                    <a:lnTo>
                      <a:pt x="44769" y="8915"/>
                    </a:lnTo>
                    <a:lnTo>
                      <a:pt x="45346" y="9294"/>
                    </a:lnTo>
                    <a:lnTo>
                      <a:pt x="45907" y="9673"/>
                    </a:lnTo>
                    <a:lnTo>
                      <a:pt x="46467" y="10067"/>
                    </a:lnTo>
                    <a:lnTo>
                      <a:pt x="47013" y="10476"/>
                    </a:lnTo>
                    <a:lnTo>
                      <a:pt x="47544" y="10886"/>
                    </a:lnTo>
                    <a:lnTo>
                      <a:pt x="48272" y="11477"/>
                    </a:lnTo>
                    <a:lnTo>
                      <a:pt x="48984" y="12099"/>
                    </a:lnTo>
                    <a:lnTo>
                      <a:pt x="49666" y="12735"/>
                    </a:lnTo>
                    <a:lnTo>
                      <a:pt x="50318" y="13387"/>
                    </a:lnTo>
                    <a:lnTo>
                      <a:pt x="50970" y="14069"/>
                    </a:lnTo>
                    <a:lnTo>
                      <a:pt x="51577" y="14767"/>
                    </a:lnTo>
                    <a:lnTo>
                      <a:pt x="52183" y="15479"/>
                    </a:lnTo>
                    <a:lnTo>
                      <a:pt x="52759" y="16222"/>
                    </a:lnTo>
                    <a:lnTo>
                      <a:pt x="53305" y="16980"/>
                    </a:lnTo>
                    <a:lnTo>
                      <a:pt x="53836" y="17754"/>
                    </a:lnTo>
                    <a:lnTo>
                      <a:pt x="54336" y="18542"/>
                    </a:lnTo>
                    <a:lnTo>
                      <a:pt x="54821" y="19345"/>
                    </a:lnTo>
                    <a:lnTo>
                      <a:pt x="55291" y="20179"/>
                    </a:lnTo>
                    <a:lnTo>
                      <a:pt x="55731" y="21028"/>
                    </a:lnTo>
                    <a:lnTo>
                      <a:pt x="56140" y="21908"/>
                    </a:lnTo>
                    <a:lnTo>
                      <a:pt x="56534" y="22787"/>
                    </a:lnTo>
                    <a:lnTo>
                      <a:pt x="56868" y="23621"/>
                    </a:lnTo>
                    <a:lnTo>
                      <a:pt x="57186" y="24455"/>
                    </a:lnTo>
                    <a:lnTo>
                      <a:pt x="57489" y="25304"/>
                    </a:lnTo>
                    <a:lnTo>
                      <a:pt x="57762" y="26183"/>
                    </a:lnTo>
                    <a:lnTo>
                      <a:pt x="58020" y="27062"/>
                    </a:lnTo>
                    <a:lnTo>
                      <a:pt x="58262" y="27957"/>
                    </a:lnTo>
                    <a:lnTo>
                      <a:pt x="58475" y="28851"/>
                    </a:lnTo>
                    <a:lnTo>
                      <a:pt x="58672" y="29776"/>
                    </a:lnTo>
                    <a:lnTo>
                      <a:pt x="58854" y="30701"/>
                    </a:lnTo>
                    <a:lnTo>
                      <a:pt x="59005" y="31641"/>
                    </a:lnTo>
                    <a:lnTo>
                      <a:pt x="59142" y="32596"/>
                    </a:lnTo>
                    <a:lnTo>
                      <a:pt x="59263" y="33551"/>
                    </a:lnTo>
                    <a:lnTo>
                      <a:pt x="59354" y="34521"/>
                    </a:lnTo>
                    <a:lnTo>
                      <a:pt x="59430" y="35507"/>
                    </a:lnTo>
                    <a:lnTo>
                      <a:pt x="59475" y="36507"/>
                    </a:lnTo>
                    <a:lnTo>
                      <a:pt x="59506" y="37508"/>
                    </a:lnTo>
                    <a:lnTo>
                      <a:pt x="59506" y="87523"/>
                    </a:lnTo>
                    <a:lnTo>
                      <a:pt x="59945" y="87477"/>
                    </a:lnTo>
                    <a:lnTo>
                      <a:pt x="60385" y="87401"/>
                    </a:lnTo>
                    <a:lnTo>
                      <a:pt x="60825" y="87326"/>
                    </a:lnTo>
                    <a:lnTo>
                      <a:pt x="61264" y="87219"/>
                    </a:lnTo>
                    <a:lnTo>
                      <a:pt x="61325" y="87204"/>
                    </a:lnTo>
                    <a:lnTo>
                      <a:pt x="61385" y="87174"/>
                    </a:lnTo>
                    <a:lnTo>
                      <a:pt x="61446" y="87128"/>
                    </a:lnTo>
                    <a:lnTo>
                      <a:pt x="61492" y="87083"/>
                    </a:lnTo>
                    <a:lnTo>
                      <a:pt x="61522" y="87022"/>
                    </a:lnTo>
                    <a:lnTo>
                      <a:pt x="61552" y="86962"/>
                    </a:lnTo>
                    <a:lnTo>
                      <a:pt x="61567" y="86901"/>
                    </a:lnTo>
                    <a:lnTo>
                      <a:pt x="61567" y="86825"/>
                    </a:lnTo>
                    <a:lnTo>
                      <a:pt x="61567" y="33991"/>
                    </a:lnTo>
                    <a:lnTo>
                      <a:pt x="61537" y="32975"/>
                    </a:lnTo>
                    <a:lnTo>
                      <a:pt x="61492" y="31989"/>
                    </a:lnTo>
                    <a:lnTo>
                      <a:pt x="61416" y="31004"/>
                    </a:lnTo>
                    <a:lnTo>
                      <a:pt x="61325" y="30018"/>
                    </a:lnTo>
                    <a:lnTo>
                      <a:pt x="61204" y="29063"/>
                    </a:lnTo>
                    <a:lnTo>
                      <a:pt x="61067" y="28108"/>
                    </a:lnTo>
                    <a:lnTo>
                      <a:pt x="60915" y="27168"/>
                    </a:lnTo>
                    <a:lnTo>
                      <a:pt x="60734" y="26243"/>
                    </a:lnTo>
                    <a:lnTo>
                      <a:pt x="60536" y="25334"/>
                    </a:lnTo>
                    <a:lnTo>
                      <a:pt x="60324" y="24424"/>
                    </a:lnTo>
                    <a:lnTo>
                      <a:pt x="60082" y="23530"/>
                    </a:lnTo>
                    <a:lnTo>
                      <a:pt x="59824" y="22650"/>
                    </a:lnTo>
                    <a:lnTo>
                      <a:pt x="59551" y="21786"/>
                    </a:lnTo>
                    <a:lnTo>
                      <a:pt x="59248" y="20922"/>
                    </a:lnTo>
                    <a:lnTo>
                      <a:pt x="58929" y="20088"/>
                    </a:lnTo>
                    <a:lnTo>
                      <a:pt x="58596" y="19254"/>
                    </a:lnTo>
                    <a:lnTo>
                      <a:pt x="58202" y="18375"/>
                    </a:lnTo>
                    <a:lnTo>
                      <a:pt x="57792" y="17511"/>
                    </a:lnTo>
                    <a:lnTo>
                      <a:pt x="57353" y="16662"/>
                    </a:lnTo>
                    <a:lnTo>
                      <a:pt x="56883" y="15828"/>
                    </a:lnTo>
                    <a:lnTo>
                      <a:pt x="56398" y="15009"/>
                    </a:lnTo>
                    <a:lnTo>
                      <a:pt x="55897" y="14221"/>
                    </a:lnTo>
                    <a:lnTo>
                      <a:pt x="55367" y="13448"/>
                    </a:lnTo>
                    <a:lnTo>
                      <a:pt x="54821" y="12690"/>
                    </a:lnTo>
                    <a:lnTo>
                      <a:pt x="54245" y="11947"/>
                    </a:lnTo>
                    <a:lnTo>
                      <a:pt x="53654" y="11234"/>
                    </a:lnTo>
                    <a:lnTo>
                      <a:pt x="53032" y="10537"/>
                    </a:lnTo>
                    <a:lnTo>
                      <a:pt x="52380" y="9870"/>
                    </a:lnTo>
                    <a:lnTo>
                      <a:pt x="51728" y="9203"/>
                    </a:lnTo>
                    <a:lnTo>
                      <a:pt x="51046" y="8566"/>
                    </a:lnTo>
                    <a:lnTo>
                      <a:pt x="50333" y="7960"/>
                    </a:lnTo>
                    <a:lnTo>
                      <a:pt x="49606" y="7353"/>
                    </a:lnTo>
                    <a:lnTo>
                      <a:pt x="49075" y="6944"/>
                    </a:lnTo>
                    <a:lnTo>
                      <a:pt x="48529" y="6535"/>
                    </a:lnTo>
                    <a:lnTo>
                      <a:pt x="47968" y="6140"/>
                    </a:lnTo>
                    <a:lnTo>
                      <a:pt x="47407" y="5761"/>
                    </a:lnTo>
                    <a:lnTo>
                      <a:pt x="46831" y="5398"/>
                    </a:lnTo>
                    <a:lnTo>
                      <a:pt x="46255" y="5034"/>
                    </a:lnTo>
                    <a:lnTo>
                      <a:pt x="45664" y="4685"/>
                    </a:lnTo>
                    <a:lnTo>
                      <a:pt x="45073" y="4352"/>
                    </a:lnTo>
                    <a:lnTo>
                      <a:pt x="44466" y="4033"/>
                    </a:lnTo>
                    <a:lnTo>
                      <a:pt x="43845" y="3715"/>
                    </a:lnTo>
                    <a:lnTo>
                      <a:pt x="43223" y="3412"/>
                    </a:lnTo>
                    <a:lnTo>
                      <a:pt x="42602" y="3124"/>
                    </a:lnTo>
                    <a:lnTo>
                      <a:pt x="41965" y="2851"/>
                    </a:lnTo>
                    <a:lnTo>
                      <a:pt x="41313" y="2593"/>
                    </a:lnTo>
                    <a:lnTo>
                      <a:pt x="40676" y="2335"/>
                    </a:lnTo>
                    <a:lnTo>
                      <a:pt x="40009" y="2093"/>
                    </a:lnTo>
                    <a:lnTo>
                      <a:pt x="39357" y="1865"/>
                    </a:lnTo>
                    <a:lnTo>
                      <a:pt x="38690" y="1653"/>
                    </a:lnTo>
                    <a:lnTo>
                      <a:pt x="38008" y="1456"/>
                    </a:lnTo>
                    <a:lnTo>
                      <a:pt x="37341" y="1259"/>
                    </a:lnTo>
                    <a:lnTo>
                      <a:pt x="36659" y="1077"/>
                    </a:lnTo>
                    <a:lnTo>
                      <a:pt x="35961" y="925"/>
                    </a:lnTo>
                    <a:lnTo>
                      <a:pt x="35264" y="774"/>
                    </a:lnTo>
                    <a:lnTo>
                      <a:pt x="34566" y="637"/>
                    </a:lnTo>
                    <a:lnTo>
                      <a:pt x="33869" y="501"/>
                    </a:lnTo>
                    <a:lnTo>
                      <a:pt x="33172" y="395"/>
                    </a:lnTo>
                    <a:lnTo>
                      <a:pt x="32459" y="288"/>
                    </a:lnTo>
                    <a:lnTo>
                      <a:pt x="31747" y="213"/>
                    </a:lnTo>
                    <a:lnTo>
                      <a:pt x="31034" y="137"/>
                    </a:lnTo>
                    <a:lnTo>
                      <a:pt x="30306" y="76"/>
                    </a:lnTo>
                    <a:lnTo>
                      <a:pt x="29594" y="31"/>
                    </a:lnTo>
                    <a:lnTo>
                      <a:pt x="28866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8"/>
              <p:cNvSpPr/>
              <p:nvPr/>
            </p:nvSpPr>
            <p:spPr>
              <a:xfrm>
                <a:off x="6545393" y="844380"/>
                <a:ext cx="2073302" cy="2947337"/>
              </a:xfrm>
              <a:custGeom>
                <a:avLst/>
                <a:gdLst/>
                <a:ahLst/>
                <a:cxnLst/>
                <a:rect l="l" t="t" r="r" b="b"/>
                <a:pathLst>
                  <a:path w="61568" h="87523" fill="none" extrusionOk="0">
                    <a:moveTo>
                      <a:pt x="28866" y="0"/>
                    </a:moveTo>
                    <a:lnTo>
                      <a:pt x="28866" y="0"/>
                    </a:lnTo>
                    <a:lnTo>
                      <a:pt x="28184" y="31"/>
                    </a:lnTo>
                    <a:lnTo>
                      <a:pt x="27502" y="76"/>
                    </a:lnTo>
                    <a:lnTo>
                      <a:pt x="26819" y="122"/>
                    </a:lnTo>
                    <a:lnTo>
                      <a:pt x="26137" y="198"/>
                    </a:lnTo>
                    <a:lnTo>
                      <a:pt x="25470" y="273"/>
                    </a:lnTo>
                    <a:lnTo>
                      <a:pt x="24803" y="364"/>
                    </a:lnTo>
                    <a:lnTo>
                      <a:pt x="24136" y="470"/>
                    </a:lnTo>
                    <a:lnTo>
                      <a:pt x="23469" y="577"/>
                    </a:lnTo>
                    <a:lnTo>
                      <a:pt x="22802" y="698"/>
                    </a:lnTo>
                    <a:lnTo>
                      <a:pt x="22150" y="834"/>
                    </a:lnTo>
                    <a:lnTo>
                      <a:pt x="21498" y="986"/>
                    </a:lnTo>
                    <a:lnTo>
                      <a:pt x="20846" y="1153"/>
                    </a:lnTo>
                    <a:lnTo>
                      <a:pt x="20194" y="1319"/>
                    </a:lnTo>
                    <a:lnTo>
                      <a:pt x="19557" y="1501"/>
                    </a:lnTo>
                    <a:lnTo>
                      <a:pt x="18921" y="1698"/>
                    </a:lnTo>
                    <a:lnTo>
                      <a:pt x="18284" y="1911"/>
                    </a:lnTo>
                    <a:lnTo>
                      <a:pt x="17662" y="2123"/>
                    </a:lnTo>
                    <a:lnTo>
                      <a:pt x="17041" y="2350"/>
                    </a:lnTo>
                    <a:lnTo>
                      <a:pt x="16419" y="2593"/>
                    </a:lnTo>
                    <a:lnTo>
                      <a:pt x="15813" y="2835"/>
                    </a:lnTo>
                    <a:lnTo>
                      <a:pt x="15206" y="3093"/>
                    </a:lnTo>
                    <a:lnTo>
                      <a:pt x="14615" y="3366"/>
                    </a:lnTo>
                    <a:lnTo>
                      <a:pt x="14024" y="3654"/>
                    </a:lnTo>
                    <a:lnTo>
                      <a:pt x="13433" y="3942"/>
                    </a:lnTo>
                    <a:lnTo>
                      <a:pt x="12857" y="4245"/>
                    </a:lnTo>
                    <a:lnTo>
                      <a:pt x="12296" y="4564"/>
                    </a:lnTo>
                    <a:lnTo>
                      <a:pt x="11735" y="4882"/>
                    </a:lnTo>
                    <a:lnTo>
                      <a:pt x="11174" y="5231"/>
                    </a:lnTo>
                    <a:lnTo>
                      <a:pt x="10628" y="5564"/>
                    </a:lnTo>
                    <a:lnTo>
                      <a:pt x="10082" y="5928"/>
                    </a:lnTo>
                    <a:lnTo>
                      <a:pt x="9552" y="6292"/>
                    </a:lnTo>
                    <a:lnTo>
                      <a:pt x="9036" y="6671"/>
                    </a:lnTo>
                    <a:lnTo>
                      <a:pt x="9036" y="6671"/>
                    </a:lnTo>
                    <a:lnTo>
                      <a:pt x="8324" y="7202"/>
                    </a:lnTo>
                    <a:lnTo>
                      <a:pt x="7626" y="7763"/>
                    </a:lnTo>
                    <a:lnTo>
                      <a:pt x="6959" y="8339"/>
                    </a:lnTo>
                    <a:lnTo>
                      <a:pt x="6307" y="8930"/>
                    </a:lnTo>
                    <a:lnTo>
                      <a:pt x="5686" y="9536"/>
                    </a:lnTo>
                    <a:lnTo>
                      <a:pt x="5064" y="10173"/>
                    </a:lnTo>
                    <a:lnTo>
                      <a:pt x="4473" y="10810"/>
                    </a:lnTo>
                    <a:lnTo>
                      <a:pt x="3897" y="11477"/>
                    </a:lnTo>
                    <a:lnTo>
                      <a:pt x="3336" y="12174"/>
                    </a:lnTo>
                    <a:lnTo>
                      <a:pt x="2805" y="12872"/>
                    </a:lnTo>
                    <a:lnTo>
                      <a:pt x="2290" y="13584"/>
                    </a:lnTo>
                    <a:lnTo>
                      <a:pt x="1789" y="14327"/>
                    </a:lnTo>
                    <a:lnTo>
                      <a:pt x="1304" y="15085"/>
                    </a:lnTo>
                    <a:lnTo>
                      <a:pt x="849" y="15858"/>
                    </a:lnTo>
                    <a:lnTo>
                      <a:pt x="410" y="16647"/>
                    </a:lnTo>
                    <a:lnTo>
                      <a:pt x="0" y="17450"/>
                    </a:lnTo>
                    <a:lnTo>
                      <a:pt x="0" y="17450"/>
                    </a:lnTo>
                    <a:lnTo>
                      <a:pt x="349" y="16920"/>
                    </a:lnTo>
                    <a:lnTo>
                      <a:pt x="728" y="16419"/>
                    </a:lnTo>
                    <a:lnTo>
                      <a:pt x="1107" y="15904"/>
                    </a:lnTo>
                    <a:lnTo>
                      <a:pt x="1501" y="15419"/>
                    </a:lnTo>
                    <a:lnTo>
                      <a:pt x="1911" y="14934"/>
                    </a:lnTo>
                    <a:lnTo>
                      <a:pt x="2320" y="14449"/>
                    </a:lnTo>
                    <a:lnTo>
                      <a:pt x="2744" y="13979"/>
                    </a:lnTo>
                    <a:lnTo>
                      <a:pt x="3169" y="13524"/>
                    </a:lnTo>
                    <a:lnTo>
                      <a:pt x="3609" y="13069"/>
                    </a:lnTo>
                    <a:lnTo>
                      <a:pt x="4063" y="12629"/>
                    </a:lnTo>
                    <a:lnTo>
                      <a:pt x="4518" y="12205"/>
                    </a:lnTo>
                    <a:lnTo>
                      <a:pt x="4988" y="11780"/>
                    </a:lnTo>
                    <a:lnTo>
                      <a:pt x="5473" y="11371"/>
                    </a:lnTo>
                    <a:lnTo>
                      <a:pt x="5958" y="10977"/>
                    </a:lnTo>
                    <a:lnTo>
                      <a:pt x="6459" y="10583"/>
                    </a:lnTo>
                    <a:lnTo>
                      <a:pt x="6974" y="10204"/>
                    </a:lnTo>
                    <a:lnTo>
                      <a:pt x="6974" y="10204"/>
                    </a:lnTo>
                    <a:lnTo>
                      <a:pt x="7490" y="9825"/>
                    </a:lnTo>
                    <a:lnTo>
                      <a:pt x="8020" y="9461"/>
                    </a:lnTo>
                    <a:lnTo>
                      <a:pt x="8566" y="9097"/>
                    </a:lnTo>
                    <a:lnTo>
                      <a:pt x="9112" y="8748"/>
                    </a:lnTo>
                    <a:lnTo>
                      <a:pt x="9673" y="8415"/>
                    </a:lnTo>
                    <a:lnTo>
                      <a:pt x="10234" y="8096"/>
                    </a:lnTo>
                    <a:lnTo>
                      <a:pt x="10795" y="7778"/>
                    </a:lnTo>
                    <a:lnTo>
                      <a:pt x="11371" y="7475"/>
                    </a:lnTo>
                    <a:lnTo>
                      <a:pt x="11962" y="7187"/>
                    </a:lnTo>
                    <a:lnTo>
                      <a:pt x="12553" y="6899"/>
                    </a:lnTo>
                    <a:lnTo>
                      <a:pt x="13145" y="6626"/>
                    </a:lnTo>
                    <a:lnTo>
                      <a:pt x="13751" y="6368"/>
                    </a:lnTo>
                    <a:lnTo>
                      <a:pt x="14357" y="6110"/>
                    </a:lnTo>
                    <a:lnTo>
                      <a:pt x="14979" y="5883"/>
                    </a:lnTo>
                    <a:lnTo>
                      <a:pt x="15601" y="5655"/>
                    </a:lnTo>
                    <a:lnTo>
                      <a:pt x="16222" y="5428"/>
                    </a:lnTo>
                    <a:lnTo>
                      <a:pt x="16859" y="5231"/>
                    </a:lnTo>
                    <a:lnTo>
                      <a:pt x="17496" y="5034"/>
                    </a:lnTo>
                    <a:lnTo>
                      <a:pt x="18132" y="4852"/>
                    </a:lnTo>
                    <a:lnTo>
                      <a:pt x="18784" y="4685"/>
                    </a:lnTo>
                    <a:lnTo>
                      <a:pt x="19436" y="4518"/>
                    </a:lnTo>
                    <a:lnTo>
                      <a:pt x="20088" y="4367"/>
                    </a:lnTo>
                    <a:lnTo>
                      <a:pt x="20740" y="4230"/>
                    </a:lnTo>
                    <a:lnTo>
                      <a:pt x="21407" y="4109"/>
                    </a:lnTo>
                    <a:lnTo>
                      <a:pt x="22074" y="3988"/>
                    </a:lnTo>
                    <a:lnTo>
                      <a:pt x="22741" y="3897"/>
                    </a:lnTo>
                    <a:lnTo>
                      <a:pt x="23408" y="3806"/>
                    </a:lnTo>
                    <a:lnTo>
                      <a:pt x="24075" y="3715"/>
                    </a:lnTo>
                    <a:lnTo>
                      <a:pt x="24758" y="3654"/>
                    </a:lnTo>
                    <a:lnTo>
                      <a:pt x="25440" y="3609"/>
                    </a:lnTo>
                    <a:lnTo>
                      <a:pt x="26122" y="3563"/>
                    </a:lnTo>
                    <a:lnTo>
                      <a:pt x="26804" y="3533"/>
                    </a:lnTo>
                    <a:lnTo>
                      <a:pt x="26804" y="3533"/>
                    </a:lnTo>
                    <a:lnTo>
                      <a:pt x="27532" y="3563"/>
                    </a:lnTo>
                    <a:lnTo>
                      <a:pt x="28244" y="3609"/>
                    </a:lnTo>
                    <a:lnTo>
                      <a:pt x="28972" y="3669"/>
                    </a:lnTo>
                    <a:lnTo>
                      <a:pt x="29685" y="3730"/>
                    </a:lnTo>
                    <a:lnTo>
                      <a:pt x="30397" y="3821"/>
                    </a:lnTo>
                    <a:lnTo>
                      <a:pt x="31110" y="3927"/>
                    </a:lnTo>
                    <a:lnTo>
                      <a:pt x="31807" y="4033"/>
                    </a:lnTo>
                    <a:lnTo>
                      <a:pt x="32505" y="4154"/>
                    </a:lnTo>
                    <a:lnTo>
                      <a:pt x="33202" y="4291"/>
                    </a:lnTo>
                    <a:lnTo>
                      <a:pt x="33899" y="4443"/>
                    </a:lnTo>
                    <a:lnTo>
                      <a:pt x="34597" y="4609"/>
                    </a:lnTo>
                    <a:lnTo>
                      <a:pt x="35279" y="4791"/>
                    </a:lnTo>
                    <a:lnTo>
                      <a:pt x="35946" y="4973"/>
                    </a:lnTo>
                    <a:lnTo>
                      <a:pt x="36628" y="5185"/>
                    </a:lnTo>
                    <a:lnTo>
                      <a:pt x="37295" y="5398"/>
                    </a:lnTo>
                    <a:lnTo>
                      <a:pt x="37947" y="5625"/>
                    </a:lnTo>
                    <a:lnTo>
                      <a:pt x="38614" y="5868"/>
                    </a:lnTo>
                    <a:lnTo>
                      <a:pt x="39251" y="6110"/>
                    </a:lnTo>
                    <a:lnTo>
                      <a:pt x="39903" y="6383"/>
                    </a:lnTo>
                    <a:lnTo>
                      <a:pt x="40540" y="6656"/>
                    </a:lnTo>
                    <a:lnTo>
                      <a:pt x="41161" y="6944"/>
                    </a:lnTo>
                    <a:lnTo>
                      <a:pt x="41783" y="7247"/>
                    </a:lnTo>
                    <a:lnTo>
                      <a:pt x="42404" y="7550"/>
                    </a:lnTo>
                    <a:lnTo>
                      <a:pt x="43011" y="7884"/>
                    </a:lnTo>
                    <a:lnTo>
                      <a:pt x="43602" y="8217"/>
                    </a:lnTo>
                    <a:lnTo>
                      <a:pt x="44193" y="8566"/>
                    </a:lnTo>
                    <a:lnTo>
                      <a:pt x="44769" y="8915"/>
                    </a:lnTo>
                    <a:lnTo>
                      <a:pt x="45346" y="9294"/>
                    </a:lnTo>
                    <a:lnTo>
                      <a:pt x="45907" y="9673"/>
                    </a:lnTo>
                    <a:lnTo>
                      <a:pt x="46467" y="10067"/>
                    </a:lnTo>
                    <a:lnTo>
                      <a:pt x="47013" y="10476"/>
                    </a:lnTo>
                    <a:lnTo>
                      <a:pt x="47544" y="10886"/>
                    </a:lnTo>
                    <a:lnTo>
                      <a:pt x="47544" y="10886"/>
                    </a:lnTo>
                    <a:lnTo>
                      <a:pt x="48272" y="11477"/>
                    </a:lnTo>
                    <a:lnTo>
                      <a:pt x="48984" y="12099"/>
                    </a:lnTo>
                    <a:lnTo>
                      <a:pt x="49666" y="12735"/>
                    </a:lnTo>
                    <a:lnTo>
                      <a:pt x="50318" y="13387"/>
                    </a:lnTo>
                    <a:lnTo>
                      <a:pt x="50970" y="14069"/>
                    </a:lnTo>
                    <a:lnTo>
                      <a:pt x="51577" y="14767"/>
                    </a:lnTo>
                    <a:lnTo>
                      <a:pt x="52183" y="15479"/>
                    </a:lnTo>
                    <a:lnTo>
                      <a:pt x="52759" y="16222"/>
                    </a:lnTo>
                    <a:lnTo>
                      <a:pt x="53305" y="16980"/>
                    </a:lnTo>
                    <a:lnTo>
                      <a:pt x="53836" y="17754"/>
                    </a:lnTo>
                    <a:lnTo>
                      <a:pt x="54336" y="18542"/>
                    </a:lnTo>
                    <a:lnTo>
                      <a:pt x="54821" y="19345"/>
                    </a:lnTo>
                    <a:lnTo>
                      <a:pt x="55291" y="20179"/>
                    </a:lnTo>
                    <a:lnTo>
                      <a:pt x="55731" y="21028"/>
                    </a:lnTo>
                    <a:lnTo>
                      <a:pt x="56140" y="21908"/>
                    </a:lnTo>
                    <a:lnTo>
                      <a:pt x="56534" y="22787"/>
                    </a:lnTo>
                    <a:lnTo>
                      <a:pt x="56534" y="22787"/>
                    </a:lnTo>
                    <a:lnTo>
                      <a:pt x="56868" y="23621"/>
                    </a:lnTo>
                    <a:lnTo>
                      <a:pt x="57186" y="24455"/>
                    </a:lnTo>
                    <a:lnTo>
                      <a:pt x="57489" y="25304"/>
                    </a:lnTo>
                    <a:lnTo>
                      <a:pt x="57762" y="26183"/>
                    </a:lnTo>
                    <a:lnTo>
                      <a:pt x="58020" y="27062"/>
                    </a:lnTo>
                    <a:lnTo>
                      <a:pt x="58262" y="27957"/>
                    </a:lnTo>
                    <a:lnTo>
                      <a:pt x="58475" y="28851"/>
                    </a:lnTo>
                    <a:lnTo>
                      <a:pt x="58672" y="29776"/>
                    </a:lnTo>
                    <a:lnTo>
                      <a:pt x="58854" y="30701"/>
                    </a:lnTo>
                    <a:lnTo>
                      <a:pt x="59005" y="31641"/>
                    </a:lnTo>
                    <a:lnTo>
                      <a:pt x="59142" y="32596"/>
                    </a:lnTo>
                    <a:lnTo>
                      <a:pt x="59263" y="33551"/>
                    </a:lnTo>
                    <a:lnTo>
                      <a:pt x="59354" y="34521"/>
                    </a:lnTo>
                    <a:lnTo>
                      <a:pt x="59430" y="35507"/>
                    </a:lnTo>
                    <a:lnTo>
                      <a:pt x="59475" y="36507"/>
                    </a:lnTo>
                    <a:lnTo>
                      <a:pt x="59506" y="37508"/>
                    </a:lnTo>
                    <a:lnTo>
                      <a:pt x="59506" y="87523"/>
                    </a:lnTo>
                    <a:lnTo>
                      <a:pt x="59506" y="87523"/>
                    </a:lnTo>
                    <a:lnTo>
                      <a:pt x="59945" y="87477"/>
                    </a:lnTo>
                    <a:lnTo>
                      <a:pt x="60385" y="87401"/>
                    </a:lnTo>
                    <a:lnTo>
                      <a:pt x="60825" y="87326"/>
                    </a:lnTo>
                    <a:lnTo>
                      <a:pt x="61264" y="87219"/>
                    </a:lnTo>
                    <a:lnTo>
                      <a:pt x="61264" y="87219"/>
                    </a:lnTo>
                    <a:lnTo>
                      <a:pt x="61325" y="87204"/>
                    </a:lnTo>
                    <a:lnTo>
                      <a:pt x="61385" y="87174"/>
                    </a:lnTo>
                    <a:lnTo>
                      <a:pt x="61446" y="87128"/>
                    </a:lnTo>
                    <a:lnTo>
                      <a:pt x="61492" y="87083"/>
                    </a:lnTo>
                    <a:lnTo>
                      <a:pt x="61522" y="87022"/>
                    </a:lnTo>
                    <a:lnTo>
                      <a:pt x="61552" y="86962"/>
                    </a:lnTo>
                    <a:lnTo>
                      <a:pt x="61567" y="86901"/>
                    </a:lnTo>
                    <a:lnTo>
                      <a:pt x="61567" y="86825"/>
                    </a:lnTo>
                    <a:lnTo>
                      <a:pt x="61567" y="33991"/>
                    </a:lnTo>
                    <a:lnTo>
                      <a:pt x="61567" y="33991"/>
                    </a:lnTo>
                    <a:lnTo>
                      <a:pt x="61537" y="32975"/>
                    </a:lnTo>
                    <a:lnTo>
                      <a:pt x="61492" y="31989"/>
                    </a:lnTo>
                    <a:lnTo>
                      <a:pt x="61416" y="31004"/>
                    </a:lnTo>
                    <a:lnTo>
                      <a:pt x="61325" y="30018"/>
                    </a:lnTo>
                    <a:lnTo>
                      <a:pt x="61204" y="29063"/>
                    </a:lnTo>
                    <a:lnTo>
                      <a:pt x="61067" y="28108"/>
                    </a:lnTo>
                    <a:lnTo>
                      <a:pt x="60915" y="27168"/>
                    </a:lnTo>
                    <a:lnTo>
                      <a:pt x="60734" y="26243"/>
                    </a:lnTo>
                    <a:lnTo>
                      <a:pt x="60536" y="25334"/>
                    </a:lnTo>
                    <a:lnTo>
                      <a:pt x="60324" y="24424"/>
                    </a:lnTo>
                    <a:lnTo>
                      <a:pt x="60082" y="23530"/>
                    </a:lnTo>
                    <a:lnTo>
                      <a:pt x="59824" y="22650"/>
                    </a:lnTo>
                    <a:lnTo>
                      <a:pt x="59551" y="21786"/>
                    </a:lnTo>
                    <a:lnTo>
                      <a:pt x="59248" y="20922"/>
                    </a:lnTo>
                    <a:lnTo>
                      <a:pt x="58929" y="20088"/>
                    </a:lnTo>
                    <a:lnTo>
                      <a:pt x="58596" y="19254"/>
                    </a:lnTo>
                    <a:lnTo>
                      <a:pt x="58596" y="19254"/>
                    </a:lnTo>
                    <a:lnTo>
                      <a:pt x="58202" y="18375"/>
                    </a:lnTo>
                    <a:lnTo>
                      <a:pt x="57792" y="17511"/>
                    </a:lnTo>
                    <a:lnTo>
                      <a:pt x="57353" y="16662"/>
                    </a:lnTo>
                    <a:lnTo>
                      <a:pt x="56883" y="15828"/>
                    </a:lnTo>
                    <a:lnTo>
                      <a:pt x="56398" y="15009"/>
                    </a:lnTo>
                    <a:lnTo>
                      <a:pt x="55897" y="14221"/>
                    </a:lnTo>
                    <a:lnTo>
                      <a:pt x="55367" y="13448"/>
                    </a:lnTo>
                    <a:lnTo>
                      <a:pt x="54821" y="12690"/>
                    </a:lnTo>
                    <a:lnTo>
                      <a:pt x="54245" y="11947"/>
                    </a:lnTo>
                    <a:lnTo>
                      <a:pt x="53654" y="11234"/>
                    </a:lnTo>
                    <a:lnTo>
                      <a:pt x="53032" y="10537"/>
                    </a:lnTo>
                    <a:lnTo>
                      <a:pt x="52380" y="9870"/>
                    </a:lnTo>
                    <a:lnTo>
                      <a:pt x="51728" y="9203"/>
                    </a:lnTo>
                    <a:lnTo>
                      <a:pt x="51046" y="8566"/>
                    </a:lnTo>
                    <a:lnTo>
                      <a:pt x="50333" y="7960"/>
                    </a:lnTo>
                    <a:lnTo>
                      <a:pt x="49606" y="7353"/>
                    </a:lnTo>
                    <a:lnTo>
                      <a:pt x="49606" y="7353"/>
                    </a:lnTo>
                    <a:lnTo>
                      <a:pt x="49075" y="6944"/>
                    </a:lnTo>
                    <a:lnTo>
                      <a:pt x="48529" y="6535"/>
                    </a:lnTo>
                    <a:lnTo>
                      <a:pt x="47968" y="6140"/>
                    </a:lnTo>
                    <a:lnTo>
                      <a:pt x="47407" y="5761"/>
                    </a:lnTo>
                    <a:lnTo>
                      <a:pt x="46831" y="5398"/>
                    </a:lnTo>
                    <a:lnTo>
                      <a:pt x="46255" y="5034"/>
                    </a:lnTo>
                    <a:lnTo>
                      <a:pt x="45664" y="4685"/>
                    </a:lnTo>
                    <a:lnTo>
                      <a:pt x="45073" y="4352"/>
                    </a:lnTo>
                    <a:lnTo>
                      <a:pt x="44466" y="4033"/>
                    </a:lnTo>
                    <a:lnTo>
                      <a:pt x="43845" y="3715"/>
                    </a:lnTo>
                    <a:lnTo>
                      <a:pt x="43223" y="3412"/>
                    </a:lnTo>
                    <a:lnTo>
                      <a:pt x="42602" y="3124"/>
                    </a:lnTo>
                    <a:lnTo>
                      <a:pt x="41965" y="2851"/>
                    </a:lnTo>
                    <a:lnTo>
                      <a:pt x="41313" y="2593"/>
                    </a:lnTo>
                    <a:lnTo>
                      <a:pt x="40676" y="2335"/>
                    </a:lnTo>
                    <a:lnTo>
                      <a:pt x="40009" y="2093"/>
                    </a:lnTo>
                    <a:lnTo>
                      <a:pt x="39357" y="1865"/>
                    </a:lnTo>
                    <a:lnTo>
                      <a:pt x="38690" y="1653"/>
                    </a:lnTo>
                    <a:lnTo>
                      <a:pt x="38008" y="1456"/>
                    </a:lnTo>
                    <a:lnTo>
                      <a:pt x="37341" y="1259"/>
                    </a:lnTo>
                    <a:lnTo>
                      <a:pt x="36659" y="1077"/>
                    </a:lnTo>
                    <a:lnTo>
                      <a:pt x="35961" y="925"/>
                    </a:lnTo>
                    <a:lnTo>
                      <a:pt x="35264" y="774"/>
                    </a:lnTo>
                    <a:lnTo>
                      <a:pt x="34566" y="637"/>
                    </a:lnTo>
                    <a:lnTo>
                      <a:pt x="33869" y="501"/>
                    </a:lnTo>
                    <a:lnTo>
                      <a:pt x="33172" y="395"/>
                    </a:lnTo>
                    <a:lnTo>
                      <a:pt x="32459" y="288"/>
                    </a:lnTo>
                    <a:lnTo>
                      <a:pt x="31747" y="213"/>
                    </a:lnTo>
                    <a:lnTo>
                      <a:pt x="31034" y="137"/>
                    </a:lnTo>
                    <a:lnTo>
                      <a:pt x="30306" y="76"/>
                    </a:lnTo>
                    <a:lnTo>
                      <a:pt x="29594" y="31"/>
                    </a:lnTo>
                    <a:lnTo>
                      <a:pt x="2886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8"/>
              <p:cNvSpPr/>
              <p:nvPr/>
            </p:nvSpPr>
            <p:spPr>
              <a:xfrm>
                <a:off x="6412137" y="1165516"/>
                <a:ext cx="495258" cy="774525"/>
              </a:xfrm>
              <a:custGeom>
                <a:avLst/>
                <a:gdLst/>
                <a:ahLst/>
                <a:cxnLst/>
                <a:rect l="l" t="t" r="r" b="b"/>
                <a:pathLst>
                  <a:path w="14707" h="23000" extrusionOk="0">
                    <a:moveTo>
                      <a:pt x="14706" y="0"/>
                    </a:moveTo>
                    <a:lnTo>
                      <a:pt x="13903" y="395"/>
                    </a:lnTo>
                    <a:lnTo>
                      <a:pt x="13129" y="819"/>
                    </a:lnTo>
                    <a:lnTo>
                      <a:pt x="12371" y="1274"/>
                    </a:lnTo>
                    <a:lnTo>
                      <a:pt x="11629" y="1744"/>
                    </a:lnTo>
                    <a:lnTo>
                      <a:pt x="10901" y="2259"/>
                    </a:lnTo>
                    <a:lnTo>
                      <a:pt x="10204" y="2790"/>
                    </a:lnTo>
                    <a:lnTo>
                      <a:pt x="9506" y="3336"/>
                    </a:lnTo>
                    <a:lnTo>
                      <a:pt x="8839" y="3912"/>
                    </a:lnTo>
                    <a:lnTo>
                      <a:pt x="8187" y="4518"/>
                    </a:lnTo>
                    <a:lnTo>
                      <a:pt x="7566" y="5140"/>
                    </a:lnTo>
                    <a:lnTo>
                      <a:pt x="6959" y="5777"/>
                    </a:lnTo>
                    <a:lnTo>
                      <a:pt x="6368" y="6444"/>
                    </a:lnTo>
                    <a:lnTo>
                      <a:pt x="5807" y="7126"/>
                    </a:lnTo>
                    <a:lnTo>
                      <a:pt x="5261" y="7823"/>
                    </a:lnTo>
                    <a:lnTo>
                      <a:pt x="4746" y="8551"/>
                    </a:lnTo>
                    <a:lnTo>
                      <a:pt x="4245" y="9279"/>
                    </a:lnTo>
                    <a:lnTo>
                      <a:pt x="3775" y="10037"/>
                    </a:lnTo>
                    <a:lnTo>
                      <a:pt x="3336" y="10795"/>
                    </a:lnTo>
                    <a:lnTo>
                      <a:pt x="2911" y="11583"/>
                    </a:lnTo>
                    <a:lnTo>
                      <a:pt x="2517" y="12372"/>
                    </a:lnTo>
                    <a:lnTo>
                      <a:pt x="2153" y="13175"/>
                    </a:lnTo>
                    <a:lnTo>
                      <a:pt x="1805" y="13994"/>
                    </a:lnTo>
                    <a:lnTo>
                      <a:pt x="1501" y="14812"/>
                    </a:lnTo>
                    <a:lnTo>
                      <a:pt x="1213" y="15661"/>
                    </a:lnTo>
                    <a:lnTo>
                      <a:pt x="956" y="16495"/>
                    </a:lnTo>
                    <a:lnTo>
                      <a:pt x="728" y="17359"/>
                    </a:lnTo>
                    <a:lnTo>
                      <a:pt x="531" y="18208"/>
                    </a:lnTo>
                    <a:lnTo>
                      <a:pt x="364" y="19088"/>
                    </a:lnTo>
                    <a:lnTo>
                      <a:pt x="228" y="19952"/>
                    </a:lnTo>
                    <a:lnTo>
                      <a:pt x="122" y="20831"/>
                    </a:lnTo>
                    <a:lnTo>
                      <a:pt x="46" y="21710"/>
                    </a:lnTo>
                    <a:lnTo>
                      <a:pt x="0" y="22605"/>
                    </a:lnTo>
                    <a:lnTo>
                      <a:pt x="470" y="22726"/>
                    </a:lnTo>
                    <a:lnTo>
                      <a:pt x="1001" y="22832"/>
                    </a:lnTo>
                    <a:lnTo>
                      <a:pt x="1562" y="22908"/>
                    </a:lnTo>
                    <a:lnTo>
                      <a:pt x="2153" y="22969"/>
                    </a:lnTo>
                    <a:lnTo>
                      <a:pt x="2441" y="22984"/>
                    </a:lnTo>
                    <a:lnTo>
                      <a:pt x="2729" y="22999"/>
                    </a:lnTo>
                    <a:lnTo>
                      <a:pt x="3017" y="22984"/>
                    </a:lnTo>
                    <a:lnTo>
                      <a:pt x="3290" y="22969"/>
                    </a:lnTo>
                    <a:lnTo>
                      <a:pt x="3563" y="22954"/>
                    </a:lnTo>
                    <a:lnTo>
                      <a:pt x="3806" y="22908"/>
                    </a:lnTo>
                    <a:lnTo>
                      <a:pt x="4048" y="22848"/>
                    </a:lnTo>
                    <a:lnTo>
                      <a:pt x="4261" y="22772"/>
                    </a:lnTo>
                    <a:lnTo>
                      <a:pt x="4291" y="21968"/>
                    </a:lnTo>
                    <a:lnTo>
                      <a:pt x="4336" y="21165"/>
                    </a:lnTo>
                    <a:lnTo>
                      <a:pt x="4412" y="20361"/>
                    </a:lnTo>
                    <a:lnTo>
                      <a:pt x="4503" y="19573"/>
                    </a:lnTo>
                    <a:lnTo>
                      <a:pt x="4624" y="18769"/>
                    </a:lnTo>
                    <a:lnTo>
                      <a:pt x="4746" y="17981"/>
                    </a:lnTo>
                    <a:lnTo>
                      <a:pt x="4897" y="17193"/>
                    </a:lnTo>
                    <a:lnTo>
                      <a:pt x="5079" y="16404"/>
                    </a:lnTo>
                    <a:lnTo>
                      <a:pt x="5276" y="15631"/>
                    </a:lnTo>
                    <a:lnTo>
                      <a:pt x="5489" y="14843"/>
                    </a:lnTo>
                    <a:lnTo>
                      <a:pt x="5716" y="14085"/>
                    </a:lnTo>
                    <a:lnTo>
                      <a:pt x="5974" y="13311"/>
                    </a:lnTo>
                    <a:lnTo>
                      <a:pt x="6231" y="12553"/>
                    </a:lnTo>
                    <a:lnTo>
                      <a:pt x="6519" y="11795"/>
                    </a:lnTo>
                    <a:lnTo>
                      <a:pt x="6838" y="11053"/>
                    </a:lnTo>
                    <a:lnTo>
                      <a:pt x="7156" y="10325"/>
                    </a:lnTo>
                    <a:lnTo>
                      <a:pt x="7505" y="9597"/>
                    </a:lnTo>
                    <a:lnTo>
                      <a:pt x="7869" y="8869"/>
                    </a:lnTo>
                    <a:lnTo>
                      <a:pt x="8248" y="8157"/>
                    </a:lnTo>
                    <a:lnTo>
                      <a:pt x="8642" y="7459"/>
                    </a:lnTo>
                    <a:lnTo>
                      <a:pt x="9066" y="6777"/>
                    </a:lnTo>
                    <a:lnTo>
                      <a:pt x="9491" y="6095"/>
                    </a:lnTo>
                    <a:lnTo>
                      <a:pt x="9946" y="5428"/>
                    </a:lnTo>
                    <a:lnTo>
                      <a:pt x="10401" y="4761"/>
                    </a:lnTo>
                    <a:lnTo>
                      <a:pt x="10886" y="4124"/>
                    </a:lnTo>
                    <a:lnTo>
                      <a:pt x="11386" y="3487"/>
                    </a:lnTo>
                    <a:lnTo>
                      <a:pt x="11901" y="2866"/>
                    </a:lnTo>
                    <a:lnTo>
                      <a:pt x="12432" y="2275"/>
                    </a:lnTo>
                    <a:lnTo>
                      <a:pt x="12978" y="1683"/>
                    </a:lnTo>
                    <a:lnTo>
                      <a:pt x="13539" y="1107"/>
                    </a:lnTo>
                    <a:lnTo>
                      <a:pt x="14115" y="546"/>
                    </a:lnTo>
                    <a:lnTo>
                      <a:pt x="14706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8"/>
              <p:cNvSpPr/>
              <p:nvPr/>
            </p:nvSpPr>
            <p:spPr>
              <a:xfrm>
                <a:off x="6276827" y="1550468"/>
                <a:ext cx="308396" cy="308396"/>
              </a:xfrm>
              <a:custGeom>
                <a:avLst/>
                <a:gdLst/>
                <a:ahLst/>
                <a:cxnLst/>
                <a:rect l="l" t="t" r="r" b="b"/>
                <a:pathLst>
                  <a:path w="9158" h="9158" extrusionOk="0">
                    <a:moveTo>
                      <a:pt x="4579" y="1"/>
                    </a:moveTo>
                    <a:lnTo>
                      <a:pt x="4534" y="728"/>
                    </a:lnTo>
                    <a:lnTo>
                      <a:pt x="4473" y="1365"/>
                    </a:lnTo>
                    <a:lnTo>
                      <a:pt x="4413" y="1926"/>
                    </a:lnTo>
                    <a:lnTo>
                      <a:pt x="4337" y="2411"/>
                    </a:lnTo>
                    <a:lnTo>
                      <a:pt x="4291" y="2623"/>
                    </a:lnTo>
                    <a:lnTo>
                      <a:pt x="4231" y="2836"/>
                    </a:lnTo>
                    <a:lnTo>
                      <a:pt x="4170" y="3018"/>
                    </a:lnTo>
                    <a:lnTo>
                      <a:pt x="4094" y="3184"/>
                    </a:lnTo>
                    <a:lnTo>
                      <a:pt x="4018" y="3336"/>
                    </a:lnTo>
                    <a:lnTo>
                      <a:pt x="3943" y="3488"/>
                    </a:lnTo>
                    <a:lnTo>
                      <a:pt x="3837" y="3609"/>
                    </a:lnTo>
                    <a:lnTo>
                      <a:pt x="3730" y="3730"/>
                    </a:lnTo>
                    <a:lnTo>
                      <a:pt x="3609" y="3836"/>
                    </a:lnTo>
                    <a:lnTo>
                      <a:pt x="3488" y="3927"/>
                    </a:lnTo>
                    <a:lnTo>
                      <a:pt x="3336" y="4018"/>
                    </a:lnTo>
                    <a:lnTo>
                      <a:pt x="3185" y="4094"/>
                    </a:lnTo>
                    <a:lnTo>
                      <a:pt x="3018" y="4170"/>
                    </a:lnTo>
                    <a:lnTo>
                      <a:pt x="2836" y="4230"/>
                    </a:lnTo>
                    <a:lnTo>
                      <a:pt x="2624" y="4276"/>
                    </a:lnTo>
                    <a:lnTo>
                      <a:pt x="2411" y="4337"/>
                    </a:lnTo>
                    <a:lnTo>
                      <a:pt x="1926" y="4412"/>
                    </a:lnTo>
                    <a:lnTo>
                      <a:pt x="1365" y="4473"/>
                    </a:lnTo>
                    <a:lnTo>
                      <a:pt x="729" y="4534"/>
                    </a:lnTo>
                    <a:lnTo>
                      <a:pt x="1" y="4579"/>
                    </a:lnTo>
                    <a:lnTo>
                      <a:pt x="729" y="4640"/>
                    </a:lnTo>
                    <a:lnTo>
                      <a:pt x="1365" y="4685"/>
                    </a:lnTo>
                    <a:lnTo>
                      <a:pt x="1926" y="4746"/>
                    </a:lnTo>
                    <a:lnTo>
                      <a:pt x="2411" y="4837"/>
                    </a:lnTo>
                    <a:lnTo>
                      <a:pt x="2624" y="4882"/>
                    </a:lnTo>
                    <a:lnTo>
                      <a:pt x="2836" y="4943"/>
                    </a:lnTo>
                    <a:lnTo>
                      <a:pt x="3018" y="5004"/>
                    </a:lnTo>
                    <a:lnTo>
                      <a:pt x="3185" y="5064"/>
                    </a:lnTo>
                    <a:lnTo>
                      <a:pt x="3336" y="5140"/>
                    </a:lnTo>
                    <a:lnTo>
                      <a:pt x="3488" y="5231"/>
                    </a:lnTo>
                    <a:lnTo>
                      <a:pt x="3609" y="5322"/>
                    </a:lnTo>
                    <a:lnTo>
                      <a:pt x="3730" y="5428"/>
                    </a:lnTo>
                    <a:lnTo>
                      <a:pt x="3837" y="5549"/>
                    </a:lnTo>
                    <a:lnTo>
                      <a:pt x="3943" y="5686"/>
                    </a:lnTo>
                    <a:lnTo>
                      <a:pt x="4018" y="5822"/>
                    </a:lnTo>
                    <a:lnTo>
                      <a:pt x="4094" y="5974"/>
                    </a:lnTo>
                    <a:lnTo>
                      <a:pt x="4170" y="6156"/>
                    </a:lnTo>
                    <a:lnTo>
                      <a:pt x="4231" y="6338"/>
                    </a:lnTo>
                    <a:lnTo>
                      <a:pt x="4291" y="6535"/>
                    </a:lnTo>
                    <a:lnTo>
                      <a:pt x="4337" y="6747"/>
                    </a:lnTo>
                    <a:lnTo>
                      <a:pt x="4413" y="7232"/>
                    </a:lnTo>
                    <a:lnTo>
                      <a:pt x="4473" y="7793"/>
                    </a:lnTo>
                    <a:lnTo>
                      <a:pt x="4534" y="8430"/>
                    </a:lnTo>
                    <a:lnTo>
                      <a:pt x="4579" y="9158"/>
                    </a:lnTo>
                    <a:lnTo>
                      <a:pt x="4640" y="8430"/>
                    </a:lnTo>
                    <a:lnTo>
                      <a:pt x="4686" y="7793"/>
                    </a:lnTo>
                    <a:lnTo>
                      <a:pt x="4746" y="7232"/>
                    </a:lnTo>
                    <a:lnTo>
                      <a:pt x="4837" y="6747"/>
                    </a:lnTo>
                    <a:lnTo>
                      <a:pt x="4883" y="6535"/>
                    </a:lnTo>
                    <a:lnTo>
                      <a:pt x="4943" y="6338"/>
                    </a:lnTo>
                    <a:lnTo>
                      <a:pt x="5004" y="6156"/>
                    </a:lnTo>
                    <a:lnTo>
                      <a:pt x="5065" y="5974"/>
                    </a:lnTo>
                    <a:lnTo>
                      <a:pt x="5140" y="5822"/>
                    </a:lnTo>
                    <a:lnTo>
                      <a:pt x="5231" y="5686"/>
                    </a:lnTo>
                    <a:lnTo>
                      <a:pt x="5322" y="5549"/>
                    </a:lnTo>
                    <a:lnTo>
                      <a:pt x="5428" y="5428"/>
                    </a:lnTo>
                    <a:lnTo>
                      <a:pt x="5550" y="5322"/>
                    </a:lnTo>
                    <a:lnTo>
                      <a:pt x="5686" y="5231"/>
                    </a:lnTo>
                    <a:lnTo>
                      <a:pt x="5823" y="5140"/>
                    </a:lnTo>
                    <a:lnTo>
                      <a:pt x="5974" y="5064"/>
                    </a:lnTo>
                    <a:lnTo>
                      <a:pt x="6156" y="5004"/>
                    </a:lnTo>
                    <a:lnTo>
                      <a:pt x="6338" y="4943"/>
                    </a:lnTo>
                    <a:lnTo>
                      <a:pt x="6535" y="4882"/>
                    </a:lnTo>
                    <a:lnTo>
                      <a:pt x="6747" y="4837"/>
                    </a:lnTo>
                    <a:lnTo>
                      <a:pt x="7232" y="4746"/>
                    </a:lnTo>
                    <a:lnTo>
                      <a:pt x="7793" y="4685"/>
                    </a:lnTo>
                    <a:lnTo>
                      <a:pt x="8430" y="4640"/>
                    </a:lnTo>
                    <a:lnTo>
                      <a:pt x="9158" y="4579"/>
                    </a:lnTo>
                    <a:lnTo>
                      <a:pt x="8430" y="4534"/>
                    </a:lnTo>
                    <a:lnTo>
                      <a:pt x="7793" y="4473"/>
                    </a:lnTo>
                    <a:lnTo>
                      <a:pt x="7232" y="4412"/>
                    </a:lnTo>
                    <a:lnTo>
                      <a:pt x="6747" y="4337"/>
                    </a:lnTo>
                    <a:lnTo>
                      <a:pt x="6535" y="4276"/>
                    </a:lnTo>
                    <a:lnTo>
                      <a:pt x="6338" y="4230"/>
                    </a:lnTo>
                    <a:lnTo>
                      <a:pt x="6156" y="4170"/>
                    </a:lnTo>
                    <a:lnTo>
                      <a:pt x="5974" y="4094"/>
                    </a:lnTo>
                    <a:lnTo>
                      <a:pt x="5823" y="4018"/>
                    </a:lnTo>
                    <a:lnTo>
                      <a:pt x="5686" y="3927"/>
                    </a:lnTo>
                    <a:lnTo>
                      <a:pt x="5550" y="3836"/>
                    </a:lnTo>
                    <a:lnTo>
                      <a:pt x="5428" y="3730"/>
                    </a:lnTo>
                    <a:lnTo>
                      <a:pt x="5322" y="3609"/>
                    </a:lnTo>
                    <a:lnTo>
                      <a:pt x="5231" y="3488"/>
                    </a:lnTo>
                    <a:lnTo>
                      <a:pt x="5140" y="3336"/>
                    </a:lnTo>
                    <a:lnTo>
                      <a:pt x="5065" y="3184"/>
                    </a:lnTo>
                    <a:lnTo>
                      <a:pt x="5004" y="3018"/>
                    </a:lnTo>
                    <a:lnTo>
                      <a:pt x="4943" y="2836"/>
                    </a:lnTo>
                    <a:lnTo>
                      <a:pt x="4883" y="2623"/>
                    </a:lnTo>
                    <a:lnTo>
                      <a:pt x="4837" y="2411"/>
                    </a:lnTo>
                    <a:lnTo>
                      <a:pt x="4746" y="1926"/>
                    </a:lnTo>
                    <a:lnTo>
                      <a:pt x="4686" y="1365"/>
                    </a:lnTo>
                    <a:lnTo>
                      <a:pt x="4640" y="728"/>
                    </a:lnTo>
                    <a:lnTo>
                      <a:pt x="4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8"/>
              <p:cNvSpPr/>
              <p:nvPr/>
            </p:nvSpPr>
            <p:spPr>
              <a:xfrm>
                <a:off x="8357336" y="2350512"/>
                <a:ext cx="345135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0249" h="10264" extrusionOk="0">
                    <a:moveTo>
                      <a:pt x="5124" y="0"/>
                    </a:moveTo>
                    <a:lnTo>
                      <a:pt x="5064" y="819"/>
                    </a:lnTo>
                    <a:lnTo>
                      <a:pt x="5003" y="1531"/>
                    </a:lnTo>
                    <a:lnTo>
                      <a:pt x="4927" y="2153"/>
                    </a:lnTo>
                    <a:lnTo>
                      <a:pt x="4836" y="2699"/>
                    </a:lnTo>
                    <a:lnTo>
                      <a:pt x="4791" y="2941"/>
                    </a:lnTo>
                    <a:lnTo>
                      <a:pt x="4730" y="3169"/>
                    </a:lnTo>
                    <a:lnTo>
                      <a:pt x="4654" y="3381"/>
                    </a:lnTo>
                    <a:lnTo>
                      <a:pt x="4579" y="3563"/>
                    </a:lnTo>
                    <a:lnTo>
                      <a:pt x="4488" y="3745"/>
                    </a:lnTo>
                    <a:lnTo>
                      <a:pt x="4397" y="3897"/>
                    </a:lnTo>
                    <a:lnTo>
                      <a:pt x="4291" y="4048"/>
                    </a:lnTo>
                    <a:lnTo>
                      <a:pt x="4169" y="4185"/>
                    </a:lnTo>
                    <a:lnTo>
                      <a:pt x="4033" y="4306"/>
                    </a:lnTo>
                    <a:lnTo>
                      <a:pt x="3896" y="4412"/>
                    </a:lnTo>
                    <a:lnTo>
                      <a:pt x="3730" y="4503"/>
                    </a:lnTo>
                    <a:lnTo>
                      <a:pt x="3563" y="4594"/>
                    </a:lnTo>
                    <a:lnTo>
                      <a:pt x="3366" y="4670"/>
                    </a:lnTo>
                    <a:lnTo>
                      <a:pt x="3154" y="4730"/>
                    </a:lnTo>
                    <a:lnTo>
                      <a:pt x="2941" y="4791"/>
                    </a:lnTo>
                    <a:lnTo>
                      <a:pt x="2699" y="4852"/>
                    </a:lnTo>
                    <a:lnTo>
                      <a:pt x="2153" y="4943"/>
                    </a:lnTo>
                    <a:lnTo>
                      <a:pt x="1516" y="5018"/>
                    </a:lnTo>
                    <a:lnTo>
                      <a:pt x="804" y="5079"/>
                    </a:lnTo>
                    <a:lnTo>
                      <a:pt x="0" y="5140"/>
                    </a:lnTo>
                    <a:lnTo>
                      <a:pt x="804" y="5185"/>
                    </a:lnTo>
                    <a:lnTo>
                      <a:pt x="1516" y="5246"/>
                    </a:lnTo>
                    <a:lnTo>
                      <a:pt x="2153" y="5322"/>
                    </a:lnTo>
                    <a:lnTo>
                      <a:pt x="2699" y="5413"/>
                    </a:lnTo>
                    <a:lnTo>
                      <a:pt x="2941" y="5473"/>
                    </a:lnTo>
                    <a:lnTo>
                      <a:pt x="3154" y="5534"/>
                    </a:lnTo>
                    <a:lnTo>
                      <a:pt x="3366" y="5595"/>
                    </a:lnTo>
                    <a:lnTo>
                      <a:pt x="3563" y="5670"/>
                    </a:lnTo>
                    <a:lnTo>
                      <a:pt x="3730" y="5761"/>
                    </a:lnTo>
                    <a:lnTo>
                      <a:pt x="3896" y="5867"/>
                    </a:lnTo>
                    <a:lnTo>
                      <a:pt x="4033" y="5974"/>
                    </a:lnTo>
                    <a:lnTo>
                      <a:pt x="4169" y="6095"/>
                    </a:lnTo>
                    <a:lnTo>
                      <a:pt x="4291" y="6216"/>
                    </a:lnTo>
                    <a:lnTo>
                      <a:pt x="4397" y="6368"/>
                    </a:lnTo>
                    <a:lnTo>
                      <a:pt x="4488" y="6519"/>
                    </a:lnTo>
                    <a:lnTo>
                      <a:pt x="4579" y="6701"/>
                    </a:lnTo>
                    <a:lnTo>
                      <a:pt x="4654" y="6883"/>
                    </a:lnTo>
                    <a:lnTo>
                      <a:pt x="4730" y="7095"/>
                    </a:lnTo>
                    <a:lnTo>
                      <a:pt x="4791" y="7323"/>
                    </a:lnTo>
                    <a:lnTo>
                      <a:pt x="4836" y="7565"/>
                    </a:lnTo>
                    <a:lnTo>
                      <a:pt x="4927" y="8111"/>
                    </a:lnTo>
                    <a:lnTo>
                      <a:pt x="5003" y="8733"/>
                    </a:lnTo>
                    <a:lnTo>
                      <a:pt x="5064" y="9445"/>
                    </a:lnTo>
                    <a:lnTo>
                      <a:pt x="5124" y="10264"/>
                    </a:lnTo>
                    <a:lnTo>
                      <a:pt x="5185" y="9445"/>
                    </a:lnTo>
                    <a:lnTo>
                      <a:pt x="5246" y="8733"/>
                    </a:lnTo>
                    <a:lnTo>
                      <a:pt x="5306" y="8111"/>
                    </a:lnTo>
                    <a:lnTo>
                      <a:pt x="5397" y="7565"/>
                    </a:lnTo>
                    <a:lnTo>
                      <a:pt x="5458" y="7323"/>
                    </a:lnTo>
                    <a:lnTo>
                      <a:pt x="5519" y="7095"/>
                    </a:lnTo>
                    <a:lnTo>
                      <a:pt x="5594" y="6883"/>
                    </a:lnTo>
                    <a:lnTo>
                      <a:pt x="5670" y="6701"/>
                    </a:lnTo>
                    <a:lnTo>
                      <a:pt x="5746" y="6519"/>
                    </a:lnTo>
                    <a:lnTo>
                      <a:pt x="5852" y="6368"/>
                    </a:lnTo>
                    <a:lnTo>
                      <a:pt x="5958" y="6216"/>
                    </a:lnTo>
                    <a:lnTo>
                      <a:pt x="6080" y="6095"/>
                    </a:lnTo>
                    <a:lnTo>
                      <a:pt x="6216" y="5974"/>
                    </a:lnTo>
                    <a:lnTo>
                      <a:pt x="6352" y="5867"/>
                    </a:lnTo>
                    <a:lnTo>
                      <a:pt x="6519" y="5761"/>
                    </a:lnTo>
                    <a:lnTo>
                      <a:pt x="6686" y="5670"/>
                    </a:lnTo>
                    <a:lnTo>
                      <a:pt x="6883" y="5595"/>
                    </a:lnTo>
                    <a:lnTo>
                      <a:pt x="7080" y="5534"/>
                    </a:lnTo>
                    <a:lnTo>
                      <a:pt x="7308" y="5473"/>
                    </a:lnTo>
                    <a:lnTo>
                      <a:pt x="7550" y="5413"/>
                    </a:lnTo>
                    <a:lnTo>
                      <a:pt x="8096" y="5322"/>
                    </a:lnTo>
                    <a:lnTo>
                      <a:pt x="8718" y="5246"/>
                    </a:lnTo>
                    <a:lnTo>
                      <a:pt x="9445" y="5185"/>
                    </a:lnTo>
                    <a:lnTo>
                      <a:pt x="10249" y="5140"/>
                    </a:lnTo>
                    <a:lnTo>
                      <a:pt x="9445" y="5079"/>
                    </a:lnTo>
                    <a:lnTo>
                      <a:pt x="8718" y="5018"/>
                    </a:lnTo>
                    <a:lnTo>
                      <a:pt x="8096" y="4943"/>
                    </a:lnTo>
                    <a:lnTo>
                      <a:pt x="7550" y="4852"/>
                    </a:lnTo>
                    <a:lnTo>
                      <a:pt x="7308" y="4791"/>
                    </a:lnTo>
                    <a:lnTo>
                      <a:pt x="7080" y="4730"/>
                    </a:lnTo>
                    <a:lnTo>
                      <a:pt x="6883" y="4670"/>
                    </a:lnTo>
                    <a:lnTo>
                      <a:pt x="6686" y="4594"/>
                    </a:lnTo>
                    <a:lnTo>
                      <a:pt x="6519" y="4503"/>
                    </a:lnTo>
                    <a:lnTo>
                      <a:pt x="6352" y="4412"/>
                    </a:lnTo>
                    <a:lnTo>
                      <a:pt x="6216" y="4306"/>
                    </a:lnTo>
                    <a:lnTo>
                      <a:pt x="6080" y="4185"/>
                    </a:lnTo>
                    <a:lnTo>
                      <a:pt x="5958" y="4048"/>
                    </a:lnTo>
                    <a:lnTo>
                      <a:pt x="5852" y="3897"/>
                    </a:lnTo>
                    <a:lnTo>
                      <a:pt x="5746" y="3745"/>
                    </a:lnTo>
                    <a:lnTo>
                      <a:pt x="5670" y="3563"/>
                    </a:lnTo>
                    <a:lnTo>
                      <a:pt x="5594" y="3381"/>
                    </a:lnTo>
                    <a:lnTo>
                      <a:pt x="5519" y="3169"/>
                    </a:lnTo>
                    <a:lnTo>
                      <a:pt x="5458" y="2941"/>
                    </a:lnTo>
                    <a:lnTo>
                      <a:pt x="5397" y="2699"/>
                    </a:lnTo>
                    <a:lnTo>
                      <a:pt x="5306" y="2153"/>
                    </a:lnTo>
                    <a:lnTo>
                      <a:pt x="5246" y="1531"/>
                    </a:lnTo>
                    <a:lnTo>
                      <a:pt x="5185" y="819"/>
                    </a:lnTo>
                    <a:lnTo>
                      <a:pt x="51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8"/>
              <p:cNvSpPr/>
              <p:nvPr/>
            </p:nvSpPr>
            <p:spPr>
              <a:xfrm>
                <a:off x="8408894" y="1940033"/>
                <a:ext cx="81190" cy="1842022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54700" extrusionOk="0">
                    <a:moveTo>
                      <a:pt x="0" y="0"/>
                    </a:moveTo>
                    <a:lnTo>
                      <a:pt x="0" y="54048"/>
                    </a:lnTo>
                    <a:lnTo>
                      <a:pt x="2411" y="54700"/>
                    </a:lnTo>
                    <a:lnTo>
                      <a:pt x="2411" y="9764"/>
                    </a:lnTo>
                    <a:lnTo>
                      <a:pt x="2396" y="9127"/>
                    </a:lnTo>
                    <a:lnTo>
                      <a:pt x="2365" y="8490"/>
                    </a:lnTo>
                    <a:lnTo>
                      <a:pt x="2320" y="7853"/>
                    </a:lnTo>
                    <a:lnTo>
                      <a:pt x="2259" y="7232"/>
                    </a:lnTo>
                    <a:lnTo>
                      <a:pt x="2168" y="6595"/>
                    </a:lnTo>
                    <a:lnTo>
                      <a:pt x="2062" y="5973"/>
                    </a:lnTo>
                    <a:lnTo>
                      <a:pt x="1941" y="5352"/>
                    </a:lnTo>
                    <a:lnTo>
                      <a:pt x="1789" y="4730"/>
                    </a:lnTo>
                    <a:lnTo>
                      <a:pt x="1638" y="4124"/>
                    </a:lnTo>
                    <a:lnTo>
                      <a:pt x="1456" y="3517"/>
                    </a:lnTo>
                    <a:lnTo>
                      <a:pt x="1259" y="2911"/>
                    </a:lnTo>
                    <a:lnTo>
                      <a:pt x="1046" y="2320"/>
                    </a:lnTo>
                    <a:lnTo>
                      <a:pt x="819" y="1728"/>
                    </a:lnTo>
                    <a:lnTo>
                      <a:pt x="561" y="1137"/>
                    </a:lnTo>
                    <a:lnTo>
                      <a:pt x="288" y="5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8"/>
              <p:cNvSpPr/>
              <p:nvPr/>
            </p:nvSpPr>
            <p:spPr>
              <a:xfrm>
                <a:off x="4846300" y="1955861"/>
                <a:ext cx="3231689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95967" h="93769" extrusionOk="0">
                    <a:moveTo>
                      <a:pt x="44678" y="0"/>
                    </a:moveTo>
                    <a:lnTo>
                      <a:pt x="44754" y="2911"/>
                    </a:lnTo>
                    <a:lnTo>
                      <a:pt x="44951" y="10719"/>
                    </a:lnTo>
                    <a:lnTo>
                      <a:pt x="45057" y="16040"/>
                    </a:lnTo>
                    <a:lnTo>
                      <a:pt x="45163" y="22074"/>
                    </a:lnTo>
                    <a:lnTo>
                      <a:pt x="45269" y="28669"/>
                    </a:lnTo>
                    <a:lnTo>
                      <a:pt x="45360" y="35628"/>
                    </a:lnTo>
                    <a:lnTo>
                      <a:pt x="45406" y="42799"/>
                    </a:lnTo>
                    <a:lnTo>
                      <a:pt x="45421" y="46422"/>
                    </a:lnTo>
                    <a:lnTo>
                      <a:pt x="45436" y="50015"/>
                    </a:lnTo>
                    <a:lnTo>
                      <a:pt x="45436" y="53578"/>
                    </a:lnTo>
                    <a:lnTo>
                      <a:pt x="45406" y="57095"/>
                    </a:lnTo>
                    <a:lnTo>
                      <a:pt x="45376" y="60536"/>
                    </a:lnTo>
                    <a:lnTo>
                      <a:pt x="45345" y="63872"/>
                    </a:lnTo>
                    <a:lnTo>
                      <a:pt x="45285" y="67101"/>
                    </a:lnTo>
                    <a:lnTo>
                      <a:pt x="45194" y="70194"/>
                    </a:lnTo>
                    <a:lnTo>
                      <a:pt x="45103" y="73120"/>
                    </a:lnTo>
                    <a:lnTo>
                      <a:pt x="44997" y="75864"/>
                    </a:lnTo>
                    <a:lnTo>
                      <a:pt x="44860" y="78396"/>
                    </a:lnTo>
                    <a:lnTo>
                      <a:pt x="44784" y="79593"/>
                    </a:lnTo>
                    <a:lnTo>
                      <a:pt x="44709" y="80715"/>
                    </a:lnTo>
                    <a:lnTo>
                      <a:pt x="44618" y="81792"/>
                    </a:lnTo>
                    <a:lnTo>
                      <a:pt x="44527" y="82792"/>
                    </a:lnTo>
                    <a:lnTo>
                      <a:pt x="44436" y="83732"/>
                    </a:lnTo>
                    <a:lnTo>
                      <a:pt x="44329" y="84596"/>
                    </a:lnTo>
                    <a:lnTo>
                      <a:pt x="44269" y="84975"/>
                    </a:lnTo>
                    <a:lnTo>
                      <a:pt x="44208" y="85339"/>
                    </a:lnTo>
                    <a:lnTo>
                      <a:pt x="44132" y="85688"/>
                    </a:lnTo>
                    <a:lnTo>
                      <a:pt x="44057" y="86021"/>
                    </a:lnTo>
                    <a:lnTo>
                      <a:pt x="43966" y="86340"/>
                    </a:lnTo>
                    <a:lnTo>
                      <a:pt x="43875" y="86628"/>
                    </a:lnTo>
                    <a:lnTo>
                      <a:pt x="43753" y="86916"/>
                    </a:lnTo>
                    <a:lnTo>
                      <a:pt x="43647" y="87189"/>
                    </a:lnTo>
                    <a:lnTo>
                      <a:pt x="43526" y="87447"/>
                    </a:lnTo>
                    <a:lnTo>
                      <a:pt x="43390" y="87689"/>
                    </a:lnTo>
                    <a:lnTo>
                      <a:pt x="43253" y="87917"/>
                    </a:lnTo>
                    <a:lnTo>
                      <a:pt x="43101" y="88129"/>
                    </a:lnTo>
                    <a:lnTo>
                      <a:pt x="42950" y="88341"/>
                    </a:lnTo>
                    <a:lnTo>
                      <a:pt x="42783" y="88523"/>
                    </a:lnTo>
                    <a:lnTo>
                      <a:pt x="42616" y="88705"/>
                    </a:lnTo>
                    <a:lnTo>
                      <a:pt x="42434" y="88872"/>
                    </a:lnTo>
                    <a:lnTo>
                      <a:pt x="42252" y="89008"/>
                    </a:lnTo>
                    <a:lnTo>
                      <a:pt x="42055" y="89160"/>
                    </a:lnTo>
                    <a:lnTo>
                      <a:pt x="41858" y="89281"/>
                    </a:lnTo>
                    <a:lnTo>
                      <a:pt x="41646" y="89402"/>
                    </a:lnTo>
                    <a:lnTo>
                      <a:pt x="41434" y="89493"/>
                    </a:lnTo>
                    <a:lnTo>
                      <a:pt x="41206" y="89599"/>
                    </a:lnTo>
                    <a:lnTo>
                      <a:pt x="40979" y="89675"/>
                    </a:lnTo>
                    <a:lnTo>
                      <a:pt x="40752" y="89751"/>
                    </a:lnTo>
                    <a:lnTo>
                      <a:pt x="40509" y="89812"/>
                    </a:lnTo>
                    <a:lnTo>
                      <a:pt x="40266" y="89857"/>
                    </a:lnTo>
                    <a:lnTo>
                      <a:pt x="40009" y="89903"/>
                    </a:lnTo>
                    <a:lnTo>
                      <a:pt x="39751" y="89933"/>
                    </a:lnTo>
                    <a:lnTo>
                      <a:pt x="39478" y="89948"/>
                    </a:lnTo>
                    <a:lnTo>
                      <a:pt x="39205" y="89963"/>
                    </a:lnTo>
                    <a:lnTo>
                      <a:pt x="38644" y="89963"/>
                    </a:lnTo>
                    <a:lnTo>
                      <a:pt x="38068" y="89933"/>
                    </a:lnTo>
                    <a:lnTo>
                      <a:pt x="37462" y="89872"/>
                    </a:lnTo>
                    <a:lnTo>
                      <a:pt x="36840" y="89781"/>
                    </a:lnTo>
                    <a:lnTo>
                      <a:pt x="36203" y="89660"/>
                    </a:lnTo>
                    <a:lnTo>
                      <a:pt x="35536" y="89524"/>
                    </a:lnTo>
                    <a:lnTo>
                      <a:pt x="34854" y="89357"/>
                    </a:lnTo>
                    <a:lnTo>
                      <a:pt x="34157" y="89175"/>
                    </a:lnTo>
                    <a:lnTo>
                      <a:pt x="33444" y="88963"/>
                    </a:lnTo>
                    <a:lnTo>
                      <a:pt x="32716" y="88750"/>
                    </a:lnTo>
                    <a:lnTo>
                      <a:pt x="31974" y="88508"/>
                    </a:lnTo>
                    <a:lnTo>
                      <a:pt x="30458" y="88007"/>
                    </a:lnTo>
                    <a:lnTo>
                      <a:pt x="27289" y="86916"/>
                    </a:lnTo>
                    <a:lnTo>
                      <a:pt x="25409" y="86279"/>
                    </a:lnTo>
                    <a:lnTo>
                      <a:pt x="24454" y="85961"/>
                    </a:lnTo>
                    <a:lnTo>
                      <a:pt x="23499" y="85658"/>
                    </a:lnTo>
                    <a:lnTo>
                      <a:pt x="22544" y="85370"/>
                    </a:lnTo>
                    <a:lnTo>
                      <a:pt x="21573" y="85097"/>
                    </a:lnTo>
                    <a:lnTo>
                      <a:pt x="20603" y="84839"/>
                    </a:lnTo>
                    <a:lnTo>
                      <a:pt x="19633" y="84611"/>
                    </a:lnTo>
                    <a:lnTo>
                      <a:pt x="18678" y="84399"/>
                    </a:lnTo>
                    <a:lnTo>
                      <a:pt x="17708" y="84232"/>
                    </a:lnTo>
                    <a:lnTo>
                      <a:pt x="16752" y="84081"/>
                    </a:lnTo>
                    <a:lnTo>
                      <a:pt x="15797" y="83960"/>
                    </a:lnTo>
                    <a:lnTo>
                      <a:pt x="15327" y="83929"/>
                    </a:lnTo>
                    <a:lnTo>
                      <a:pt x="14857" y="83884"/>
                    </a:lnTo>
                    <a:lnTo>
                      <a:pt x="14387" y="83869"/>
                    </a:lnTo>
                    <a:lnTo>
                      <a:pt x="13917" y="83853"/>
                    </a:lnTo>
                    <a:lnTo>
                      <a:pt x="13447" y="83853"/>
                    </a:lnTo>
                    <a:lnTo>
                      <a:pt x="12977" y="83869"/>
                    </a:lnTo>
                    <a:lnTo>
                      <a:pt x="12523" y="83884"/>
                    </a:lnTo>
                    <a:lnTo>
                      <a:pt x="12068" y="83914"/>
                    </a:lnTo>
                    <a:lnTo>
                      <a:pt x="11613" y="83960"/>
                    </a:lnTo>
                    <a:lnTo>
                      <a:pt x="11158" y="84020"/>
                    </a:lnTo>
                    <a:lnTo>
                      <a:pt x="10719" y="84096"/>
                    </a:lnTo>
                    <a:lnTo>
                      <a:pt x="10264" y="84187"/>
                    </a:lnTo>
                    <a:lnTo>
                      <a:pt x="9824" y="84293"/>
                    </a:lnTo>
                    <a:lnTo>
                      <a:pt x="9384" y="84399"/>
                    </a:lnTo>
                    <a:lnTo>
                      <a:pt x="8960" y="84536"/>
                    </a:lnTo>
                    <a:lnTo>
                      <a:pt x="8535" y="84672"/>
                    </a:lnTo>
                    <a:lnTo>
                      <a:pt x="8111" y="84839"/>
                    </a:lnTo>
                    <a:lnTo>
                      <a:pt x="7686" y="85021"/>
                    </a:lnTo>
                    <a:lnTo>
                      <a:pt x="7277" y="85203"/>
                    </a:lnTo>
                    <a:lnTo>
                      <a:pt x="6868" y="85415"/>
                    </a:lnTo>
                    <a:lnTo>
                      <a:pt x="6458" y="85642"/>
                    </a:lnTo>
                    <a:lnTo>
                      <a:pt x="6064" y="85885"/>
                    </a:lnTo>
                    <a:lnTo>
                      <a:pt x="5670" y="86158"/>
                    </a:lnTo>
                    <a:lnTo>
                      <a:pt x="5276" y="86431"/>
                    </a:lnTo>
                    <a:lnTo>
                      <a:pt x="4897" y="86734"/>
                    </a:lnTo>
                    <a:lnTo>
                      <a:pt x="4533" y="87052"/>
                    </a:lnTo>
                    <a:lnTo>
                      <a:pt x="4154" y="87401"/>
                    </a:lnTo>
                    <a:lnTo>
                      <a:pt x="3790" y="87750"/>
                    </a:lnTo>
                    <a:lnTo>
                      <a:pt x="3441" y="88129"/>
                    </a:lnTo>
                    <a:lnTo>
                      <a:pt x="3093" y="88538"/>
                    </a:lnTo>
                    <a:lnTo>
                      <a:pt x="2744" y="88963"/>
                    </a:lnTo>
                    <a:lnTo>
                      <a:pt x="2411" y="89402"/>
                    </a:lnTo>
                    <a:lnTo>
                      <a:pt x="2077" y="89872"/>
                    </a:lnTo>
                    <a:lnTo>
                      <a:pt x="1759" y="90357"/>
                    </a:lnTo>
                    <a:lnTo>
                      <a:pt x="1455" y="90858"/>
                    </a:lnTo>
                    <a:lnTo>
                      <a:pt x="1137" y="91403"/>
                    </a:lnTo>
                    <a:lnTo>
                      <a:pt x="849" y="91949"/>
                    </a:lnTo>
                    <a:lnTo>
                      <a:pt x="561" y="92540"/>
                    </a:lnTo>
                    <a:lnTo>
                      <a:pt x="273" y="93147"/>
                    </a:lnTo>
                    <a:lnTo>
                      <a:pt x="0" y="93769"/>
                    </a:lnTo>
                    <a:lnTo>
                      <a:pt x="95966" y="93769"/>
                    </a:lnTo>
                    <a:lnTo>
                      <a:pt x="95693" y="93147"/>
                    </a:lnTo>
                    <a:lnTo>
                      <a:pt x="95405" y="92540"/>
                    </a:lnTo>
                    <a:lnTo>
                      <a:pt x="95117" y="91949"/>
                    </a:lnTo>
                    <a:lnTo>
                      <a:pt x="94829" y="91403"/>
                    </a:lnTo>
                    <a:lnTo>
                      <a:pt x="94511" y="90858"/>
                    </a:lnTo>
                    <a:lnTo>
                      <a:pt x="94208" y="90357"/>
                    </a:lnTo>
                    <a:lnTo>
                      <a:pt x="93889" y="89872"/>
                    </a:lnTo>
                    <a:lnTo>
                      <a:pt x="93556" y="89402"/>
                    </a:lnTo>
                    <a:lnTo>
                      <a:pt x="93222" y="88963"/>
                    </a:lnTo>
                    <a:lnTo>
                      <a:pt x="92874" y="88538"/>
                    </a:lnTo>
                    <a:lnTo>
                      <a:pt x="92525" y="88129"/>
                    </a:lnTo>
                    <a:lnTo>
                      <a:pt x="92176" y="87750"/>
                    </a:lnTo>
                    <a:lnTo>
                      <a:pt x="91812" y="87401"/>
                    </a:lnTo>
                    <a:lnTo>
                      <a:pt x="91449" y="87052"/>
                    </a:lnTo>
                    <a:lnTo>
                      <a:pt x="91069" y="86734"/>
                    </a:lnTo>
                    <a:lnTo>
                      <a:pt x="90690" y="86431"/>
                    </a:lnTo>
                    <a:lnTo>
                      <a:pt x="90296" y="86158"/>
                    </a:lnTo>
                    <a:lnTo>
                      <a:pt x="89902" y="85885"/>
                    </a:lnTo>
                    <a:lnTo>
                      <a:pt x="89508" y="85642"/>
                    </a:lnTo>
                    <a:lnTo>
                      <a:pt x="89099" y="85415"/>
                    </a:lnTo>
                    <a:lnTo>
                      <a:pt x="88689" y="85203"/>
                    </a:lnTo>
                    <a:lnTo>
                      <a:pt x="88280" y="85021"/>
                    </a:lnTo>
                    <a:lnTo>
                      <a:pt x="87855" y="84839"/>
                    </a:lnTo>
                    <a:lnTo>
                      <a:pt x="87431" y="84672"/>
                    </a:lnTo>
                    <a:lnTo>
                      <a:pt x="87006" y="84536"/>
                    </a:lnTo>
                    <a:lnTo>
                      <a:pt x="86582" y="84399"/>
                    </a:lnTo>
                    <a:lnTo>
                      <a:pt x="86142" y="84293"/>
                    </a:lnTo>
                    <a:lnTo>
                      <a:pt x="85703" y="84187"/>
                    </a:lnTo>
                    <a:lnTo>
                      <a:pt x="85263" y="84096"/>
                    </a:lnTo>
                    <a:lnTo>
                      <a:pt x="84808" y="84020"/>
                    </a:lnTo>
                    <a:lnTo>
                      <a:pt x="84353" y="83960"/>
                    </a:lnTo>
                    <a:lnTo>
                      <a:pt x="83899" y="83914"/>
                    </a:lnTo>
                    <a:lnTo>
                      <a:pt x="83444" y="83884"/>
                    </a:lnTo>
                    <a:lnTo>
                      <a:pt x="82989" y="83869"/>
                    </a:lnTo>
                    <a:lnTo>
                      <a:pt x="82519" y="83853"/>
                    </a:lnTo>
                    <a:lnTo>
                      <a:pt x="82049" y="83853"/>
                    </a:lnTo>
                    <a:lnTo>
                      <a:pt x="81594" y="83869"/>
                    </a:lnTo>
                    <a:lnTo>
                      <a:pt x="81109" y="83884"/>
                    </a:lnTo>
                    <a:lnTo>
                      <a:pt x="80639" y="83929"/>
                    </a:lnTo>
                    <a:lnTo>
                      <a:pt x="80169" y="83960"/>
                    </a:lnTo>
                    <a:lnTo>
                      <a:pt x="79214" y="84081"/>
                    </a:lnTo>
                    <a:lnTo>
                      <a:pt x="78259" y="84232"/>
                    </a:lnTo>
                    <a:lnTo>
                      <a:pt x="77289" y="84399"/>
                    </a:lnTo>
                    <a:lnTo>
                      <a:pt x="76333" y="84611"/>
                    </a:lnTo>
                    <a:lnTo>
                      <a:pt x="75363" y="84839"/>
                    </a:lnTo>
                    <a:lnTo>
                      <a:pt x="74393" y="85097"/>
                    </a:lnTo>
                    <a:lnTo>
                      <a:pt x="73423" y="85370"/>
                    </a:lnTo>
                    <a:lnTo>
                      <a:pt x="72467" y="85658"/>
                    </a:lnTo>
                    <a:lnTo>
                      <a:pt x="71512" y="85961"/>
                    </a:lnTo>
                    <a:lnTo>
                      <a:pt x="70557" y="86279"/>
                    </a:lnTo>
                    <a:lnTo>
                      <a:pt x="68677" y="86916"/>
                    </a:lnTo>
                    <a:lnTo>
                      <a:pt x="65509" y="88007"/>
                    </a:lnTo>
                    <a:lnTo>
                      <a:pt x="63993" y="88508"/>
                    </a:lnTo>
                    <a:lnTo>
                      <a:pt x="63250" y="88750"/>
                    </a:lnTo>
                    <a:lnTo>
                      <a:pt x="62522" y="88963"/>
                    </a:lnTo>
                    <a:lnTo>
                      <a:pt x="61810" y="89175"/>
                    </a:lnTo>
                    <a:lnTo>
                      <a:pt x="61112" y="89357"/>
                    </a:lnTo>
                    <a:lnTo>
                      <a:pt x="60430" y="89524"/>
                    </a:lnTo>
                    <a:lnTo>
                      <a:pt x="59778" y="89660"/>
                    </a:lnTo>
                    <a:lnTo>
                      <a:pt x="59126" y="89781"/>
                    </a:lnTo>
                    <a:lnTo>
                      <a:pt x="58505" y="89872"/>
                    </a:lnTo>
                    <a:lnTo>
                      <a:pt x="57898" y="89933"/>
                    </a:lnTo>
                    <a:lnTo>
                      <a:pt x="57322" y="89963"/>
                    </a:lnTo>
                    <a:lnTo>
                      <a:pt x="56761" y="89963"/>
                    </a:lnTo>
                    <a:lnTo>
                      <a:pt x="56488" y="89948"/>
                    </a:lnTo>
                    <a:lnTo>
                      <a:pt x="56215" y="89933"/>
                    </a:lnTo>
                    <a:lnTo>
                      <a:pt x="55958" y="89903"/>
                    </a:lnTo>
                    <a:lnTo>
                      <a:pt x="55700" y="89857"/>
                    </a:lnTo>
                    <a:lnTo>
                      <a:pt x="55457" y="89812"/>
                    </a:lnTo>
                    <a:lnTo>
                      <a:pt x="55215" y="89751"/>
                    </a:lnTo>
                    <a:lnTo>
                      <a:pt x="54987" y="89675"/>
                    </a:lnTo>
                    <a:lnTo>
                      <a:pt x="54760" y="89599"/>
                    </a:lnTo>
                    <a:lnTo>
                      <a:pt x="54533" y="89493"/>
                    </a:lnTo>
                    <a:lnTo>
                      <a:pt x="54320" y="89402"/>
                    </a:lnTo>
                    <a:lnTo>
                      <a:pt x="54108" y="89281"/>
                    </a:lnTo>
                    <a:lnTo>
                      <a:pt x="53911" y="89160"/>
                    </a:lnTo>
                    <a:lnTo>
                      <a:pt x="53714" y="89008"/>
                    </a:lnTo>
                    <a:lnTo>
                      <a:pt x="53532" y="88872"/>
                    </a:lnTo>
                    <a:lnTo>
                      <a:pt x="53350" y="88705"/>
                    </a:lnTo>
                    <a:lnTo>
                      <a:pt x="53183" y="88523"/>
                    </a:lnTo>
                    <a:lnTo>
                      <a:pt x="53016" y="88341"/>
                    </a:lnTo>
                    <a:lnTo>
                      <a:pt x="52865" y="88129"/>
                    </a:lnTo>
                    <a:lnTo>
                      <a:pt x="52713" y="87917"/>
                    </a:lnTo>
                    <a:lnTo>
                      <a:pt x="52577" y="87689"/>
                    </a:lnTo>
                    <a:lnTo>
                      <a:pt x="52440" y="87447"/>
                    </a:lnTo>
                    <a:lnTo>
                      <a:pt x="52319" y="87189"/>
                    </a:lnTo>
                    <a:lnTo>
                      <a:pt x="52213" y="86916"/>
                    </a:lnTo>
                    <a:lnTo>
                      <a:pt x="52107" y="86628"/>
                    </a:lnTo>
                    <a:lnTo>
                      <a:pt x="52001" y="86340"/>
                    </a:lnTo>
                    <a:lnTo>
                      <a:pt x="51910" y="86021"/>
                    </a:lnTo>
                    <a:lnTo>
                      <a:pt x="51834" y="85688"/>
                    </a:lnTo>
                    <a:lnTo>
                      <a:pt x="51758" y="85339"/>
                    </a:lnTo>
                    <a:lnTo>
                      <a:pt x="51698" y="84975"/>
                    </a:lnTo>
                    <a:lnTo>
                      <a:pt x="51637" y="84596"/>
                    </a:lnTo>
                    <a:lnTo>
                      <a:pt x="51546" y="83732"/>
                    </a:lnTo>
                    <a:lnTo>
                      <a:pt x="51440" y="82792"/>
                    </a:lnTo>
                    <a:lnTo>
                      <a:pt x="51349" y="81792"/>
                    </a:lnTo>
                    <a:lnTo>
                      <a:pt x="51258" y="80715"/>
                    </a:lnTo>
                    <a:lnTo>
                      <a:pt x="51182" y="79593"/>
                    </a:lnTo>
                    <a:lnTo>
                      <a:pt x="51106" y="78396"/>
                    </a:lnTo>
                    <a:lnTo>
                      <a:pt x="50970" y="75864"/>
                    </a:lnTo>
                    <a:lnTo>
                      <a:pt x="50864" y="73120"/>
                    </a:lnTo>
                    <a:lnTo>
                      <a:pt x="50773" y="70194"/>
                    </a:lnTo>
                    <a:lnTo>
                      <a:pt x="50697" y="67101"/>
                    </a:lnTo>
                    <a:lnTo>
                      <a:pt x="50636" y="63872"/>
                    </a:lnTo>
                    <a:lnTo>
                      <a:pt x="50591" y="60536"/>
                    </a:lnTo>
                    <a:lnTo>
                      <a:pt x="50560" y="57095"/>
                    </a:lnTo>
                    <a:lnTo>
                      <a:pt x="50530" y="53578"/>
                    </a:lnTo>
                    <a:lnTo>
                      <a:pt x="50530" y="50015"/>
                    </a:lnTo>
                    <a:lnTo>
                      <a:pt x="50545" y="46422"/>
                    </a:lnTo>
                    <a:lnTo>
                      <a:pt x="50560" y="42799"/>
                    </a:lnTo>
                    <a:lnTo>
                      <a:pt x="50606" y="35628"/>
                    </a:lnTo>
                    <a:lnTo>
                      <a:pt x="50697" y="28669"/>
                    </a:lnTo>
                    <a:lnTo>
                      <a:pt x="50803" y="22074"/>
                    </a:lnTo>
                    <a:lnTo>
                      <a:pt x="50909" y="16040"/>
                    </a:lnTo>
                    <a:lnTo>
                      <a:pt x="51015" y="10719"/>
                    </a:lnTo>
                    <a:lnTo>
                      <a:pt x="51212" y="2911"/>
                    </a:lnTo>
                    <a:lnTo>
                      <a:pt x="512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8"/>
              <p:cNvSpPr/>
              <p:nvPr/>
            </p:nvSpPr>
            <p:spPr>
              <a:xfrm>
                <a:off x="4846300" y="1955861"/>
                <a:ext cx="3231689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95967" h="93769" fill="none" extrusionOk="0">
                    <a:moveTo>
                      <a:pt x="51637" y="84596"/>
                    </a:moveTo>
                    <a:lnTo>
                      <a:pt x="51637" y="84596"/>
                    </a:lnTo>
                    <a:lnTo>
                      <a:pt x="51546" y="83732"/>
                    </a:lnTo>
                    <a:lnTo>
                      <a:pt x="51440" y="82792"/>
                    </a:lnTo>
                    <a:lnTo>
                      <a:pt x="51349" y="81792"/>
                    </a:lnTo>
                    <a:lnTo>
                      <a:pt x="51258" y="80715"/>
                    </a:lnTo>
                    <a:lnTo>
                      <a:pt x="51182" y="79593"/>
                    </a:lnTo>
                    <a:lnTo>
                      <a:pt x="51106" y="78396"/>
                    </a:lnTo>
                    <a:lnTo>
                      <a:pt x="50970" y="75864"/>
                    </a:lnTo>
                    <a:lnTo>
                      <a:pt x="50864" y="73120"/>
                    </a:lnTo>
                    <a:lnTo>
                      <a:pt x="50773" y="70194"/>
                    </a:lnTo>
                    <a:lnTo>
                      <a:pt x="50697" y="67101"/>
                    </a:lnTo>
                    <a:lnTo>
                      <a:pt x="50636" y="63872"/>
                    </a:lnTo>
                    <a:lnTo>
                      <a:pt x="50591" y="60536"/>
                    </a:lnTo>
                    <a:lnTo>
                      <a:pt x="50560" y="57095"/>
                    </a:lnTo>
                    <a:lnTo>
                      <a:pt x="50530" y="53578"/>
                    </a:lnTo>
                    <a:lnTo>
                      <a:pt x="50530" y="50015"/>
                    </a:lnTo>
                    <a:lnTo>
                      <a:pt x="50545" y="46422"/>
                    </a:lnTo>
                    <a:lnTo>
                      <a:pt x="50560" y="42799"/>
                    </a:lnTo>
                    <a:lnTo>
                      <a:pt x="50606" y="35628"/>
                    </a:lnTo>
                    <a:lnTo>
                      <a:pt x="50697" y="28669"/>
                    </a:lnTo>
                    <a:lnTo>
                      <a:pt x="50803" y="22074"/>
                    </a:lnTo>
                    <a:lnTo>
                      <a:pt x="50909" y="16040"/>
                    </a:lnTo>
                    <a:lnTo>
                      <a:pt x="51015" y="10719"/>
                    </a:lnTo>
                    <a:lnTo>
                      <a:pt x="51212" y="2911"/>
                    </a:lnTo>
                    <a:lnTo>
                      <a:pt x="51288" y="0"/>
                    </a:lnTo>
                    <a:lnTo>
                      <a:pt x="44678" y="0"/>
                    </a:lnTo>
                    <a:lnTo>
                      <a:pt x="44678" y="0"/>
                    </a:lnTo>
                    <a:lnTo>
                      <a:pt x="44754" y="2911"/>
                    </a:lnTo>
                    <a:lnTo>
                      <a:pt x="44951" y="10719"/>
                    </a:lnTo>
                    <a:lnTo>
                      <a:pt x="45057" y="16040"/>
                    </a:lnTo>
                    <a:lnTo>
                      <a:pt x="45163" y="22074"/>
                    </a:lnTo>
                    <a:lnTo>
                      <a:pt x="45269" y="28669"/>
                    </a:lnTo>
                    <a:lnTo>
                      <a:pt x="45360" y="35628"/>
                    </a:lnTo>
                    <a:lnTo>
                      <a:pt x="45406" y="42799"/>
                    </a:lnTo>
                    <a:lnTo>
                      <a:pt x="45421" y="46422"/>
                    </a:lnTo>
                    <a:lnTo>
                      <a:pt x="45436" y="50015"/>
                    </a:lnTo>
                    <a:lnTo>
                      <a:pt x="45436" y="53578"/>
                    </a:lnTo>
                    <a:lnTo>
                      <a:pt x="45406" y="57095"/>
                    </a:lnTo>
                    <a:lnTo>
                      <a:pt x="45376" y="60536"/>
                    </a:lnTo>
                    <a:lnTo>
                      <a:pt x="45345" y="63872"/>
                    </a:lnTo>
                    <a:lnTo>
                      <a:pt x="45285" y="67101"/>
                    </a:lnTo>
                    <a:lnTo>
                      <a:pt x="45194" y="70194"/>
                    </a:lnTo>
                    <a:lnTo>
                      <a:pt x="45103" y="73120"/>
                    </a:lnTo>
                    <a:lnTo>
                      <a:pt x="44997" y="75864"/>
                    </a:lnTo>
                    <a:lnTo>
                      <a:pt x="44860" y="78396"/>
                    </a:lnTo>
                    <a:lnTo>
                      <a:pt x="44784" y="79593"/>
                    </a:lnTo>
                    <a:lnTo>
                      <a:pt x="44709" y="80715"/>
                    </a:lnTo>
                    <a:lnTo>
                      <a:pt x="44618" y="81792"/>
                    </a:lnTo>
                    <a:lnTo>
                      <a:pt x="44527" y="82792"/>
                    </a:lnTo>
                    <a:lnTo>
                      <a:pt x="44436" y="83732"/>
                    </a:lnTo>
                    <a:lnTo>
                      <a:pt x="44329" y="84596"/>
                    </a:lnTo>
                    <a:lnTo>
                      <a:pt x="44329" y="84596"/>
                    </a:lnTo>
                    <a:lnTo>
                      <a:pt x="44269" y="84975"/>
                    </a:lnTo>
                    <a:lnTo>
                      <a:pt x="44208" y="85339"/>
                    </a:lnTo>
                    <a:lnTo>
                      <a:pt x="44132" y="85688"/>
                    </a:lnTo>
                    <a:lnTo>
                      <a:pt x="44057" y="86021"/>
                    </a:lnTo>
                    <a:lnTo>
                      <a:pt x="43966" y="86340"/>
                    </a:lnTo>
                    <a:lnTo>
                      <a:pt x="43875" y="86628"/>
                    </a:lnTo>
                    <a:lnTo>
                      <a:pt x="43753" y="86916"/>
                    </a:lnTo>
                    <a:lnTo>
                      <a:pt x="43647" y="87189"/>
                    </a:lnTo>
                    <a:lnTo>
                      <a:pt x="43526" y="87447"/>
                    </a:lnTo>
                    <a:lnTo>
                      <a:pt x="43390" y="87689"/>
                    </a:lnTo>
                    <a:lnTo>
                      <a:pt x="43253" y="87917"/>
                    </a:lnTo>
                    <a:lnTo>
                      <a:pt x="43101" y="88129"/>
                    </a:lnTo>
                    <a:lnTo>
                      <a:pt x="42950" y="88341"/>
                    </a:lnTo>
                    <a:lnTo>
                      <a:pt x="42783" y="88523"/>
                    </a:lnTo>
                    <a:lnTo>
                      <a:pt x="42616" y="88705"/>
                    </a:lnTo>
                    <a:lnTo>
                      <a:pt x="42434" y="88872"/>
                    </a:lnTo>
                    <a:lnTo>
                      <a:pt x="42252" y="89008"/>
                    </a:lnTo>
                    <a:lnTo>
                      <a:pt x="42055" y="89160"/>
                    </a:lnTo>
                    <a:lnTo>
                      <a:pt x="41858" y="89281"/>
                    </a:lnTo>
                    <a:lnTo>
                      <a:pt x="41646" y="89402"/>
                    </a:lnTo>
                    <a:lnTo>
                      <a:pt x="41434" y="89493"/>
                    </a:lnTo>
                    <a:lnTo>
                      <a:pt x="41206" y="89599"/>
                    </a:lnTo>
                    <a:lnTo>
                      <a:pt x="40979" y="89675"/>
                    </a:lnTo>
                    <a:lnTo>
                      <a:pt x="40752" y="89751"/>
                    </a:lnTo>
                    <a:lnTo>
                      <a:pt x="40509" y="89812"/>
                    </a:lnTo>
                    <a:lnTo>
                      <a:pt x="40266" y="89857"/>
                    </a:lnTo>
                    <a:lnTo>
                      <a:pt x="40009" y="89903"/>
                    </a:lnTo>
                    <a:lnTo>
                      <a:pt x="39751" y="89933"/>
                    </a:lnTo>
                    <a:lnTo>
                      <a:pt x="39478" y="89948"/>
                    </a:lnTo>
                    <a:lnTo>
                      <a:pt x="39205" y="89963"/>
                    </a:lnTo>
                    <a:lnTo>
                      <a:pt x="38644" y="89963"/>
                    </a:lnTo>
                    <a:lnTo>
                      <a:pt x="38068" y="89933"/>
                    </a:lnTo>
                    <a:lnTo>
                      <a:pt x="37462" y="89872"/>
                    </a:lnTo>
                    <a:lnTo>
                      <a:pt x="36840" y="89781"/>
                    </a:lnTo>
                    <a:lnTo>
                      <a:pt x="36203" y="89660"/>
                    </a:lnTo>
                    <a:lnTo>
                      <a:pt x="35536" y="89524"/>
                    </a:lnTo>
                    <a:lnTo>
                      <a:pt x="34854" y="89357"/>
                    </a:lnTo>
                    <a:lnTo>
                      <a:pt x="34157" y="89175"/>
                    </a:lnTo>
                    <a:lnTo>
                      <a:pt x="33444" y="88963"/>
                    </a:lnTo>
                    <a:lnTo>
                      <a:pt x="32716" y="88750"/>
                    </a:lnTo>
                    <a:lnTo>
                      <a:pt x="31974" y="88508"/>
                    </a:lnTo>
                    <a:lnTo>
                      <a:pt x="30458" y="88007"/>
                    </a:lnTo>
                    <a:lnTo>
                      <a:pt x="27289" y="86916"/>
                    </a:lnTo>
                    <a:lnTo>
                      <a:pt x="27289" y="86916"/>
                    </a:lnTo>
                    <a:lnTo>
                      <a:pt x="25409" y="86279"/>
                    </a:lnTo>
                    <a:lnTo>
                      <a:pt x="24454" y="85961"/>
                    </a:lnTo>
                    <a:lnTo>
                      <a:pt x="23499" y="85658"/>
                    </a:lnTo>
                    <a:lnTo>
                      <a:pt x="22544" y="85370"/>
                    </a:lnTo>
                    <a:lnTo>
                      <a:pt x="21573" y="85097"/>
                    </a:lnTo>
                    <a:lnTo>
                      <a:pt x="20603" y="84839"/>
                    </a:lnTo>
                    <a:lnTo>
                      <a:pt x="19633" y="84611"/>
                    </a:lnTo>
                    <a:lnTo>
                      <a:pt x="18678" y="84399"/>
                    </a:lnTo>
                    <a:lnTo>
                      <a:pt x="17708" y="84232"/>
                    </a:lnTo>
                    <a:lnTo>
                      <a:pt x="16752" y="84081"/>
                    </a:lnTo>
                    <a:lnTo>
                      <a:pt x="15797" y="83960"/>
                    </a:lnTo>
                    <a:lnTo>
                      <a:pt x="15327" y="83929"/>
                    </a:lnTo>
                    <a:lnTo>
                      <a:pt x="14857" y="83884"/>
                    </a:lnTo>
                    <a:lnTo>
                      <a:pt x="14387" y="83869"/>
                    </a:lnTo>
                    <a:lnTo>
                      <a:pt x="13917" y="83853"/>
                    </a:lnTo>
                    <a:lnTo>
                      <a:pt x="13447" y="83853"/>
                    </a:lnTo>
                    <a:lnTo>
                      <a:pt x="12977" y="83869"/>
                    </a:lnTo>
                    <a:lnTo>
                      <a:pt x="12523" y="83884"/>
                    </a:lnTo>
                    <a:lnTo>
                      <a:pt x="12068" y="83914"/>
                    </a:lnTo>
                    <a:lnTo>
                      <a:pt x="11613" y="83960"/>
                    </a:lnTo>
                    <a:lnTo>
                      <a:pt x="11158" y="84020"/>
                    </a:lnTo>
                    <a:lnTo>
                      <a:pt x="10719" y="84096"/>
                    </a:lnTo>
                    <a:lnTo>
                      <a:pt x="10264" y="84187"/>
                    </a:lnTo>
                    <a:lnTo>
                      <a:pt x="9824" y="84293"/>
                    </a:lnTo>
                    <a:lnTo>
                      <a:pt x="9384" y="84399"/>
                    </a:lnTo>
                    <a:lnTo>
                      <a:pt x="8960" y="84536"/>
                    </a:lnTo>
                    <a:lnTo>
                      <a:pt x="8535" y="84672"/>
                    </a:lnTo>
                    <a:lnTo>
                      <a:pt x="8111" y="84839"/>
                    </a:lnTo>
                    <a:lnTo>
                      <a:pt x="7686" y="85021"/>
                    </a:lnTo>
                    <a:lnTo>
                      <a:pt x="7277" y="85203"/>
                    </a:lnTo>
                    <a:lnTo>
                      <a:pt x="6868" y="85415"/>
                    </a:lnTo>
                    <a:lnTo>
                      <a:pt x="6458" y="85642"/>
                    </a:lnTo>
                    <a:lnTo>
                      <a:pt x="6064" y="85885"/>
                    </a:lnTo>
                    <a:lnTo>
                      <a:pt x="5670" y="86158"/>
                    </a:lnTo>
                    <a:lnTo>
                      <a:pt x="5276" y="86431"/>
                    </a:lnTo>
                    <a:lnTo>
                      <a:pt x="4897" y="86734"/>
                    </a:lnTo>
                    <a:lnTo>
                      <a:pt x="4533" y="87052"/>
                    </a:lnTo>
                    <a:lnTo>
                      <a:pt x="4154" y="87401"/>
                    </a:lnTo>
                    <a:lnTo>
                      <a:pt x="3790" y="87750"/>
                    </a:lnTo>
                    <a:lnTo>
                      <a:pt x="3441" y="88129"/>
                    </a:lnTo>
                    <a:lnTo>
                      <a:pt x="3093" y="88538"/>
                    </a:lnTo>
                    <a:lnTo>
                      <a:pt x="2744" y="88963"/>
                    </a:lnTo>
                    <a:lnTo>
                      <a:pt x="2411" y="89402"/>
                    </a:lnTo>
                    <a:lnTo>
                      <a:pt x="2077" y="89872"/>
                    </a:lnTo>
                    <a:lnTo>
                      <a:pt x="1759" y="90357"/>
                    </a:lnTo>
                    <a:lnTo>
                      <a:pt x="1455" y="90858"/>
                    </a:lnTo>
                    <a:lnTo>
                      <a:pt x="1137" y="91403"/>
                    </a:lnTo>
                    <a:lnTo>
                      <a:pt x="849" y="91949"/>
                    </a:lnTo>
                    <a:lnTo>
                      <a:pt x="561" y="92540"/>
                    </a:lnTo>
                    <a:lnTo>
                      <a:pt x="273" y="93147"/>
                    </a:lnTo>
                    <a:lnTo>
                      <a:pt x="0" y="93769"/>
                    </a:lnTo>
                    <a:lnTo>
                      <a:pt x="87871" y="93769"/>
                    </a:lnTo>
                    <a:lnTo>
                      <a:pt x="95966" y="93769"/>
                    </a:lnTo>
                    <a:lnTo>
                      <a:pt x="95966" y="93769"/>
                    </a:lnTo>
                    <a:lnTo>
                      <a:pt x="95693" y="93147"/>
                    </a:lnTo>
                    <a:lnTo>
                      <a:pt x="95405" y="92540"/>
                    </a:lnTo>
                    <a:lnTo>
                      <a:pt x="95117" y="91949"/>
                    </a:lnTo>
                    <a:lnTo>
                      <a:pt x="94829" y="91403"/>
                    </a:lnTo>
                    <a:lnTo>
                      <a:pt x="94511" y="90858"/>
                    </a:lnTo>
                    <a:lnTo>
                      <a:pt x="94208" y="90357"/>
                    </a:lnTo>
                    <a:lnTo>
                      <a:pt x="93889" y="89872"/>
                    </a:lnTo>
                    <a:lnTo>
                      <a:pt x="93556" y="89402"/>
                    </a:lnTo>
                    <a:lnTo>
                      <a:pt x="93222" y="88963"/>
                    </a:lnTo>
                    <a:lnTo>
                      <a:pt x="92874" y="88538"/>
                    </a:lnTo>
                    <a:lnTo>
                      <a:pt x="92525" y="88129"/>
                    </a:lnTo>
                    <a:lnTo>
                      <a:pt x="92176" y="87750"/>
                    </a:lnTo>
                    <a:lnTo>
                      <a:pt x="91812" y="87401"/>
                    </a:lnTo>
                    <a:lnTo>
                      <a:pt x="91449" y="87052"/>
                    </a:lnTo>
                    <a:lnTo>
                      <a:pt x="91069" y="86734"/>
                    </a:lnTo>
                    <a:lnTo>
                      <a:pt x="90690" y="86431"/>
                    </a:lnTo>
                    <a:lnTo>
                      <a:pt x="90296" y="86158"/>
                    </a:lnTo>
                    <a:lnTo>
                      <a:pt x="89902" y="85885"/>
                    </a:lnTo>
                    <a:lnTo>
                      <a:pt x="89508" y="85642"/>
                    </a:lnTo>
                    <a:lnTo>
                      <a:pt x="89099" y="85415"/>
                    </a:lnTo>
                    <a:lnTo>
                      <a:pt x="88689" y="85203"/>
                    </a:lnTo>
                    <a:lnTo>
                      <a:pt x="88280" y="85021"/>
                    </a:lnTo>
                    <a:lnTo>
                      <a:pt x="87855" y="84839"/>
                    </a:lnTo>
                    <a:lnTo>
                      <a:pt x="87431" y="84672"/>
                    </a:lnTo>
                    <a:lnTo>
                      <a:pt x="87006" y="84536"/>
                    </a:lnTo>
                    <a:lnTo>
                      <a:pt x="86582" y="84399"/>
                    </a:lnTo>
                    <a:lnTo>
                      <a:pt x="86142" y="84293"/>
                    </a:lnTo>
                    <a:lnTo>
                      <a:pt x="85703" y="84187"/>
                    </a:lnTo>
                    <a:lnTo>
                      <a:pt x="85263" y="84096"/>
                    </a:lnTo>
                    <a:lnTo>
                      <a:pt x="84808" y="84020"/>
                    </a:lnTo>
                    <a:lnTo>
                      <a:pt x="84353" y="83960"/>
                    </a:lnTo>
                    <a:lnTo>
                      <a:pt x="83899" y="83914"/>
                    </a:lnTo>
                    <a:lnTo>
                      <a:pt x="83444" y="83884"/>
                    </a:lnTo>
                    <a:lnTo>
                      <a:pt x="82989" y="83869"/>
                    </a:lnTo>
                    <a:lnTo>
                      <a:pt x="82519" y="83853"/>
                    </a:lnTo>
                    <a:lnTo>
                      <a:pt x="82049" y="83853"/>
                    </a:lnTo>
                    <a:lnTo>
                      <a:pt x="81594" y="83869"/>
                    </a:lnTo>
                    <a:lnTo>
                      <a:pt x="81109" y="83884"/>
                    </a:lnTo>
                    <a:lnTo>
                      <a:pt x="80639" y="83929"/>
                    </a:lnTo>
                    <a:lnTo>
                      <a:pt x="80169" y="83960"/>
                    </a:lnTo>
                    <a:lnTo>
                      <a:pt x="79214" y="84081"/>
                    </a:lnTo>
                    <a:lnTo>
                      <a:pt x="78259" y="84232"/>
                    </a:lnTo>
                    <a:lnTo>
                      <a:pt x="77289" y="84399"/>
                    </a:lnTo>
                    <a:lnTo>
                      <a:pt x="76333" y="84611"/>
                    </a:lnTo>
                    <a:lnTo>
                      <a:pt x="75363" y="84839"/>
                    </a:lnTo>
                    <a:lnTo>
                      <a:pt x="74393" y="85097"/>
                    </a:lnTo>
                    <a:lnTo>
                      <a:pt x="73423" y="85370"/>
                    </a:lnTo>
                    <a:lnTo>
                      <a:pt x="72467" y="85658"/>
                    </a:lnTo>
                    <a:lnTo>
                      <a:pt x="71512" y="85961"/>
                    </a:lnTo>
                    <a:lnTo>
                      <a:pt x="70557" y="86279"/>
                    </a:lnTo>
                    <a:lnTo>
                      <a:pt x="68677" y="86916"/>
                    </a:lnTo>
                    <a:lnTo>
                      <a:pt x="68677" y="86916"/>
                    </a:lnTo>
                    <a:lnTo>
                      <a:pt x="65509" y="88007"/>
                    </a:lnTo>
                    <a:lnTo>
                      <a:pt x="63993" y="88508"/>
                    </a:lnTo>
                    <a:lnTo>
                      <a:pt x="63250" y="88750"/>
                    </a:lnTo>
                    <a:lnTo>
                      <a:pt x="62522" y="88963"/>
                    </a:lnTo>
                    <a:lnTo>
                      <a:pt x="61810" y="89175"/>
                    </a:lnTo>
                    <a:lnTo>
                      <a:pt x="61112" y="89357"/>
                    </a:lnTo>
                    <a:lnTo>
                      <a:pt x="60430" y="89524"/>
                    </a:lnTo>
                    <a:lnTo>
                      <a:pt x="59778" y="89660"/>
                    </a:lnTo>
                    <a:lnTo>
                      <a:pt x="59126" y="89781"/>
                    </a:lnTo>
                    <a:lnTo>
                      <a:pt x="58505" y="89872"/>
                    </a:lnTo>
                    <a:lnTo>
                      <a:pt x="57898" y="89933"/>
                    </a:lnTo>
                    <a:lnTo>
                      <a:pt x="57322" y="89963"/>
                    </a:lnTo>
                    <a:lnTo>
                      <a:pt x="56761" y="89963"/>
                    </a:lnTo>
                    <a:lnTo>
                      <a:pt x="56488" y="89948"/>
                    </a:lnTo>
                    <a:lnTo>
                      <a:pt x="56215" y="89933"/>
                    </a:lnTo>
                    <a:lnTo>
                      <a:pt x="55958" y="89903"/>
                    </a:lnTo>
                    <a:lnTo>
                      <a:pt x="55700" y="89857"/>
                    </a:lnTo>
                    <a:lnTo>
                      <a:pt x="55457" y="89812"/>
                    </a:lnTo>
                    <a:lnTo>
                      <a:pt x="55215" y="89751"/>
                    </a:lnTo>
                    <a:lnTo>
                      <a:pt x="54987" y="89675"/>
                    </a:lnTo>
                    <a:lnTo>
                      <a:pt x="54760" y="89599"/>
                    </a:lnTo>
                    <a:lnTo>
                      <a:pt x="54533" y="89493"/>
                    </a:lnTo>
                    <a:lnTo>
                      <a:pt x="54320" y="89402"/>
                    </a:lnTo>
                    <a:lnTo>
                      <a:pt x="54108" y="89281"/>
                    </a:lnTo>
                    <a:lnTo>
                      <a:pt x="53911" y="89160"/>
                    </a:lnTo>
                    <a:lnTo>
                      <a:pt x="53714" y="89008"/>
                    </a:lnTo>
                    <a:lnTo>
                      <a:pt x="53532" y="88872"/>
                    </a:lnTo>
                    <a:lnTo>
                      <a:pt x="53350" y="88705"/>
                    </a:lnTo>
                    <a:lnTo>
                      <a:pt x="53183" y="88523"/>
                    </a:lnTo>
                    <a:lnTo>
                      <a:pt x="53016" y="88341"/>
                    </a:lnTo>
                    <a:lnTo>
                      <a:pt x="52865" y="88129"/>
                    </a:lnTo>
                    <a:lnTo>
                      <a:pt x="52713" y="87917"/>
                    </a:lnTo>
                    <a:lnTo>
                      <a:pt x="52577" y="87689"/>
                    </a:lnTo>
                    <a:lnTo>
                      <a:pt x="52440" y="87447"/>
                    </a:lnTo>
                    <a:lnTo>
                      <a:pt x="52319" y="87189"/>
                    </a:lnTo>
                    <a:lnTo>
                      <a:pt x="52213" y="86916"/>
                    </a:lnTo>
                    <a:lnTo>
                      <a:pt x="52107" y="86628"/>
                    </a:lnTo>
                    <a:lnTo>
                      <a:pt x="52001" y="86340"/>
                    </a:lnTo>
                    <a:lnTo>
                      <a:pt x="51910" y="86021"/>
                    </a:lnTo>
                    <a:lnTo>
                      <a:pt x="51834" y="85688"/>
                    </a:lnTo>
                    <a:lnTo>
                      <a:pt x="51758" y="85339"/>
                    </a:lnTo>
                    <a:lnTo>
                      <a:pt x="51698" y="84975"/>
                    </a:lnTo>
                    <a:lnTo>
                      <a:pt x="51637" y="8459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8"/>
              <p:cNvSpPr/>
              <p:nvPr/>
            </p:nvSpPr>
            <p:spPr>
              <a:xfrm>
                <a:off x="5740771" y="1955861"/>
                <a:ext cx="1356496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40282" h="93769" extrusionOk="0">
                    <a:moveTo>
                      <a:pt x="21680" y="42313"/>
                    </a:moveTo>
                    <a:lnTo>
                      <a:pt x="21801" y="42329"/>
                    </a:lnTo>
                    <a:lnTo>
                      <a:pt x="21922" y="42374"/>
                    </a:lnTo>
                    <a:lnTo>
                      <a:pt x="22029" y="42450"/>
                    </a:lnTo>
                    <a:lnTo>
                      <a:pt x="22120" y="42541"/>
                    </a:lnTo>
                    <a:lnTo>
                      <a:pt x="22195" y="42647"/>
                    </a:lnTo>
                    <a:lnTo>
                      <a:pt x="22256" y="42768"/>
                    </a:lnTo>
                    <a:lnTo>
                      <a:pt x="22286" y="42920"/>
                    </a:lnTo>
                    <a:lnTo>
                      <a:pt x="22301" y="43071"/>
                    </a:lnTo>
                    <a:lnTo>
                      <a:pt x="22286" y="43223"/>
                    </a:lnTo>
                    <a:lnTo>
                      <a:pt x="22256" y="43359"/>
                    </a:lnTo>
                    <a:lnTo>
                      <a:pt x="22195" y="43481"/>
                    </a:lnTo>
                    <a:lnTo>
                      <a:pt x="22120" y="43587"/>
                    </a:lnTo>
                    <a:lnTo>
                      <a:pt x="22029" y="43678"/>
                    </a:lnTo>
                    <a:lnTo>
                      <a:pt x="21922" y="43754"/>
                    </a:lnTo>
                    <a:lnTo>
                      <a:pt x="21801" y="43799"/>
                    </a:lnTo>
                    <a:lnTo>
                      <a:pt x="21680" y="43814"/>
                    </a:lnTo>
                    <a:lnTo>
                      <a:pt x="21559" y="43799"/>
                    </a:lnTo>
                    <a:lnTo>
                      <a:pt x="21437" y="43754"/>
                    </a:lnTo>
                    <a:lnTo>
                      <a:pt x="21331" y="43678"/>
                    </a:lnTo>
                    <a:lnTo>
                      <a:pt x="21240" y="43587"/>
                    </a:lnTo>
                    <a:lnTo>
                      <a:pt x="21164" y="43481"/>
                    </a:lnTo>
                    <a:lnTo>
                      <a:pt x="21104" y="43359"/>
                    </a:lnTo>
                    <a:lnTo>
                      <a:pt x="21073" y="43223"/>
                    </a:lnTo>
                    <a:lnTo>
                      <a:pt x="21058" y="43071"/>
                    </a:lnTo>
                    <a:lnTo>
                      <a:pt x="21073" y="42920"/>
                    </a:lnTo>
                    <a:lnTo>
                      <a:pt x="21104" y="42768"/>
                    </a:lnTo>
                    <a:lnTo>
                      <a:pt x="21164" y="42647"/>
                    </a:lnTo>
                    <a:lnTo>
                      <a:pt x="21240" y="42541"/>
                    </a:lnTo>
                    <a:lnTo>
                      <a:pt x="21331" y="42450"/>
                    </a:lnTo>
                    <a:lnTo>
                      <a:pt x="21437" y="42374"/>
                    </a:lnTo>
                    <a:lnTo>
                      <a:pt x="21559" y="42329"/>
                    </a:lnTo>
                    <a:lnTo>
                      <a:pt x="21680" y="42313"/>
                    </a:lnTo>
                    <a:close/>
                    <a:moveTo>
                      <a:pt x="21058" y="66419"/>
                    </a:moveTo>
                    <a:lnTo>
                      <a:pt x="21195" y="66434"/>
                    </a:lnTo>
                    <a:lnTo>
                      <a:pt x="21301" y="66479"/>
                    </a:lnTo>
                    <a:lnTo>
                      <a:pt x="21407" y="66555"/>
                    </a:lnTo>
                    <a:lnTo>
                      <a:pt x="21498" y="66646"/>
                    </a:lnTo>
                    <a:lnTo>
                      <a:pt x="21574" y="66752"/>
                    </a:lnTo>
                    <a:lnTo>
                      <a:pt x="21634" y="66889"/>
                    </a:lnTo>
                    <a:lnTo>
                      <a:pt x="21665" y="67025"/>
                    </a:lnTo>
                    <a:lnTo>
                      <a:pt x="21680" y="67177"/>
                    </a:lnTo>
                    <a:lnTo>
                      <a:pt x="21665" y="67328"/>
                    </a:lnTo>
                    <a:lnTo>
                      <a:pt x="21634" y="67465"/>
                    </a:lnTo>
                    <a:lnTo>
                      <a:pt x="21574" y="67586"/>
                    </a:lnTo>
                    <a:lnTo>
                      <a:pt x="21498" y="67707"/>
                    </a:lnTo>
                    <a:lnTo>
                      <a:pt x="21407" y="67798"/>
                    </a:lnTo>
                    <a:lnTo>
                      <a:pt x="21301" y="67859"/>
                    </a:lnTo>
                    <a:lnTo>
                      <a:pt x="21195" y="67904"/>
                    </a:lnTo>
                    <a:lnTo>
                      <a:pt x="21058" y="67920"/>
                    </a:lnTo>
                    <a:lnTo>
                      <a:pt x="20937" y="67904"/>
                    </a:lnTo>
                    <a:lnTo>
                      <a:pt x="20816" y="67859"/>
                    </a:lnTo>
                    <a:lnTo>
                      <a:pt x="20710" y="67798"/>
                    </a:lnTo>
                    <a:lnTo>
                      <a:pt x="20619" y="67707"/>
                    </a:lnTo>
                    <a:lnTo>
                      <a:pt x="20543" y="67586"/>
                    </a:lnTo>
                    <a:lnTo>
                      <a:pt x="20497" y="67465"/>
                    </a:lnTo>
                    <a:lnTo>
                      <a:pt x="20452" y="67328"/>
                    </a:lnTo>
                    <a:lnTo>
                      <a:pt x="20437" y="67177"/>
                    </a:lnTo>
                    <a:lnTo>
                      <a:pt x="20452" y="67025"/>
                    </a:lnTo>
                    <a:lnTo>
                      <a:pt x="20497" y="66889"/>
                    </a:lnTo>
                    <a:lnTo>
                      <a:pt x="20543" y="66752"/>
                    </a:lnTo>
                    <a:lnTo>
                      <a:pt x="20619" y="66646"/>
                    </a:lnTo>
                    <a:lnTo>
                      <a:pt x="20710" y="66555"/>
                    </a:lnTo>
                    <a:lnTo>
                      <a:pt x="20816" y="66479"/>
                    </a:lnTo>
                    <a:lnTo>
                      <a:pt x="20937" y="66434"/>
                    </a:lnTo>
                    <a:lnTo>
                      <a:pt x="21058" y="66419"/>
                    </a:lnTo>
                    <a:close/>
                    <a:moveTo>
                      <a:pt x="21680" y="77804"/>
                    </a:moveTo>
                    <a:lnTo>
                      <a:pt x="21801" y="77820"/>
                    </a:lnTo>
                    <a:lnTo>
                      <a:pt x="21922" y="77865"/>
                    </a:lnTo>
                    <a:lnTo>
                      <a:pt x="22029" y="77926"/>
                    </a:lnTo>
                    <a:lnTo>
                      <a:pt x="22120" y="78017"/>
                    </a:lnTo>
                    <a:lnTo>
                      <a:pt x="22195" y="78138"/>
                    </a:lnTo>
                    <a:lnTo>
                      <a:pt x="22256" y="78259"/>
                    </a:lnTo>
                    <a:lnTo>
                      <a:pt x="22286" y="78396"/>
                    </a:lnTo>
                    <a:lnTo>
                      <a:pt x="22301" y="78547"/>
                    </a:lnTo>
                    <a:lnTo>
                      <a:pt x="22286" y="78699"/>
                    </a:lnTo>
                    <a:lnTo>
                      <a:pt x="22256" y="78835"/>
                    </a:lnTo>
                    <a:lnTo>
                      <a:pt x="22195" y="78972"/>
                    </a:lnTo>
                    <a:lnTo>
                      <a:pt x="22120" y="79078"/>
                    </a:lnTo>
                    <a:lnTo>
                      <a:pt x="22029" y="79169"/>
                    </a:lnTo>
                    <a:lnTo>
                      <a:pt x="21922" y="79245"/>
                    </a:lnTo>
                    <a:lnTo>
                      <a:pt x="21801" y="79275"/>
                    </a:lnTo>
                    <a:lnTo>
                      <a:pt x="21680" y="79290"/>
                    </a:lnTo>
                    <a:lnTo>
                      <a:pt x="21559" y="79275"/>
                    </a:lnTo>
                    <a:lnTo>
                      <a:pt x="21437" y="79245"/>
                    </a:lnTo>
                    <a:lnTo>
                      <a:pt x="21331" y="79169"/>
                    </a:lnTo>
                    <a:lnTo>
                      <a:pt x="21240" y="79078"/>
                    </a:lnTo>
                    <a:lnTo>
                      <a:pt x="21164" y="78972"/>
                    </a:lnTo>
                    <a:lnTo>
                      <a:pt x="21104" y="78835"/>
                    </a:lnTo>
                    <a:lnTo>
                      <a:pt x="21073" y="78699"/>
                    </a:lnTo>
                    <a:lnTo>
                      <a:pt x="21058" y="78547"/>
                    </a:lnTo>
                    <a:lnTo>
                      <a:pt x="21073" y="78396"/>
                    </a:lnTo>
                    <a:lnTo>
                      <a:pt x="21104" y="78259"/>
                    </a:lnTo>
                    <a:lnTo>
                      <a:pt x="21164" y="78138"/>
                    </a:lnTo>
                    <a:lnTo>
                      <a:pt x="21240" y="78017"/>
                    </a:lnTo>
                    <a:lnTo>
                      <a:pt x="21331" y="77926"/>
                    </a:lnTo>
                    <a:lnTo>
                      <a:pt x="21437" y="77865"/>
                    </a:lnTo>
                    <a:lnTo>
                      <a:pt x="21559" y="77820"/>
                    </a:lnTo>
                    <a:lnTo>
                      <a:pt x="21680" y="77804"/>
                    </a:lnTo>
                    <a:close/>
                    <a:moveTo>
                      <a:pt x="22665" y="82398"/>
                    </a:moveTo>
                    <a:lnTo>
                      <a:pt x="22787" y="82413"/>
                    </a:lnTo>
                    <a:lnTo>
                      <a:pt x="22908" y="82459"/>
                    </a:lnTo>
                    <a:lnTo>
                      <a:pt x="23014" y="82534"/>
                    </a:lnTo>
                    <a:lnTo>
                      <a:pt x="23105" y="82625"/>
                    </a:lnTo>
                    <a:lnTo>
                      <a:pt x="23181" y="82732"/>
                    </a:lnTo>
                    <a:lnTo>
                      <a:pt x="23241" y="82853"/>
                    </a:lnTo>
                    <a:lnTo>
                      <a:pt x="23272" y="82989"/>
                    </a:lnTo>
                    <a:lnTo>
                      <a:pt x="23287" y="83141"/>
                    </a:lnTo>
                    <a:lnTo>
                      <a:pt x="23272" y="83293"/>
                    </a:lnTo>
                    <a:lnTo>
                      <a:pt x="23241" y="83444"/>
                    </a:lnTo>
                    <a:lnTo>
                      <a:pt x="23181" y="83565"/>
                    </a:lnTo>
                    <a:lnTo>
                      <a:pt x="23105" y="83672"/>
                    </a:lnTo>
                    <a:lnTo>
                      <a:pt x="23014" y="83762"/>
                    </a:lnTo>
                    <a:lnTo>
                      <a:pt x="22908" y="83838"/>
                    </a:lnTo>
                    <a:lnTo>
                      <a:pt x="22787" y="83884"/>
                    </a:lnTo>
                    <a:lnTo>
                      <a:pt x="22665" y="83899"/>
                    </a:lnTo>
                    <a:lnTo>
                      <a:pt x="22544" y="83884"/>
                    </a:lnTo>
                    <a:lnTo>
                      <a:pt x="22423" y="83838"/>
                    </a:lnTo>
                    <a:lnTo>
                      <a:pt x="22317" y="83762"/>
                    </a:lnTo>
                    <a:lnTo>
                      <a:pt x="22226" y="83672"/>
                    </a:lnTo>
                    <a:lnTo>
                      <a:pt x="22150" y="83565"/>
                    </a:lnTo>
                    <a:lnTo>
                      <a:pt x="22089" y="83444"/>
                    </a:lnTo>
                    <a:lnTo>
                      <a:pt x="22059" y="83293"/>
                    </a:lnTo>
                    <a:lnTo>
                      <a:pt x="22044" y="83141"/>
                    </a:lnTo>
                    <a:lnTo>
                      <a:pt x="22059" y="82989"/>
                    </a:lnTo>
                    <a:lnTo>
                      <a:pt x="22089" y="82853"/>
                    </a:lnTo>
                    <a:lnTo>
                      <a:pt x="22150" y="82732"/>
                    </a:lnTo>
                    <a:lnTo>
                      <a:pt x="22226" y="82625"/>
                    </a:lnTo>
                    <a:lnTo>
                      <a:pt x="22317" y="82534"/>
                    </a:lnTo>
                    <a:lnTo>
                      <a:pt x="22423" y="82459"/>
                    </a:lnTo>
                    <a:lnTo>
                      <a:pt x="22544" y="82413"/>
                    </a:lnTo>
                    <a:lnTo>
                      <a:pt x="22665" y="82398"/>
                    </a:lnTo>
                    <a:close/>
                    <a:moveTo>
                      <a:pt x="21422" y="88493"/>
                    </a:moveTo>
                    <a:lnTo>
                      <a:pt x="21543" y="88508"/>
                    </a:lnTo>
                    <a:lnTo>
                      <a:pt x="21665" y="88553"/>
                    </a:lnTo>
                    <a:lnTo>
                      <a:pt x="21771" y="88614"/>
                    </a:lnTo>
                    <a:lnTo>
                      <a:pt x="21862" y="88705"/>
                    </a:lnTo>
                    <a:lnTo>
                      <a:pt x="21938" y="88826"/>
                    </a:lnTo>
                    <a:lnTo>
                      <a:pt x="21998" y="88947"/>
                    </a:lnTo>
                    <a:lnTo>
                      <a:pt x="22029" y="89084"/>
                    </a:lnTo>
                    <a:lnTo>
                      <a:pt x="22044" y="89235"/>
                    </a:lnTo>
                    <a:lnTo>
                      <a:pt x="22029" y="89387"/>
                    </a:lnTo>
                    <a:lnTo>
                      <a:pt x="21998" y="89539"/>
                    </a:lnTo>
                    <a:lnTo>
                      <a:pt x="21938" y="89660"/>
                    </a:lnTo>
                    <a:lnTo>
                      <a:pt x="21862" y="89766"/>
                    </a:lnTo>
                    <a:lnTo>
                      <a:pt x="21771" y="89857"/>
                    </a:lnTo>
                    <a:lnTo>
                      <a:pt x="21665" y="89933"/>
                    </a:lnTo>
                    <a:lnTo>
                      <a:pt x="21543" y="89978"/>
                    </a:lnTo>
                    <a:lnTo>
                      <a:pt x="21422" y="89994"/>
                    </a:lnTo>
                    <a:lnTo>
                      <a:pt x="21301" y="89978"/>
                    </a:lnTo>
                    <a:lnTo>
                      <a:pt x="21180" y="89933"/>
                    </a:lnTo>
                    <a:lnTo>
                      <a:pt x="21073" y="89857"/>
                    </a:lnTo>
                    <a:lnTo>
                      <a:pt x="20983" y="89766"/>
                    </a:lnTo>
                    <a:lnTo>
                      <a:pt x="20907" y="89660"/>
                    </a:lnTo>
                    <a:lnTo>
                      <a:pt x="20846" y="89539"/>
                    </a:lnTo>
                    <a:lnTo>
                      <a:pt x="20816" y="89387"/>
                    </a:lnTo>
                    <a:lnTo>
                      <a:pt x="20801" y="89235"/>
                    </a:lnTo>
                    <a:lnTo>
                      <a:pt x="20816" y="89084"/>
                    </a:lnTo>
                    <a:lnTo>
                      <a:pt x="20846" y="88947"/>
                    </a:lnTo>
                    <a:lnTo>
                      <a:pt x="20907" y="88826"/>
                    </a:lnTo>
                    <a:lnTo>
                      <a:pt x="20983" y="88705"/>
                    </a:lnTo>
                    <a:lnTo>
                      <a:pt x="21073" y="88614"/>
                    </a:lnTo>
                    <a:lnTo>
                      <a:pt x="21180" y="88553"/>
                    </a:lnTo>
                    <a:lnTo>
                      <a:pt x="21301" y="88508"/>
                    </a:lnTo>
                    <a:lnTo>
                      <a:pt x="21422" y="88493"/>
                    </a:lnTo>
                    <a:close/>
                    <a:moveTo>
                      <a:pt x="22665" y="90630"/>
                    </a:moveTo>
                    <a:lnTo>
                      <a:pt x="22771" y="90645"/>
                    </a:lnTo>
                    <a:lnTo>
                      <a:pt x="22893" y="90661"/>
                    </a:lnTo>
                    <a:lnTo>
                      <a:pt x="22999" y="90691"/>
                    </a:lnTo>
                    <a:lnTo>
                      <a:pt x="23105" y="90736"/>
                    </a:lnTo>
                    <a:lnTo>
                      <a:pt x="23196" y="90797"/>
                    </a:lnTo>
                    <a:lnTo>
                      <a:pt x="23287" y="90873"/>
                    </a:lnTo>
                    <a:lnTo>
                      <a:pt x="23378" y="90949"/>
                    </a:lnTo>
                    <a:lnTo>
                      <a:pt x="23454" y="91024"/>
                    </a:lnTo>
                    <a:lnTo>
                      <a:pt x="23530" y="91131"/>
                    </a:lnTo>
                    <a:lnTo>
                      <a:pt x="23590" y="91237"/>
                    </a:lnTo>
                    <a:lnTo>
                      <a:pt x="23651" y="91343"/>
                    </a:lnTo>
                    <a:lnTo>
                      <a:pt x="23696" y="91464"/>
                    </a:lnTo>
                    <a:lnTo>
                      <a:pt x="23727" y="91585"/>
                    </a:lnTo>
                    <a:lnTo>
                      <a:pt x="23757" y="91707"/>
                    </a:lnTo>
                    <a:lnTo>
                      <a:pt x="23772" y="91843"/>
                    </a:lnTo>
                    <a:lnTo>
                      <a:pt x="23787" y="91980"/>
                    </a:lnTo>
                    <a:lnTo>
                      <a:pt x="23772" y="92116"/>
                    </a:lnTo>
                    <a:lnTo>
                      <a:pt x="23757" y="92252"/>
                    </a:lnTo>
                    <a:lnTo>
                      <a:pt x="23727" y="92389"/>
                    </a:lnTo>
                    <a:lnTo>
                      <a:pt x="23696" y="92510"/>
                    </a:lnTo>
                    <a:lnTo>
                      <a:pt x="23651" y="92631"/>
                    </a:lnTo>
                    <a:lnTo>
                      <a:pt x="23590" y="92738"/>
                    </a:lnTo>
                    <a:lnTo>
                      <a:pt x="23530" y="92844"/>
                    </a:lnTo>
                    <a:lnTo>
                      <a:pt x="23454" y="92935"/>
                    </a:lnTo>
                    <a:lnTo>
                      <a:pt x="23378" y="93026"/>
                    </a:lnTo>
                    <a:lnTo>
                      <a:pt x="23287" y="93101"/>
                    </a:lnTo>
                    <a:lnTo>
                      <a:pt x="23196" y="93162"/>
                    </a:lnTo>
                    <a:lnTo>
                      <a:pt x="23105" y="93223"/>
                    </a:lnTo>
                    <a:lnTo>
                      <a:pt x="22999" y="93268"/>
                    </a:lnTo>
                    <a:lnTo>
                      <a:pt x="22893" y="93299"/>
                    </a:lnTo>
                    <a:lnTo>
                      <a:pt x="22771" y="93329"/>
                    </a:lnTo>
                    <a:lnTo>
                      <a:pt x="22544" y="93329"/>
                    </a:lnTo>
                    <a:lnTo>
                      <a:pt x="22438" y="93299"/>
                    </a:lnTo>
                    <a:lnTo>
                      <a:pt x="22332" y="93268"/>
                    </a:lnTo>
                    <a:lnTo>
                      <a:pt x="22226" y="93223"/>
                    </a:lnTo>
                    <a:lnTo>
                      <a:pt x="22135" y="93162"/>
                    </a:lnTo>
                    <a:lnTo>
                      <a:pt x="22044" y="93101"/>
                    </a:lnTo>
                    <a:lnTo>
                      <a:pt x="21953" y="93026"/>
                    </a:lnTo>
                    <a:lnTo>
                      <a:pt x="21877" y="92935"/>
                    </a:lnTo>
                    <a:lnTo>
                      <a:pt x="21801" y="92844"/>
                    </a:lnTo>
                    <a:lnTo>
                      <a:pt x="21741" y="92738"/>
                    </a:lnTo>
                    <a:lnTo>
                      <a:pt x="21680" y="92631"/>
                    </a:lnTo>
                    <a:lnTo>
                      <a:pt x="21634" y="92510"/>
                    </a:lnTo>
                    <a:lnTo>
                      <a:pt x="21589" y="92389"/>
                    </a:lnTo>
                    <a:lnTo>
                      <a:pt x="21574" y="92252"/>
                    </a:lnTo>
                    <a:lnTo>
                      <a:pt x="21543" y="92116"/>
                    </a:lnTo>
                    <a:lnTo>
                      <a:pt x="21543" y="91980"/>
                    </a:lnTo>
                    <a:lnTo>
                      <a:pt x="21543" y="91843"/>
                    </a:lnTo>
                    <a:lnTo>
                      <a:pt x="21574" y="91707"/>
                    </a:lnTo>
                    <a:lnTo>
                      <a:pt x="21589" y="91585"/>
                    </a:lnTo>
                    <a:lnTo>
                      <a:pt x="21634" y="91464"/>
                    </a:lnTo>
                    <a:lnTo>
                      <a:pt x="21680" y="91343"/>
                    </a:lnTo>
                    <a:lnTo>
                      <a:pt x="21741" y="91237"/>
                    </a:lnTo>
                    <a:lnTo>
                      <a:pt x="21801" y="91131"/>
                    </a:lnTo>
                    <a:lnTo>
                      <a:pt x="21877" y="91024"/>
                    </a:lnTo>
                    <a:lnTo>
                      <a:pt x="21953" y="90949"/>
                    </a:lnTo>
                    <a:lnTo>
                      <a:pt x="22044" y="90873"/>
                    </a:lnTo>
                    <a:lnTo>
                      <a:pt x="22135" y="90797"/>
                    </a:lnTo>
                    <a:lnTo>
                      <a:pt x="22226" y="90736"/>
                    </a:lnTo>
                    <a:lnTo>
                      <a:pt x="22332" y="90691"/>
                    </a:lnTo>
                    <a:lnTo>
                      <a:pt x="22438" y="90661"/>
                    </a:lnTo>
                    <a:lnTo>
                      <a:pt x="22544" y="90645"/>
                    </a:lnTo>
                    <a:lnTo>
                      <a:pt x="22665" y="90630"/>
                    </a:lnTo>
                    <a:close/>
                    <a:moveTo>
                      <a:pt x="5943" y="93086"/>
                    </a:moveTo>
                    <a:lnTo>
                      <a:pt x="5064" y="93117"/>
                    </a:lnTo>
                    <a:lnTo>
                      <a:pt x="4200" y="93177"/>
                    </a:lnTo>
                    <a:lnTo>
                      <a:pt x="3336" y="93253"/>
                    </a:lnTo>
                    <a:lnTo>
                      <a:pt x="2487" y="93344"/>
                    </a:lnTo>
                    <a:lnTo>
                      <a:pt x="1653" y="93465"/>
                    </a:lnTo>
                    <a:lnTo>
                      <a:pt x="819" y="93602"/>
                    </a:lnTo>
                    <a:lnTo>
                      <a:pt x="0" y="93769"/>
                    </a:lnTo>
                    <a:lnTo>
                      <a:pt x="13721" y="93769"/>
                    </a:lnTo>
                    <a:lnTo>
                      <a:pt x="12887" y="93602"/>
                    </a:lnTo>
                    <a:lnTo>
                      <a:pt x="12038" y="93465"/>
                    </a:lnTo>
                    <a:lnTo>
                      <a:pt x="11174" y="93344"/>
                    </a:lnTo>
                    <a:lnTo>
                      <a:pt x="10309" y="93253"/>
                    </a:lnTo>
                    <a:lnTo>
                      <a:pt x="9445" y="93177"/>
                    </a:lnTo>
                    <a:lnTo>
                      <a:pt x="8566" y="93132"/>
                    </a:lnTo>
                    <a:lnTo>
                      <a:pt x="7687" y="93086"/>
                    </a:lnTo>
                    <a:close/>
                    <a:moveTo>
                      <a:pt x="19648" y="0"/>
                    </a:moveTo>
                    <a:lnTo>
                      <a:pt x="19694" y="3047"/>
                    </a:lnTo>
                    <a:lnTo>
                      <a:pt x="19800" y="11234"/>
                    </a:lnTo>
                    <a:lnTo>
                      <a:pt x="19861" y="16783"/>
                    </a:lnTo>
                    <a:lnTo>
                      <a:pt x="19921" y="23075"/>
                    </a:lnTo>
                    <a:lnTo>
                      <a:pt x="19982" y="29912"/>
                    </a:lnTo>
                    <a:lnTo>
                      <a:pt x="20027" y="37098"/>
                    </a:lnTo>
                    <a:lnTo>
                      <a:pt x="20134" y="37128"/>
                    </a:lnTo>
                    <a:lnTo>
                      <a:pt x="20240" y="37189"/>
                    </a:lnTo>
                    <a:lnTo>
                      <a:pt x="20331" y="37265"/>
                    </a:lnTo>
                    <a:lnTo>
                      <a:pt x="20406" y="37356"/>
                    </a:lnTo>
                    <a:lnTo>
                      <a:pt x="20467" y="37462"/>
                    </a:lnTo>
                    <a:lnTo>
                      <a:pt x="20528" y="37583"/>
                    </a:lnTo>
                    <a:lnTo>
                      <a:pt x="20558" y="37705"/>
                    </a:lnTo>
                    <a:lnTo>
                      <a:pt x="20558" y="37841"/>
                    </a:lnTo>
                    <a:lnTo>
                      <a:pt x="20558" y="37993"/>
                    </a:lnTo>
                    <a:lnTo>
                      <a:pt x="20528" y="38114"/>
                    </a:lnTo>
                    <a:lnTo>
                      <a:pt x="20467" y="38235"/>
                    </a:lnTo>
                    <a:lnTo>
                      <a:pt x="20406" y="38341"/>
                    </a:lnTo>
                    <a:lnTo>
                      <a:pt x="20331" y="38432"/>
                    </a:lnTo>
                    <a:lnTo>
                      <a:pt x="20240" y="38508"/>
                    </a:lnTo>
                    <a:lnTo>
                      <a:pt x="20134" y="38554"/>
                    </a:lnTo>
                    <a:lnTo>
                      <a:pt x="20027" y="38584"/>
                    </a:lnTo>
                    <a:lnTo>
                      <a:pt x="20043" y="45103"/>
                    </a:lnTo>
                    <a:lnTo>
                      <a:pt x="20058" y="51607"/>
                    </a:lnTo>
                    <a:lnTo>
                      <a:pt x="20179" y="51546"/>
                    </a:lnTo>
                    <a:lnTo>
                      <a:pt x="20300" y="51501"/>
                    </a:lnTo>
                    <a:lnTo>
                      <a:pt x="20422" y="51470"/>
                    </a:lnTo>
                    <a:lnTo>
                      <a:pt x="20558" y="51455"/>
                    </a:lnTo>
                    <a:lnTo>
                      <a:pt x="20679" y="51470"/>
                    </a:lnTo>
                    <a:lnTo>
                      <a:pt x="20785" y="51486"/>
                    </a:lnTo>
                    <a:lnTo>
                      <a:pt x="20892" y="51516"/>
                    </a:lnTo>
                    <a:lnTo>
                      <a:pt x="20998" y="51561"/>
                    </a:lnTo>
                    <a:lnTo>
                      <a:pt x="21104" y="51622"/>
                    </a:lnTo>
                    <a:lnTo>
                      <a:pt x="21195" y="51683"/>
                    </a:lnTo>
                    <a:lnTo>
                      <a:pt x="21271" y="51758"/>
                    </a:lnTo>
                    <a:lnTo>
                      <a:pt x="21362" y="51849"/>
                    </a:lnTo>
                    <a:lnTo>
                      <a:pt x="21422" y="51940"/>
                    </a:lnTo>
                    <a:lnTo>
                      <a:pt x="21498" y="52046"/>
                    </a:lnTo>
                    <a:lnTo>
                      <a:pt x="21543" y="52168"/>
                    </a:lnTo>
                    <a:lnTo>
                      <a:pt x="21589" y="52274"/>
                    </a:lnTo>
                    <a:lnTo>
                      <a:pt x="21634" y="52410"/>
                    </a:lnTo>
                    <a:lnTo>
                      <a:pt x="21665" y="52532"/>
                    </a:lnTo>
                    <a:lnTo>
                      <a:pt x="21680" y="52668"/>
                    </a:lnTo>
                    <a:lnTo>
                      <a:pt x="21680" y="52805"/>
                    </a:lnTo>
                    <a:lnTo>
                      <a:pt x="21680" y="52941"/>
                    </a:lnTo>
                    <a:lnTo>
                      <a:pt x="21665" y="53077"/>
                    </a:lnTo>
                    <a:lnTo>
                      <a:pt x="21634" y="53199"/>
                    </a:lnTo>
                    <a:lnTo>
                      <a:pt x="21589" y="53335"/>
                    </a:lnTo>
                    <a:lnTo>
                      <a:pt x="21543" y="53441"/>
                    </a:lnTo>
                    <a:lnTo>
                      <a:pt x="21498" y="53563"/>
                    </a:lnTo>
                    <a:lnTo>
                      <a:pt x="21422" y="53654"/>
                    </a:lnTo>
                    <a:lnTo>
                      <a:pt x="21362" y="53760"/>
                    </a:lnTo>
                    <a:lnTo>
                      <a:pt x="21271" y="53851"/>
                    </a:lnTo>
                    <a:lnTo>
                      <a:pt x="21195" y="53926"/>
                    </a:lnTo>
                    <a:lnTo>
                      <a:pt x="21104" y="53987"/>
                    </a:lnTo>
                    <a:lnTo>
                      <a:pt x="20998" y="54048"/>
                    </a:lnTo>
                    <a:lnTo>
                      <a:pt x="20892" y="54093"/>
                    </a:lnTo>
                    <a:lnTo>
                      <a:pt x="20785" y="54123"/>
                    </a:lnTo>
                    <a:lnTo>
                      <a:pt x="20679" y="54139"/>
                    </a:lnTo>
                    <a:lnTo>
                      <a:pt x="20558" y="54154"/>
                    </a:lnTo>
                    <a:lnTo>
                      <a:pt x="20422" y="54139"/>
                    </a:lnTo>
                    <a:lnTo>
                      <a:pt x="20300" y="54108"/>
                    </a:lnTo>
                    <a:lnTo>
                      <a:pt x="20164" y="54063"/>
                    </a:lnTo>
                    <a:lnTo>
                      <a:pt x="20058" y="54002"/>
                    </a:lnTo>
                    <a:lnTo>
                      <a:pt x="20043" y="57717"/>
                    </a:lnTo>
                    <a:lnTo>
                      <a:pt x="20149" y="57732"/>
                    </a:lnTo>
                    <a:lnTo>
                      <a:pt x="20255" y="57762"/>
                    </a:lnTo>
                    <a:lnTo>
                      <a:pt x="20346" y="57792"/>
                    </a:lnTo>
                    <a:lnTo>
                      <a:pt x="20437" y="57853"/>
                    </a:lnTo>
                    <a:lnTo>
                      <a:pt x="20528" y="57914"/>
                    </a:lnTo>
                    <a:lnTo>
                      <a:pt x="20619" y="57974"/>
                    </a:lnTo>
                    <a:lnTo>
                      <a:pt x="20694" y="58050"/>
                    </a:lnTo>
                    <a:lnTo>
                      <a:pt x="20770" y="58141"/>
                    </a:lnTo>
                    <a:lnTo>
                      <a:pt x="20831" y="58232"/>
                    </a:lnTo>
                    <a:lnTo>
                      <a:pt x="20892" y="58338"/>
                    </a:lnTo>
                    <a:lnTo>
                      <a:pt x="20937" y="58444"/>
                    </a:lnTo>
                    <a:lnTo>
                      <a:pt x="20983" y="58550"/>
                    </a:lnTo>
                    <a:lnTo>
                      <a:pt x="21013" y="58672"/>
                    </a:lnTo>
                    <a:lnTo>
                      <a:pt x="21043" y="58793"/>
                    </a:lnTo>
                    <a:lnTo>
                      <a:pt x="21058" y="58929"/>
                    </a:lnTo>
                    <a:lnTo>
                      <a:pt x="21058" y="59051"/>
                    </a:lnTo>
                    <a:lnTo>
                      <a:pt x="21058" y="59187"/>
                    </a:lnTo>
                    <a:lnTo>
                      <a:pt x="21043" y="59308"/>
                    </a:lnTo>
                    <a:lnTo>
                      <a:pt x="21013" y="59445"/>
                    </a:lnTo>
                    <a:lnTo>
                      <a:pt x="20983" y="59551"/>
                    </a:lnTo>
                    <a:lnTo>
                      <a:pt x="20937" y="59672"/>
                    </a:lnTo>
                    <a:lnTo>
                      <a:pt x="20892" y="59778"/>
                    </a:lnTo>
                    <a:lnTo>
                      <a:pt x="20831" y="59885"/>
                    </a:lnTo>
                    <a:lnTo>
                      <a:pt x="20755" y="59975"/>
                    </a:lnTo>
                    <a:lnTo>
                      <a:pt x="20694" y="60066"/>
                    </a:lnTo>
                    <a:lnTo>
                      <a:pt x="20604" y="60142"/>
                    </a:lnTo>
                    <a:lnTo>
                      <a:pt x="20528" y="60203"/>
                    </a:lnTo>
                    <a:lnTo>
                      <a:pt x="20437" y="60264"/>
                    </a:lnTo>
                    <a:lnTo>
                      <a:pt x="20346" y="60324"/>
                    </a:lnTo>
                    <a:lnTo>
                      <a:pt x="20240" y="60355"/>
                    </a:lnTo>
                    <a:lnTo>
                      <a:pt x="20134" y="60385"/>
                    </a:lnTo>
                    <a:lnTo>
                      <a:pt x="20027" y="60400"/>
                    </a:lnTo>
                    <a:lnTo>
                      <a:pt x="19982" y="66752"/>
                    </a:lnTo>
                    <a:lnTo>
                      <a:pt x="19936" y="69739"/>
                    </a:lnTo>
                    <a:lnTo>
                      <a:pt x="19891" y="72589"/>
                    </a:lnTo>
                    <a:lnTo>
                      <a:pt x="19936" y="72589"/>
                    </a:lnTo>
                    <a:lnTo>
                      <a:pt x="20073" y="72604"/>
                    </a:lnTo>
                    <a:lnTo>
                      <a:pt x="20179" y="72650"/>
                    </a:lnTo>
                    <a:lnTo>
                      <a:pt x="20285" y="72710"/>
                    </a:lnTo>
                    <a:lnTo>
                      <a:pt x="20376" y="72801"/>
                    </a:lnTo>
                    <a:lnTo>
                      <a:pt x="20452" y="72907"/>
                    </a:lnTo>
                    <a:lnTo>
                      <a:pt x="20513" y="73044"/>
                    </a:lnTo>
                    <a:lnTo>
                      <a:pt x="20558" y="73180"/>
                    </a:lnTo>
                    <a:lnTo>
                      <a:pt x="20558" y="73332"/>
                    </a:lnTo>
                    <a:lnTo>
                      <a:pt x="20558" y="73484"/>
                    </a:lnTo>
                    <a:lnTo>
                      <a:pt x="20513" y="73620"/>
                    </a:lnTo>
                    <a:lnTo>
                      <a:pt x="20452" y="73741"/>
                    </a:lnTo>
                    <a:lnTo>
                      <a:pt x="20376" y="73863"/>
                    </a:lnTo>
                    <a:lnTo>
                      <a:pt x="20285" y="73954"/>
                    </a:lnTo>
                    <a:lnTo>
                      <a:pt x="20179" y="74014"/>
                    </a:lnTo>
                    <a:lnTo>
                      <a:pt x="20073" y="74060"/>
                    </a:lnTo>
                    <a:lnTo>
                      <a:pt x="19936" y="74075"/>
                    </a:lnTo>
                    <a:lnTo>
                      <a:pt x="19861" y="74075"/>
                    </a:lnTo>
                    <a:lnTo>
                      <a:pt x="19800" y="76470"/>
                    </a:lnTo>
                    <a:lnTo>
                      <a:pt x="19739" y="78714"/>
                    </a:lnTo>
                    <a:lnTo>
                      <a:pt x="19664" y="80761"/>
                    </a:lnTo>
                    <a:lnTo>
                      <a:pt x="19573" y="82625"/>
                    </a:lnTo>
                    <a:lnTo>
                      <a:pt x="19755" y="82565"/>
                    </a:lnTo>
                    <a:lnTo>
                      <a:pt x="19845" y="82550"/>
                    </a:lnTo>
                    <a:lnTo>
                      <a:pt x="20058" y="82550"/>
                    </a:lnTo>
                    <a:lnTo>
                      <a:pt x="20164" y="82580"/>
                    </a:lnTo>
                    <a:lnTo>
                      <a:pt x="20270" y="82610"/>
                    </a:lnTo>
                    <a:lnTo>
                      <a:pt x="20376" y="82656"/>
                    </a:lnTo>
                    <a:lnTo>
                      <a:pt x="20482" y="82716"/>
                    </a:lnTo>
                    <a:lnTo>
                      <a:pt x="20573" y="82777"/>
                    </a:lnTo>
                    <a:lnTo>
                      <a:pt x="20649" y="82853"/>
                    </a:lnTo>
                    <a:lnTo>
                      <a:pt x="20740" y="82944"/>
                    </a:lnTo>
                    <a:lnTo>
                      <a:pt x="20801" y="83035"/>
                    </a:lnTo>
                    <a:lnTo>
                      <a:pt x="20876" y="83141"/>
                    </a:lnTo>
                    <a:lnTo>
                      <a:pt x="20922" y="83247"/>
                    </a:lnTo>
                    <a:lnTo>
                      <a:pt x="20967" y="83368"/>
                    </a:lnTo>
                    <a:lnTo>
                      <a:pt x="21013" y="83490"/>
                    </a:lnTo>
                    <a:lnTo>
                      <a:pt x="21043" y="83626"/>
                    </a:lnTo>
                    <a:lnTo>
                      <a:pt x="21058" y="83762"/>
                    </a:lnTo>
                    <a:lnTo>
                      <a:pt x="21058" y="83899"/>
                    </a:lnTo>
                    <a:lnTo>
                      <a:pt x="21058" y="84035"/>
                    </a:lnTo>
                    <a:lnTo>
                      <a:pt x="21043" y="84172"/>
                    </a:lnTo>
                    <a:lnTo>
                      <a:pt x="21013" y="84293"/>
                    </a:lnTo>
                    <a:lnTo>
                      <a:pt x="20967" y="84414"/>
                    </a:lnTo>
                    <a:lnTo>
                      <a:pt x="20922" y="84536"/>
                    </a:lnTo>
                    <a:lnTo>
                      <a:pt x="20876" y="84642"/>
                    </a:lnTo>
                    <a:lnTo>
                      <a:pt x="20801" y="84748"/>
                    </a:lnTo>
                    <a:lnTo>
                      <a:pt x="20740" y="84854"/>
                    </a:lnTo>
                    <a:lnTo>
                      <a:pt x="20649" y="84930"/>
                    </a:lnTo>
                    <a:lnTo>
                      <a:pt x="20573" y="85006"/>
                    </a:lnTo>
                    <a:lnTo>
                      <a:pt x="20482" y="85081"/>
                    </a:lnTo>
                    <a:lnTo>
                      <a:pt x="20376" y="85142"/>
                    </a:lnTo>
                    <a:lnTo>
                      <a:pt x="20270" y="85188"/>
                    </a:lnTo>
                    <a:lnTo>
                      <a:pt x="20164" y="85218"/>
                    </a:lnTo>
                    <a:lnTo>
                      <a:pt x="20058" y="85233"/>
                    </a:lnTo>
                    <a:lnTo>
                      <a:pt x="19936" y="85248"/>
                    </a:lnTo>
                    <a:lnTo>
                      <a:pt x="19800" y="85233"/>
                    </a:lnTo>
                    <a:lnTo>
                      <a:pt x="19664" y="85203"/>
                    </a:lnTo>
                    <a:lnTo>
                      <a:pt x="19542" y="85157"/>
                    </a:lnTo>
                    <a:lnTo>
                      <a:pt x="19421" y="85081"/>
                    </a:lnTo>
                    <a:lnTo>
                      <a:pt x="19330" y="85824"/>
                    </a:lnTo>
                    <a:lnTo>
                      <a:pt x="19224" y="86522"/>
                    </a:lnTo>
                    <a:lnTo>
                      <a:pt x="19148" y="86840"/>
                    </a:lnTo>
                    <a:lnTo>
                      <a:pt x="19072" y="87158"/>
                    </a:lnTo>
                    <a:lnTo>
                      <a:pt x="18996" y="87462"/>
                    </a:lnTo>
                    <a:lnTo>
                      <a:pt x="18906" y="87750"/>
                    </a:lnTo>
                    <a:lnTo>
                      <a:pt x="19027" y="87780"/>
                    </a:lnTo>
                    <a:lnTo>
                      <a:pt x="19118" y="87841"/>
                    </a:lnTo>
                    <a:lnTo>
                      <a:pt x="19209" y="87917"/>
                    </a:lnTo>
                    <a:lnTo>
                      <a:pt x="19285" y="88007"/>
                    </a:lnTo>
                    <a:lnTo>
                      <a:pt x="19360" y="88114"/>
                    </a:lnTo>
                    <a:lnTo>
                      <a:pt x="19406" y="88220"/>
                    </a:lnTo>
                    <a:lnTo>
                      <a:pt x="19436" y="88356"/>
                    </a:lnTo>
                    <a:lnTo>
                      <a:pt x="19451" y="88493"/>
                    </a:lnTo>
                    <a:lnTo>
                      <a:pt x="19436" y="88644"/>
                    </a:lnTo>
                    <a:lnTo>
                      <a:pt x="19391" y="88781"/>
                    </a:lnTo>
                    <a:lnTo>
                      <a:pt x="19345" y="88917"/>
                    </a:lnTo>
                    <a:lnTo>
                      <a:pt x="19269" y="89023"/>
                    </a:lnTo>
                    <a:lnTo>
                      <a:pt x="19163" y="89114"/>
                    </a:lnTo>
                    <a:lnTo>
                      <a:pt x="19057" y="89175"/>
                    </a:lnTo>
                    <a:lnTo>
                      <a:pt x="18951" y="89220"/>
                    </a:lnTo>
                    <a:lnTo>
                      <a:pt x="18830" y="89235"/>
                    </a:lnTo>
                    <a:lnTo>
                      <a:pt x="18693" y="89220"/>
                    </a:lnTo>
                    <a:lnTo>
                      <a:pt x="18587" y="89190"/>
                    </a:lnTo>
                    <a:lnTo>
                      <a:pt x="18481" y="89114"/>
                    </a:lnTo>
                    <a:lnTo>
                      <a:pt x="18390" y="89023"/>
                    </a:lnTo>
                    <a:lnTo>
                      <a:pt x="18163" y="89417"/>
                    </a:lnTo>
                    <a:lnTo>
                      <a:pt x="17935" y="89766"/>
                    </a:lnTo>
                    <a:lnTo>
                      <a:pt x="18041" y="89948"/>
                    </a:lnTo>
                    <a:lnTo>
                      <a:pt x="18132" y="90160"/>
                    </a:lnTo>
                    <a:lnTo>
                      <a:pt x="18178" y="90388"/>
                    </a:lnTo>
                    <a:lnTo>
                      <a:pt x="18193" y="90509"/>
                    </a:lnTo>
                    <a:lnTo>
                      <a:pt x="18208" y="90630"/>
                    </a:lnTo>
                    <a:lnTo>
                      <a:pt x="18193" y="90782"/>
                    </a:lnTo>
                    <a:lnTo>
                      <a:pt x="18178" y="90903"/>
                    </a:lnTo>
                    <a:lnTo>
                      <a:pt x="18148" y="91040"/>
                    </a:lnTo>
                    <a:lnTo>
                      <a:pt x="18117" y="91161"/>
                    </a:lnTo>
                    <a:lnTo>
                      <a:pt x="18072" y="91282"/>
                    </a:lnTo>
                    <a:lnTo>
                      <a:pt x="18011" y="91388"/>
                    </a:lnTo>
                    <a:lnTo>
                      <a:pt x="17950" y="91494"/>
                    </a:lnTo>
                    <a:lnTo>
                      <a:pt x="17875" y="91585"/>
                    </a:lnTo>
                    <a:lnTo>
                      <a:pt x="17799" y="91676"/>
                    </a:lnTo>
                    <a:lnTo>
                      <a:pt x="17708" y="91752"/>
                    </a:lnTo>
                    <a:lnTo>
                      <a:pt x="17617" y="91828"/>
                    </a:lnTo>
                    <a:lnTo>
                      <a:pt x="17511" y="91873"/>
                    </a:lnTo>
                    <a:lnTo>
                      <a:pt x="17420" y="91919"/>
                    </a:lnTo>
                    <a:lnTo>
                      <a:pt x="17314" y="91964"/>
                    </a:lnTo>
                    <a:lnTo>
                      <a:pt x="17192" y="91980"/>
                    </a:lnTo>
                    <a:lnTo>
                      <a:pt x="17086" y="91980"/>
                    </a:lnTo>
                    <a:lnTo>
                      <a:pt x="16935" y="91964"/>
                    </a:lnTo>
                    <a:lnTo>
                      <a:pt x="16783" y="91934"/>
                    </a:lnTo>
                    <a:lnTo>
                      <a:pt x="16631" y="91873"/>
                    </a:lnTo>
                    <a:lnTo>
                      <a:pt x="16510" y="91798"/>
                    </a:lnTo>
                    <a:lnTo>
                      <a:pt x="16389" y="91691"/>
                    </a:lnTo>
                    <a:lnTo>
                      <a:pt x="16283" y="91570"/>
                    </a:lnTo>
                    <a:lnTo>
                      <a:pt x="16192" y="91449"/>
                    </a:lnTo>
                    <a:lnTo>
                      <a:pt x="16101" y="91297"/>
                    </a:lnTo>
                    <a:lnTo>
                      <a:pt x="15782" y="91434"/>
                    </a:lnTo>
                    <a:lnTo>
                      <a:pt x="15449" y="91555"/>
                    </a:lnTo>
                    <a:lnTo>
                      <a:pt x="15100" y="91646"/>
                    </a:lnTo>
                    <a:lnTo>
                      <a:pt x="14736" y="91737"/>
                    </a:lnTo>
                    <a:lnTo>
                      <a:pt x="14373" y="91798"/>
                    </a:lnTo>
                    <a:lnTo>
                      <a:pt x="13994" y="91828"/>
                    </a:lnTo>
                    <a:lnTo>
                      <a:pt x="13614" y="91858"/>
                    </a:lnTo>
                    <a:lnTo>
                      <a:pt x="12720" y="91858"/>
                    </a:lnTo>
                    <a:lnTo>
                      <a:pt x="12205" y="91813"/>
                    </a:lnTo>
                    <a:lnTo>
                      <a:pt x="13114" y="92283"/>
                    </a:lnTo>
                    <a:lnTo>
                      <a:pt x="14009" y="92768"/>
                    </a:lnTo>
                    <a:lnTo>
                      <a:pt x="14903" y="93268"/>
                    </a:lnTo>
                    <a:lnTo>
                      <a:pt x="15798" y="93769"/>
                    </a:lnTo>
                    <a:lnTo>
                      <a:pt x="30033" y="93769"/>
                    </a:lnTo>
                    <a:lnTo>
                      <a:pt x="31186" y="93147"/>
                    </a:lnTo>
                    <a:lnTo>
                      <a:pt x="31762" y="92859"/>
                    </a:lnTo>
                    <a:lnTo>
                      <a:pt x="32353" y="92556"/>
                    </a:lnTo>
                    <a:lnTo>
                      <a:pt x="32929" y="92283"/>
                    </a:lnTo>
                    <a:lnTo>
                      <a:pt x="33520" y="92010"/>
                    </a:lnTo>
                    <a:lnTo>
                      <a:pt x="34127" y="91752"/>
                    </a:lnTo>
                    <a:lnTo>
                      <a:pt x="34733" y="91510"/>
                    </a:lnTo>
                    <a:lnTo>
                      <a:pt x="34142" y="91631"/>
                    </a:lnTo>
                    <a:lnTo>
                      <a:pt x="33566" y="91752"/>
                    </a:lnTo>
                    <a:lnTo>
                      <a:pt x="32990" y="91858"/>
                    </a:lnTo>
                    <a:lnTo>
                      <a:pt x="32429" y="91934"/>
                    </a:lnTo>
                    <a:lnTo>
                      <a:pt x="31868" y="92010"/>
                    </a:lnTo>
                    <a:lnTo>
                      <a:pt x="31307" y="92071"/>
                    </a:lnTo>
                    <a:lnTo>
                      <a:pt x="30761" y="92101"/>
                    </a:lnTo>
                    <a:lnTo>
                      <a:pt x="30215" y="92116"/>
                    </a:lnTo>
                    <a:lnTo>
                      <a:pt x="29715" y="92101"/>
                    </a:lnTo>
                    <a:lnTo>
                      <a:pt x="29230" y="92071"/>
                    </a:lnTo>
                    <a:lnTo>
                      <a:pt x="28745" y="92010"/>
                    </a:lnTo>
                    <a:lnTo>
                      <a:pt x="28290" y="91919"/>
                    </a:lnTo>
                    <a:lnTo>
                      <a:pt x="27835" y="91813"/>
                    </a:lnTo>
                    <a:lnTo>
                      <a:pt x="27395" y="91661"/>
                    </a:lnTo>
                    <a:lnTo>
                      <a:pt x="27183" y="91570"/>
                    </a:lnTo>
                    <a:lnTo>
                      <a:pt x="26971" y="91479"/>
                    </a:lnTo>
                    <a:lnTo>
                      <a:pt x="26774" y="91388"/>
                    </a:lnTo>
                    <a:lnTo>
                      <a:pt x="26577" y="91282"/>
                    </a:lnTo>
                    <a:lnTo>
                      <a:pt x="26486" y="91434"/>
                    </a:lnTo>
                    <a:lnTo>
                      <a:pt x="26395" y="91570"/>
                    </a:lnTo>
                    <a:lnTo>
                      <a:pt x="26289" y="91691"/>
                    </a:lnTo>
                    <a:lnTo>
                      <a:pt x="26167" y="91782"/>
                    </a:lnTo>
                    <a:lnTo>
                      <a:pt x="26031" y="91873"/>
                    </a:lnTo>
                    <a:lnTo>
                      <a:pt x="25895" y="91934"/>
                    </a:lnTo>
                    <a:lnTo>
                      <a:pt x="25743" y="91964"/>
                    </a:lnTo>
                    <a:lnTo>
                      <a:pt x="25591" y="91980"/>
                    </a:lnTo>
                    <a:lnTo>
                      <a:pt x="25470" y="91980"/>
                    </a:lnTo>
                    <a:lnTo>
                      <a:pt x="25364" y="91964"/>
                    </a:lnTo>
                    <a:lnTo>
                      <a:pt x="25258" y="91919"/>
                    </a:lnTo>
                    <a:lnTo>
                      <a:pt x="25152" y="91873"/>
                    </a:lnTo>
                    <a:lnTo>
                      <a:pt x="25046" y="91828"/>
                    </a:lnTo>
                    <a:lnTo>
                      <a:pt x="24955" y="91752"/>
                    </a:lnTo>
                    <a:lnTo>
                      <a:pt x="24879" y="91676"/>
                    </a:lnTo>
                    <a:lnTo>
                      <a:pt x="24788" y="91585"/>
                    </a:lnTo>
                    <a:lnTo>
                      <a:pt x="24727" y="91494"/>
                    </a:lnTo>
                    <a:lnTo>
                      <a:pt x="24651" y="91388"/>
                    </a:lnTo>
                    <a:lnTo>
                      <a:pt x="24606" y="91282"/>
                    </a:lnTo>
                    <a:lnTo>
                      <a:pt x="24560" y="91161"/>
                    </a:lnTo>
                    <a:lnTo>
                      <a:pt x="24515" y="91040"/>
                    </a:lnTo>
                    <a:lnTo>
                      <a:pt x="24485" y="90903"/>
                    </a:lnTo>
                    <a:lnTo>
                      <a:pt x="24469" y="90782"/>
                    </a:lnTo>
                    <a:lnTo>
                      <a:pt x="24469" y="90630"/>
                    </a:lnTo>
                    <a:lnTo>
                      <a:pt x="24469" y="90494"/>
                    </a:lnTo>
                    <a:lnTo>
                      <a:pt x="24485" y="90342"/>
                    </a:lnTo>
                    <a:lnTo>
                      <a:pt x="24530" y="90221"/>
                    </a:lnTo>
                    <a:lnTo>
                      <a:pt x="24560" y="90084"/>
                    </a:lnTo>
                    <a:lnTo>
                      <a:pt x="24621" y="89963"/>
                    </a:lnTo>
                    <a:lnTo>
                      <a:pt x="24682" y="89842"/>
                    </a:lnTo>
                    <a:lnTo>
                      <a:pt x="24758" y="89736"/>
                    </a:lnTo>
                    <a:lnTo>
                      <a:pt x="24833" y="89645"/>
                    </a:lnTo>
                    <a:lnTo>
                      <a:pt x="24651" y="89357"/>
                    </a:lnTo>
                    <a:lnTo>
                      <a:pt x="24485" y="89054"/>
                    </a:lnTo>
                    <a:lnTo>
                      <a:pt x="24333" y="88750"/>
                    </a:lnTo>
                    <a:lnTo>
                      <a:pt x="24181" y="88402"/>
                    </a:lnTo>
                    <a:lnTo>
                      <a:pt x="24090" y="88447"/>
                    </a:lnTo>
                    <a:lnTo>
                      <a:pt x="23984" y="88477"/>
                    </a:lnTo>
                    <a:lnTo>
                      <a:pt x="23893" y="88493"/>
                    </a:lnTo>
                    <a:lnTo>
                      <a:pt x="23666" y="88493"/>
                    </a:lnTo>
                    <a:lnTo>
                      <a:pt x="23560" y="88462"/>
                    </a:lnTo>
                    <a:lnTo>
                      <a:pt x="23454" y="88432"/>
                    </a:lnTo>
                    <a:lnTo>
                      <a:pt x="23348" y="88386"/>
                    </a:lnTo>
                    <a:lnTo>
                      <a:pt x="23257" y="88326"/>
                    </a:lnTo>
                    <a:lnTo>
                      <a:pt x="23150" y="88265"/>
                    </a:lnTo>
                    <a:lnTo>
                      <a:pt x="23075" y="88189"/>
                    </a:lnTo>
                    <a:lnTo>
                      <a:pt x="22999" y="88098"/>
                    </a:lnTo>
                    <a:lnTo>
                      <a:pt x="22923" y="88007"/>
                    </a:lnTo>
                    <a:lnTo>
                      <a:pt x="22862" y="87901"/>
                    </a:lnTo>
                    <a:lnTo>
                      <a:pt x="22802" y="87795"/>
                    </a:lnTo>
                    <a:lnTo>
                      <a:pt x="22756" y="87674"/>
                    </a:lnTo>
                    <a:lnTo>
                      <a:pt x="22711" y="87553"/>
                    </a:lnTo>
                    <a:lnTo>
                      <a:pt x="22681" y="87416"/>
                    </a:lnTo>
                    <a:lnTo>
                      <a:pt x="22665" y="87280"/>
                    </a:lnTo>
                    <a:lnTo>
                      <a:pt x="22665" y="87143"/>
                    </a:lnTo>
                    <a:lnTo>
                      <a:pt x="22681" y="86916"/>
                    </a:lnTo>
                    <a:lnTo>
                      <a:pt x="22726" y="86688"/>
                    </a:lnTo>
                    <a:lnTo>
                      <a:pt x="22802" y="86491"/>
                    </a:lnTo>
                    <a:lnTo>
                      <a:pt x="22908" y="86309"/>
                    </a:lnTo>
                    <a:lnTo>
                      <a:pt x="23029" y="86143"/>
                    </a:lnTo>
                    <a:lnTo>
                      <a:pt x="23181" y="86021"/>
                    </a:lnTo>
                    <a:lnTo>
                      <a:pt x="23332" y="85915"/>
                    </a:lnTo>
                    <a:lnTo>
                      <a:pt x="23423" y="85870"/>
                    </a:lnTo>
                    <a:lnTo>
                      <a:pt x="23514" y="85839"/>
                    </a:lnTo>
                    <a:lnTo>
                      <a:pt x="23439" y="85233"/>
                    </a:lnTo>
                    <a:lnTo>
                      <a:pt x="23378" y="84596"/>
                    </a:lnTo>
                    <a:lnTo>
                      <a:pt x="23287" y="83035"/>
                    </a:lnTo>
                    <a:lnTo>
                      <a:pt x="23211" y="81261"/>
                    </a:lnTo>
                    <a:lnTo>
                      <a:pt x="23135" y="79305"/>
                    </a:lnTo>
                    <a:lnTo>
                      <a:pt x="23060" y="77168"/>
                    </a:lnTo>
                    <a:lnTo>
                      <a:pt x="22969" y="77213"/>
                    </a:lnTo>
                    <a:lnTo>
                      <a:pt x="22862" y="77228"/>
                    </a:lnTo>
                    <a:lnTo>
                      <a:pt x="22771" y="77243"/>
                    </a:lnTo>
                    <a:lnTo>
                      <a:pt x="22665" y="77259"/>
                    </a:lnTo>
                    <a:lnTo>
                      <a:pt x="22544" y="77243"/>
                    </a:lnTo>
                    <a:lnTo>
                      <a:pt x="22438" y="77228"/>
                    </a:lnTo>
                    <a:lnTo>
                      <a:pt x="22332" y="77198"/>
                    </a:lnTo>
                    <a:lnTo>
                      <a:pt x="22226" y="77152"/>
                    </a:lnTo>
                    <a:lnTo>
                      <a:pt x="22135" y="77092"/>
                    </a:lnTo>
                    <a:lnTo>
                      <a:pt x="22044" y="77031"/>
                    </a:lnTo>
                    <a:lnTo>
                      <a:pt x="21953" y="76955"/>
                    </a:lnTo>
                    <a:lnTo>
                      <a:pt x="21877" y="76864"/>
                    </a:lnTo>
                    <a:lnTo>
                      <a:pt x="21801" y="76758"/>
                    </a:lnTo>
                    <a:lnTo>
                      <a:pt x="21741" y="76667"/>
                    </a:lnTo>
                    <a:lnTo>
                      <a:pt x="21680" y="76546"/>
                    </a:lnTo>
                    <a:lnTo>
                      <a:pt x="21634" y="76440"/>
                    </a:lnTo>
                    <a:lnTo>
                      <a:pt x="21589" y="76303"/>
                    </a:lnTo>
                    <a:lnTo>
                      <a:pt x="21574" y="76182"/>
                    </a:lnTo>
                    <a:lnTo>
                      <a:pt x="21543" y="76046"/>
                    </a:lnTo>
                    <a:lnTo>
                      <a:pt x="21543" y="75909"/>
                    </a:lnTo>
                    <a:lnTo>
                      <a:pt x="21543" y="75773"/>
                    </a:lnTo>
                    <a:lnTo>
                      <a:pt x="21574" y="75636"/>
                    </a:lnTo>
                    <a:lnTo>
                      <a:pt x="21589" y="75515"/>
                    </a:lnTo>
                    <a:lnTo>
                      <a:pt x="21634" y="75379"/>
                    </a:lnTo>
                    <a:lnTo>
                      <a:pt x="21680" y="75273"/>
                    </a:lnTo>
                    <a:lnTo>
                      <a:pt x="21741" y="75151"/>
                    </a:lnTo>
                    <a:lnTo>
                      <a:pt x="21801" y="75045"/>
                    </a:lnTo>
                    <a:lnTo>
                      <a:pt x="21877" y="74954"/>
                    </a:lnTo>
                    <a:lnTo>
                      <a:pt x="21953" y="74863"/>
                    </a:lnTo>
                    <a:lnTo>
                      <a:pt x="22044" y="74787"/>
                    </a:lnTo>
                    <a:lnTo>
                      <a:pt x="22135" y="74727"/>
                    </a:lnTo>
                    <a:lnTo>
                      <a:pt x="22226" y="74666"/>
                    </a:lnTo>
                    <a:lnTo>
                      <a:pt x="22332" y="74621"/>
                    </a:lnTo>
                    <a:lnTo>
                      <a:pt x="22438" y="74590"/>
                    </a:lnTo>
                    <a:lnTo>
                      <a:pt x="22544" y="74575"/>
                    </a:lnTo>
                    <a:lnTo>
                      <a:pt x="22665" y="74560"/>
                    </a:lnTo>
                    <a:lnTo>
                      <a:pt x="22832" y="74575"/>
                    </a:lnTo>
                    <a:lnTo>
                      <a:pt x="22999" y="74621"/>
                    </a:lnTo>
                    <a:lnTo>
                      <a:pt x="22923" y="71058"/>
                    </a:lnTo>
                    <a:lnTo>
                      <a:pt x="22908" y="71012"/>
                    </a:lnTo>
                    <a:lnTo>
                      <a:pt x="22893" y="70876"/>
                    </a:lnTo>
                    <a:lnTo>
                      <a:pt x="22847" y="70406"/>
                    </a:lnTo>
                    <a:lnTo>
                      <a:pt x="22817" y="69633"/>
                    </a:lnTo>
                    <a:lnTo>
                      <a:pt x="22771" y="68602"/>
                    </a:lnTo>
                    <a:lnTo>
                      <a:pt x="22696" y="65812"/>
                    </a:lnTo>
                    <a:lnTo>
                      <a:pt x="22620" y="62143"/>
                    </a:lnTo>
                    <a:lnTo>
                      <a:pt x="22559" y="57762"/>
                    </a:lnTo>
                    <a:lnTo>
                      <a:pt x="22499" y="52805"/>
                    </a:lnTo>
                    <a:lnTo>
                      <a:pt x="22377" y="41722"/>
                    </a:lnTo>
                    <a:lnTo>
                      <a:pt x="22195" y="41646"/>
                    </a:lnTo>
                    <a:lnTo>
                      <a:pt x="22044" y="41540"/>
                    </a:lnTo>
                    <a:lnTo>
                      <a:pt x="21907" y="41419"/>
                    </a:lnTo>
                    <a:lnTo>
                      <a:pt x="21786" y="41252"/>
                    </a:lnTo>
                    <a:lnTo>
                      <a:pt x="21680" y="41070"/>
                    </a:lnTo>
                    <a:lnTo>
                      <a:pt x="21604" y="40873"/>
                    </a:lnTo>
                    <a:lnTo>
                      <a:pt x="21559" y="40661"/>
                    </a:lnTo>
                    <a:lnTo>
                      <a:pt x="21543" y="40418"/>
                    </a:lnTo>
                    <a:lnTo>
                      <a:pt x="21559" y="40206"/>
                    </a:lnTo>
                    <a:lnTo>
                      <a:pt x="21604" y="39994"/>
                    </a:lnTo>
                    <a:lnTo>
                      <a:pt x="21680" y="39782"/>
                    </a:lnTo>
                    <a:lnTo>
                      <a:pt x="21771" y="39615"/>
                    </a:lnTo>
                    <a:lnTo>
                      <a:pt x="21892" y="39448"/>
                    </a:lnTo>
                    <a:lnTo>
                      <a:pt x="22029" y="39312"/>
                    </a:lnTo>
                    <a:lnTo>
                      <a:pt x="22180" y="39205"/>
                    </a:lnTo>
                    <a:lnTo>
                      <a:pt x="22347" y="39130"/>
                    </a:lnTo>
                    <a:lnTo>
                      <a:pt x="22241" y="25045"/>
                    </a:lnTo>
                    <a:lnTo>
                      <a:pt x="22150" y="12492"/>
                    </a:lnTo>
                    <a:lnTo>
                      <a:pt x="22074" y="0"/>
                    </a:lnTo>
                    <a:close/>
                    <a:moveTo>
                      <a:pt x="36113" y="93420"/>
                    </a:moveTo>
                    <a:lnTo>
                      <a:pt x="35612" y="93435"/>
                    </a:lnTo>
                    <a:lnTo>
                      <a:pt x="35112" y="93465"/>
                    </a:lnTo>
                    <a:lnTo>
                      <a:pt x="34612" y="93511"/>
                    </a:lnTo>
                    <a:lnTo>
                      <a:pt x="34096" y="93556"/>
                    </a:lnTo>
                    <a:lnTo>
                      <a:pt x="33596" y="93617"/>
                    </a:lnTo>
                    <a:lnTo>
                      <a:pt x="33096" y="93693"/>
                    </a:lnTo>
                    <a:lnTo>
                      <a:pt x="32596" y="93769"/>
                    </a:lnTo>
                    <a:lnTo>
                      <a:pt x="40282" y="93769"/>
                    </a:lnTo>
                    <a:lnTo>
                      <a:pt x="39691" y="93662"/>
                    </a:lnTo>
                    <a:lnTo>
                      <a:pt x="38948" y="93556"/>
                    </a:lnTo>
                    <a:lnTo>
                      <a:pt x="38190" y="93480"/>
                    </a:lnTo>
                    <a:lnTo>
                      <a:pt x="37401" y="93435"/>
                    </a:lnTo>
                    <a:lnTo>
                      <a:pt x="36613" y="9342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8"/>
              <p:cNvSpPr/>
              <p:nvPr/>
            </p:nvSpPr>
            <p:spPr>
              <a:xfrm>
                <a:off x="6838443" y="5101853"/>
                <a:ext cx="258860" cy="11786"/>
              </a:xfrm>
              <a:custGeom>
                <a:avLst/>
                <a:gdLst/>
                <a:ahLst/>
                <a:cxnLst/>
                <a:rect l="l" t="t" r="r" b="b"/>
                <a:pathLst>
                  <a:path w="7687" h="350" fill="none" extrusionOk="0">
                    <a:moveTo>
                      <a:pt x="4018" y="1"/>
                    </a:moveTo>
                    <a:lnTo>
                      <a:pt x="4018" y="1"/>
                    </a:lnTo>
                    <a:lnTo>
                      <a:pt x="3518" y="1"/>
                    </a:lnTo>
                    <a:lnTo>
                      <a:pt x="3017" y="16"/>
                    </a:lnTo>
                    <a:lnTo>
                      <a:pt x="2517" y="46"/>
                    </a:lnTo>
                    <a:lnTo>
                      <a:pt x="2017" y="92"/>
                    </a:lnTo>
                    <a:lnTo>
                      <a:pt x="1501" y="137"/>
                    </a:lnTo>
                    <a:lnTo>
                      <a:pt x="1001" y="198"/>
                    </a:lnTo>
                    <a:lnTo>
                      <a:pt x="501" y="274"/>
                    </a:lnTo>
                    <a:lnTo>
                      <a:pt x="1" y="350"/>
                    </a:lnTo>
                    <a:lnTo>
                      <a:pt x="7687" y="350"/>
                    </a:lnTo>
                    <a:lnTo>
                      <a:pt x="7687" y="350"/>
                    </a:lnTo>
                    <a:lnTo>
                      <a:pt x="7096" y="243"/>
                    </a:lnTo>
                    <a:lnTo>
                      <a:pt x="7096" y="243"/>
                    </a:lnTo>
                    <a:lnTo>
                      <a:pt x="6353" y="137"/>
                    </a:lnTo>
                    <a:lnTo>
                      <a:pt x="5595" y="61"/>
                    </a:lnTo>
                    <a:lnTo>
                      <a:pt x="4806" y="16"/>
                    </a:lnTo>
                    <a:lnTo>
                      <a:pt x="401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8"/>
              <p:cNvSpPr/>
              <p:nvPr/>
            </p:nvSpPr>
            <p:spPr>
              <a:xfrm>
                <a:off x="5740771" y="5090639"/>
                <a:ext cx="462055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13721" h="683" fill="none" extrusionOk="0">
                    <a:moveTo>
                      <a:pt x="6807" y="0"/>
                    </a:moveTo>
                    <a:lnTo>
                      <a:pt x="6807" y="0"/>
                    </a:lnTo>
                    <a:lnTo>
                      <a:pt x="5943" y="0"/>
                    </a:lnTo>
                    <a:lnTo>
                      <a:pt x="5064" y="31"/>
                    </a:lnTo>
                    <a:lnTo>
                      <a:pt x="4200" y="91"/>
                    </a:lnTo>
                    <a:lnTo>
                      <a:pt x="3336" y="167"/>
                    </a:lnTo>
                    <a:lnTo>
                      <a:pt x="2487" y="258"/>
                    </a:lnTo>
                    <a:lnTo>
                      <a:pt x="1653" y="379"/>
                    </a:lnTo>
                    <a:lnTo>
                      <a:pt x="819" y="516"/>
                    </a:lnTo>
                    <a:lnTo>
                      <a:pt x="0" y="683"/>
                    </a:lnTo>
                    <a:lnTo>
                      <a:pt x="13721" y="683"/>
                    </a:lnTo>
                    <a:lnTo>
                      <a:pt x="13721" y="683"/>
                    </a:lnTo>
                    <a:lnTo>
                      <a:pt x="12887" y="516"/>
                    </a:lnTo>
                    <a:lnTo>
                      <a:pt x="12038" y="379"/>
                    </a:lnTo>
                    <a:lnTo>
                      <a:pt x="11174" y="258"/>
                    </a:lnTo>
                    <a:lnTo>
                      <a:pt x="10309" y="167"/>
                    </a:lnTo>
                    <a:lnTo>
                      <a:pt x="9445" y="91"/>
                    </a:lnTo>
                    <a:lnTo>
                      <a:pt x="8566" y="46"/>
                    </a:lnTo>
                    <a:lnTo>
                      <a:pt x="7687" y="0"/>
                    </a:lnTo>
                    <a:lnTo>
                      <a:pt x="680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fill="none" extrusionOk="0">
                    <a:moveTo>
                      <a:pt x="1122" y="2699"/>
                    </a:moveTo>
                    <a:lnTo>
                      <a:pt x="1122" y="2699"/>
                    </a:lnTo>
                    <a:lnTo>
                      <a:pt x="1001" y="2699"/>
                    </a:lnTo>
                    <a:lnTo>
                      <a:pt x="895" y="2669"/>
                    </a:lnTo>
                    <a:lnTo>
                      <a:pt x="789" y="2638"/>
                    </a:lnTo>
                    <a:lnTo>
                      <a:pt x="683" y="2593"/>
                    </a:lnTo>
                    <a:lnTo>
                      <a:pt x="592" y="2532"/>
                    </a:lnTo>
                    <a:lnTo>
                      <a:pt x="501" y="2471"/>
                    </a:lnTo>
                    <a:lnTo>
                      <a:pt x="410" y="2396"/>
                    </a:lnTo>
                    <a:lnTo>
                      <a:pt x="334" y="2305"/>
                    </a:lnTo>
                    <a:lnTo>
                      <a:pt x="258" y="2214"/>
                    </a:lnTo>
                    <a:lnTo>
                      <a:pt x="198" y="2108"/>
                    </a:lnTo>
                    <a:lnTo>
                      <a:pt x="137" y="2001"/>
                    </a:lnTo>
                    <a:lnTo>
                      <a:pt x="91" y="1880"/>
                    </a:lnTo>
                    <a:lnTo>
                      <a:pt x="46" y="1759"/>
                    </a:lnTo>
                    <a:lnTo>
                      <a:pt x="31" y="1622"/>
                    </a:lnTo>
                    <a:lnTo>
                      <a:pt x="0" y="1486"/>
                    </a:lnTo>
                    <a:lnTo>
                      <a:pt x="0" y="1350"/>
                    </a:lnTo>
                    <a:lnTo>
                      <a:pt x="0" y="1350"/>
                    </a:lnTo>
                    <a:lnTo>
                      <a:pt x="0" y="1213"/>
                    </a:lnTo>
                    <a:lnTo>
                      <a:pt x="31" y="1077"/>
                    </a:lnTo>
                    <a:lnTo>
                      <a:pt x="46" y="955"/>
                    </a:lnTo>
                    <a:lnTo>
                      <a:pt x="91" y="834"/>
                    </a:lnTo>
                    <a:lnTo>
                      <a:pt x="137" y="713"/>
                    </a:lnTo>
                    <a:lnTo>
                      <a:pt x="198" y="607"/>
                    </a:lnTo>
                    <a:lnTo>
                      <a:pt x="258" y="501"/>
                    </a:lnTo>
                    <a:lnTo>
                      <a:pt x="334" y="394"/>
                    </a:lnTo>
                    <a:lnTo>
                      <a:pt x="410" y="319"/>
                    </a:lnTo>
                    <a:lnTo>
                      <a:pt x="501" y="243"/>
                    </a:lnTo>
                    <a:lnTo>
                      <a:pt x="592" y="167"/>
                    </a:lnTo>
                    <a:lnTo>
                      <a:pt x="683" y="106"/>
                    </a:lnTo>
                    <a:lnTo>
                      <a:pt x="789" y="61"/>
                    </a:lnTo>
                    <a:lnTo>
                      <a:pt x="895" y="31"/>
                    </a:lnTo>
                    <a:lnTo>
                      <a:pt x="1001" y="15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228" y="15"/>
                    </a:lnTo>
                    <a:lnTo>
                      <a:pt x="1350" y="31"/>
                    </a:lnTo>
                    <a:lnTo>
                      <a:pt x="1456" y="61"/>
                    </a:lnTo>
                    <a:lnTo>
                      <a:pt x="1562" y="106"/>
                    </a:lnTo>
                    <a:lnTo>
                      <a:pt x="1653" y="167"/>
                    </a:lnTo>
                    <a:lnTo>
                      <a:pt x="1744" y="243"/>
                    </a:lnTo>
                    <a:lnTo>
                      <a:pt x="1835" y="319"/>
                    </a:lnTo>
                    <a:lnTo>
                      <a:pt x="1911" y="394"/>
                    </a:lnTo>
                    <a:lnTo>
                      <a:pt x="1987" y="501"/>
                    </a:lnTo>
                    <a:lnTo>
                      <a:pt x="2047" y="607"/>
                    </a:lnTo>
                    <a:lnTo>
                      <a:pt x="2108" y="713"/>
                    </a:lnTo>
                    <a:lnTo>
                      <a:pt x="2153" y="834"/>
                    </a:lnTo>
                    <a:lnTo>
                      <a:pt x="2184" y="955"/>
                    </a:lnTo>
                    <a:lnTo>
                      <a:pt x="2214" y="1077"/>
                    </a:lnTo>
                    <a:lnTo>
                      <a:pt x="2229" y="1213"/>
                    </a:lnTo>
                    <a:lnTo>
                      <a:pt x="2244" y="1350"/>
                    </a:lnTo>
                    <a:lnTo>
                      <a:pt x="2244" y="1350"/>
                    </a:lnTo>
                    <a:lnTo>
                      <a:pt x="2229" y="1486"/>
                    </a:lnTo>
                    <a:lnTo>
                      <a:pt x="2214" y="1622"/>
                    </a:lnTo>
                    <a:lnTo>
                      <a:pt x="2184" y="1759"/>
                    </a:lnTo>
                    <a:lnTo>
                      <a:pt x="2153" y="1880"/>
                    </a:lnTo>
                    <a:lnTo>
                      <a:pt x="2108" y="2001"/>
                    </a:lnTo>
                    <a:lnTo>
                      <a:pt x="2047" y="2108"/>
                    </a:lnTo>
                    <a:lnTo>
                      <a:pt x="1987" y="2214"/>
                    </a:lnTo>
                    <a:lnTo>
                      <a:pt x="1911" y="2305"/>
                    </a:lnTo>
                    <a:lnTo>
                      <a:pt x="1835" y="2396"/>
                    </a:lnTo>
                    <a:lnTo>
                      <a:pt x="1744" y="2471"/>
                    </a:lnTo>
                    <a:lnTo>
                      <a:pt x="1653" y="2532"/>
                    </a:lnTo>
                    <a:lnTo>
                      <a:pt x="1562" y="2593"/>
                    </a:lnTo>
                    <a:lnTo>
                      <a:pt x="1456" y="2638"/>
                    </a:lnTo>
                    <a:lnTo>
                      <a:pt x="1350" y="2669"/>
                    </a:lnTo>
                    <a:lnTo>
                      <a:pt x="1228" y="2699"/>
                    </a:lnTo>
                    <a:lnTo>
                      <a:pt x="1122" y="269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2"/>
                    </a:moveTo>
                    <a:lnTo>
                      <a:pt x="622" y="1502"/>
                    </a:lnTo>
                    <a:lnTo>
                      <a:pt x="501" y="1486"/>
                    </a:lnTo>
                    <a:lnTo>
                      <a:pt x="380" y="1441"/>
                    </a:lnTo>
                    <a:lnTo>
                      <a:pt x="273" y="1365"/>
                    </a:lnTo>
                    <a:lnTo>
                      <a:pt x="183" y="1274"/>
                    </a:lnTo>
                    <a:lnTo>
                      <a:pt x="107" y="1168"/>
                    </a:lnTo>
                    <a:lnTo>
                      <a:pt x="46" y="1047"/>
                    </a:lnTo>
                    <a:lnTo>
                      <a:pt x="16" y="895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592"/>
                    </a:lnTo>
                    <a:lnTo>
                      <a:pt x="46" y="455"/>
                    </a:lnTo>
                    <a:lnTo>
                      <a:pt x="107" y="334"/>
                    </a:lnTo>
                    <a:lnTo>
                      <a:pt x="183" y="213"/>
                    </a:lnTo>
                    <a:lnTo>
                      <a:pt x="273" y="122"/>
                    </a:lnTo>
                    <a:lnTo>
                      <a:pt x="380" y="61"/>
                    </a:lnTo>
                    <a:lnTo>
                      <a:pt x="501" y="16"/>
                    </a:lnTo>
                    <a:lnTo>
                      <a:pt x="622" y="1"/>
                    </a:lnTo>
                    <a:lnTo>
                      <a:pt x="622" y="1"/>
                    </a:lnTo>
                    <a:lnTo>
                      <a:pt x="743" y="16"/>
                    </a:lnTo>
                    <a:lnTo>
                      <a:pt x="865" y="61"/>
                    </a:lnTo>
                    <a:lnTo>
                      <a:pt x="971" y="122"/>
                    </a:lnTo>
                    <a:lnTo>
                      <a:pt x="1062" y="213"/>
                    </a:lnTo>
                    <a:lnTo>
                      <a:pt x="1138" y="334"/>
                    </a:lnTo>
                    <a:lnTo>
                      <a:pt x="1198" y="455"/>
                    </a:lnTo>
                    <a:lnTo>
                      <a:pt x="1229" y="592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895"/>
                    </a:lnTo>
                    <a:lnTo>
                      <a:pt x="1198" y="1047"/>
                    </a:lnTo>
                    <a:lnTo>
                      <a:pt x="1138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5" y="1441"/>
                    </a:lnTo>
                    <a:lnTo>
                      <a:pt x="743" y="1486"/>
                    </a:lnTo>
                    <a:lnTo>
                      <a:pt x="622" y="150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fill="none" extrusionOk="0">
                    <a:moveTo>
                      <a:pt x="622" y="1501"/>
                    </a:moveTo>
                    <a:lnTo>
                      <a:pt x="622" y="1501"/>
                    </a:lnTo>
                    <a:lnTo>
                      <a:pt x="501" y="1486"/>
                    </a:lnTo>
                    <a:lnTo>
                      <a:pt x="380" y="1440"/>
                    </a:lnTo>
                    <a:lnTo>
                      <a:pt x="274" y="1364"/>
                    </a:lnTo>
                    <a:lnTo>
                      <a:pt x="183" y="1274"/>
                    </a:lnTo>
                    <a:lnTo>
                      <a:pt x="107" y="1167"/>
                    </a:lnTo>
                    <a:lnTo>
                      <a:pt x="46" y="1046"/>
                    </a:lnTo>
                    <a:lnTo>
                      <a:pt x="16" y="895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591"/>
                    </a:lnTo>
                    <a:lnTo>
                      <a:pt x="46" y="455"/>
                    </a:lnTo>
                    <a:lnTo>
                      <a:pt x="107" y="334"/>
                    </a:lnTo>
                    <a:lnTo>
                      <a:pt x="183" y="227"/>
                    </a:lnTo>
                    <a:lnTo>
                      <a:pt x="274" y="136"/>
                    </a:lnTo>
                    <a:lnTo>
                      <a:pt x="380" y="61"/>
                    </a:lnTo>
                    <a:lnTo>
                      <a:pt x="501" y="15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4" y="15"/>
                    </a:lnTo>
                    <a:lnTo>
                      <a:pt x="865" y="61"/>
                    </a:lnTo>
                    <a:lnTo>
                      <a:pt x="971" y="136"/>
                    </a:lnTo>
                    <a:lnTo>
                      <a:pt x="1062" y="227"/>
                    </a:lnTo>
                    <a:lnTo>
                      <a:pt x="1138" y="334"/>
                    </a:lnTo>
                    <a:lnTo>
                      <a:pt x="1198" y="455"/>
                    </a:lnTo>
                    <a:lnTo>
                      <a:pt x="1229" y="591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895"/>
                    </a:lnTo>
                    <a:lnTo>
                      <a:pt x="1198" y="1046"/>
                    </a:lnTo>
                    <a:lnTo>
                      <a:pt x="1138" y="1167"/>
                    </a:lnTo>
                    <a:lnTo>
                      <a:pt x="1062" y="1274"/>
                    </a:lnTo>
                    <a:lnTo>
                      <a:pt x="971" y="1364"/>
                    </a:lnTo>
                    <a:lnTo>
                      <a:pt x="865" y="1440"/>
                    </a:lnTo>
                    <a:lnTo>
                      <a:pt x="744" y="1486"/>
                    </a:lnTo>
                    <a:lnTo>
                      <a:pt x="622" y="15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fill="none" extrusionOk="0">
                    <a:moveTo>
                      <a:pt x="622" y="1486"/>
                    </a:moveTo>
                    <a:lnTo>
                      <a:pt x="622" y="1486"/>
                    </a:lnTo>
                    <a:lnTo>
                      <a:pt x="501" y="1471"/>
                    </a:lnTo>
                    <a:lnTo>
                      <a:pt x="379" y="1441"/>
                    </a:lnTo>
                    <a:lnTo>
                      <a:pt x="273" y="1365"/>
                    </a:lnTo>
                    <a:lnTo>
                      <a:pt x="182" y="1274"/>
                    </a:lnTo>
                    <a:lnTo>
                      <a:pt x="106" y="1168"/>
                    </a:lnTo>
                    <a:lnTo>
                      <a:pt x="46" y="1031"/>
                    </a:lnTo>
                    <a:lnTo>
                      <a:pt x="15" y="895"/>
                    </a:lnTo>
                    <a:lnTo>
                      <a:pt x="0" y="743"/>
                    </a:lnTo>
                    <a:lnTo>
                      <a:pt x="0" y="743"/>
                    </a:lnTo>
                    <a:lnTo>
                      <a:pt x="15" y="592"/>
                    </a:lnTo>
                    <a:lnTo>
                      <a:pt x="46" y="455"/>
                    </a:lnTo>
                    <a:lnTo>
                      <a:pt x="106" y="334"/>
                    </a:lnTo>
                    <a:lnTo>
                      <a:pt x="182" y="213"/>
                    </a:lnTo>
                    <a:lnTo>
                      <a:pt x="273" y="122"/>
                    </a:lnTo>
                    <a:lnTo>
                      <a:pt x="379" y="61"/>
                    </a:lnTo>
                    <a:lnTo>
                      <a:pt x="501" y="16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3" y="16"/>
                    </a:lnTo>
                    <a:lnTo>
                      <a:pt x="864" y="61"/>
                    </a:lnTo>
                    <a:lnTo>
                      <a:pt x="971" y="122"/>
                    </a:lnTo>
                    <a:lnTo>
                      <a:pt x="1062" y="213"/>
                    </a:lnTo>
                    <a:lnTo>
                      <a:pt x="1137" y="334"/>
                    </a:lnTo>
                    <a:lnTo>
                      <a:pt x="1198" y="455"/>
                    </a:lnTo>
                    <a:lnTo>
                      <a:pt x="1228" y="592"/>
                    </a:lnTo>
                    <a:lnTo>
                      <a:pt x="1243" y="743"/>
                    </a:lnTo>
                    <a:lnTo>
                      <a:pt x="1243" y="743"/>
                    </a:lnTo>
                    <a:lnTo>
                      <a:pt x="1228" y="895"/>
                    </a:lnTo>
                    <a:lnTo>
                      <a:pt x="1198" y="1031"/>
                    </a:lnTo>
                    <a:lnTo>
                      <a:pt x="1137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4" y="1441"/>
                    </a:lnTo>
                    <a:lnTo>
                      <a:pt x="743" y="1471"/>
                    </a:lnTo>
                    <a:lnTo>
                      <a:pt x="622" y="148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2"/>
                    </a:moveTo>
                    <a:lnTo>
                      <a:pt x="622" y="1502"/>
                    </a:lnTo>
                    <a:lnTo>
                      <a:pt x="501" y="1486"/>
                    </a:lnTo>
                    <a:lnTo>
                      <a:pt x="380" y="1441"/>
                    </a:lnTo>
                    <a:lnTo>
                      <a:pt x="274" y="1380"/>
                    </a:lnTo>
                    <a:lnTo>
                      <a:pt x="183" y="1289"/>
                    </a:lnTo>
                    <a:lnTo>
                      <a:pt x="107" y="1168"/>
                    </a:lnTo>
                    <a:lnTo>
                      <a:pt x="61" y="1047"/>
                    </a:lnTo>
                    <a:lnTo>
                      <a:pt x="16" y="910"/>
                    </a:lnTo>
                    <a:lnTo>
                      <a:pt x="1" y="759"/>
                    </a:lnTo>
                    <a:lnTo>
                      <a:pt x="1" y="759"/>
                    </a:lnTo>
                    <a:lnTo>
                      <a:pt x="16" y="607"/>
                    </a:lnTo>
                    <a:lnTo>
                      <a:pt x="61" y="471"/>
                    </a:lnTo>
                    <a:lnTo>
                      <a:pt x="107" y="334"/>
                    </a:lnTo>
                    <a:lnTo>
                      <a:pt x="183" y="228"/>
                    </a:lnTo>
                    <a:lnTo>
                      <a:pt x="274" y="137"/>
                    </a:lnTo>
                    <a:lnTo>
                      <a:pt x="380" y="61"/>
                    </a:lnTo>
                    <a:lnTo>
                      <a:pt x="501" y="16"/>
                    </a:lnTo>
                    <a:lnTo>
                      <a:pt x="622" y="1"/>
                    </a:lnTo>
                    <a:lnTo>
                      <a:pt x="622" y="1"/>
                    </a:lnTo>
                    <a:lnTo>
                      <a:pt x="759" y="16"/>
                    </a:lnTo>
                    <a:lnTo>
                      <a:pt x="865" y="61"/>
                    </a:lnTo>
                    <a:lnTo>
                      <a:pt x="971" y="137"/>
                    </a:lnTo>
                    <a:lnTo>
                      <a:pt x="1062" y="228"/>
                    </a:lnTo>
                    <a:lnTo>
                      <a:pt x="1138" y="334"/>
                    </a:lnTo>
                    <a:lnTo>
                      <a:pt x="1198" y="471"/>
                    </a:lnTo>
                    <a:lnTo>
                      <a:pt x="1229" y="607"/>
                    </a:lnTo>
                    <a:lnTo>
                      <a:pt x="1244" y="759"/>
                    </a:lnTo>
                    <a:lnTo>
                      <a:pt x="1244" y="759"/>
                    </a:lnTo>
                    <a:lnTo>
                      <a:pt x="1229" y="910"/>
                    </a:lnTo>
                    <a:lnTo>
                      <a:pt x="1198" y="1047"/>
                    </a:lnTo>
                    <a:lnTo>
                      <a:pt x="1138" y="1168"/>
                    </a:lnTo>
                    <a:lnTo>
                      <a:pt x="1062" y="1289"/>
                    </a:lnTo>
                    <a:lnTo>
                      <a:pt x="971" y="1380"/>
                    </a:lnTo>
                    <a:lnTo>
                      <a:pt x="865" y="1441"/>
                    </a:lnTo>
                    <a:lnTo>
                      <a:pt x="759" y="1486"/>
                    </a:lnTo>
                    <a:lnTo>
                      <a:pt x="622" y="150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1"/>
                    </a:moveTo>
                    <a:lnTo>
                      <a:pt x="622" y="1501"/>
                    </a:lnTo>
                    <a:lnTo>
                      <a:pt x="501" y="1486"/>
                    </a:lnTo>
                    <a:lnTo>
                      <a:pt x="379" y="1441"/>
                    </a:lnTo>
                    <a:lnTo>
                      <a:pt x="273" y="1365"/>
                    </a:lnTo>
                    <a:lnTo>
                      <a:pt x="182" y="1274"/>
                    </a:lnTo>
                    <a:lnTo>
                      <a:pt x="106" y="1168"/>
                    </a:lnTo>
                    <a:lnTo>
                      <a:pt x="46" y="1046"/>
                    </a:lnTo>
                    <a:lnTo>
                      <a:pt x="15" y="910"/>
                    </a:lnTo>
                    <a:lnTo>
                      <a:pt x="0" y="758"/>
                    </a:lnTo>
                    <a:lnTo>
                      <a:pt x="0" y="758"/>
                    </a:lnTo>
                    <a:lnTo>
                      <a:pt x="15" y="607"/>
                    </a:lnTo>
                    <a:lnTo>
                      <a:pt x="46" y="455"/>
                    </a:lnTo>
                    <a:lnTo>
                      <a:pt x="106" y="334"/>
                    </a:lnTo>
                    <a:lnTo>
                      <a:pt x="182" y="228"/>
                    </a:lnTo>
                    <a:lnTo>
                      <a:pt x="273" y="137"/>
                    </a:lnTo>
                    <a:lnTo>
                      <a:pt x="379" y="61"/>
                    </a:lnTo>
                    <a:lnTo>
                      <a:pt x="501" y="16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3" y="16"/>
                    </a:lnTo>
                    <a:lnTo>
                      <a:pt x="864" y="61"/>
                    </a:lnTo>
                    <a:lnTo>
                      <a:pt x="971" y="137"/>
                    </a:lnTo>
                    <a:lnTo>
                      <a:pt x="1062" y="228"/>
                    </a:lnTo>
                    <a:lnTo>
                      <a:pt x="1137" y="334"/>
                    </a:lnTo>
                    <a:lnTo>
                      <a:pt x="1198" y="455"/>
                    </a:lnTo>
                    <a:lnTo>
                      <a:pt x="1228" y="607"/>
                    </a:lnTo>
                    <a:lnTo>
                      <a:pt x="1243" y="758"/>
                    </a:lnTo>
                    <a:lnTo>
                      <a:pt x="1243" y="758"/>
                    </a:lnTo>
                    <a:lnTo>
                      <a:pt x="1228" y="910"/>
                    </a:lnTo>
                    <a:lnTo>
                      <a:pt x="1198" y="1046"/>
                    </a:lnTo>
                    <a:lnTo>
                      <a:pt x="1137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4" y="1441"/>
                    </a:lnTo>
                    <a:lnTo>
                      <a:pt x="743" y="1486"/>
                    </a:lnTo>
                    <a:lnTo>
                      <a:pt x="622" y="15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151754" y="1955861"/>
                <a:ext cx="758698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22530" h="93769" fill="none" extrusionOk="0">
                    <a:moveTo>
                      <a:pt x="9870" y="0"/>
                    </a:moveTo>
                    <a:lnTo>
                      <a:pt x="7444" y="0"/>
                    </a:lnTo>
                    <a:lnTo>
                      <a:pt x="7444" y="0"/>
                    </a:lnTo>
                    <a:lnTo>
                      <a:pt x="7490" y="3047"/>
                    </a:lnTo>
                    <a:lnTo>
                      <a:pt x="7596" y="11234"/>
                    </a:lnTo>
                    <a:lnTo>
                      <a:pt x="7657" y="16783"/>
                    </a:lnTo>
                    <a:lnTo>
                      <a:pt x="7717" y="23075"/>
                    </a:lnTo>
                    <a:lnTo>
                      <a:pt x="7778" y="29912"/>
                    </a:lnTo>
                    <a:lnTo>
                      <a:pt x="7823" y="37098"/>
                    </a:lnTo>
                    <a:lnTo>
                      <a:pt x="7823" y="37098"/>
                    </a:lnTo>
                    <a:lnTo>
                      <a:pt x="7930" y="37128"/>
                    </a:lnTo>
                    <a:lnTo>
                      <a:pt x="8036" y="37189"/>
                    </a:lnTo>
                    <a:lnTo>
                      <a:pt x="8127" y="37265"/>
                    </a:lnTo>
                    <a:lnTo>
                      <a:pt x="8202" y="37356"/>
                    </a:lnTo>
                    <a:lnTo>
                      <a:pt x="8263" y="37462"/>
                    </a:lnTo>
                    <a:lnTo>
                      <a:pt x="8324" y="37583"/>
                    </a:lnTo>
                    <a:lnTo>
                      <a:pt x="8354" y="37705"/>
                    </a:lnTo>
                    <a:lnTo>
                      <a:pt x="8354" y="37841"/>
                    </a:lnTo>
                    <a:lnTo>
                      <a:pt x="8354" y="37841"/>
                    </a:lnTo>
                    <a:lnTo>
                      <a:pt x="8354" y="37993"/>
                    </a:lnTo>
                    <a:lnTo>
                      <a:pt x="8324" y="38114"/>
                    </a:lnTo>
                    <a:lnTo>
                      <a:pt x="8263" y="38235"/>
                    </a:lnTo>
                    <a:lnTo>
                      <a:pt x="8202" y="38341"/>
                    </a:lnTo>
                    <a:lnTo>
                      <a:pt x="8127" y="38432"/>
                    </a:lnTo>
                    <a:lnTo>
                      <a:pt x="8036" y="38508"/>
                    </a:lnTo>
                    <a:lnTo>
                      <a:pt x="7930" y="38554"/>
                    </a:lnTo>
                    <a:lnTo>
                      <a:pt x="7823" y="38584"/>
                    </a:lnTo>
                    <a:lnTo>
                      <a:pt x="7823" y="38584"/>
                    </a:lnTo>
                    <a:lnTo>
                      <a:pt x="7839" y="45103"/>
                    </a:lnTo>
                    <a:lnTo>
                      <a:pt x="7854" y="51607"/>
                    </a:lnTo>
                    <a:lnTo>
                      <a:pt x="7854" y="51607"/>
                    </a:lnTo>
                    <a:lnTo>
                      <a:pt x="7975" y="51546"/>
                    </a:lnTo>
                    <a:lnTo>
                      <a:pt x="8096" y="51501"/>
                    </a:lnTo>
                    <a:lnTo>
                      <a:pt x="8218" y="51470"/>
                    </a:lnTo>
                    <a:lnTo>
                      <a:pt x="8354" y="51455"/>
                    </a:lnTo>
                    <a:lnTo>
                      <a:pt x="8354" y="51455"/>
                    </a:lnTo>
                    <a:lnTo>
                      <a:pt x="8475" y="51470"/>
                    </a:lnTo>
                    <a:lnTo>
                      <a:pt x="8581" y="51486"/>
                    </a:lnTo>
                    <a:lnTo>
                      <a:pt x="8688" y="51516"/>
                    </a:lnTo>
                    <a:lnTo>
                      <a:pt x="8794" y="51561"/>
                    </a:lnTo>
                    <a:lnTo>
                      <a:pt x="8900" y="51622"/>
                    </a:lnTo>
                    <a:lnTo>
                      <a:pt x="8991" y="51683"/>
                    </a:lnTo>
                    <a:lnTo>
                      <a:pt x="9067" y="51758"/>
                    </a:lnTo>
                    <a:lnTo>
                      <a:pt x="9158" y="51849"/>
                    </a:lnTo>
                    <a:lnTo>
                      <a:pt x="9218" y="51940"/>
                    </a:lnTo>
                    <a:lnTo>
                      <a:pt x="9294" y="52046"/>
                    </a:lnTo>
                    <a:lnTo>
                      <a:pt x="9339" y="52168"/>
                    </a:lnTo>
                    <a:lnTo>
                      <a:pt x="9385" y="52274"/>
                    </a:lnTo>
                    <a:lnTo>
                      <a:pt x="9430" y="52410"/>
                    </a:lnTo>
                    <a:lnTo>
                      <a:pt x="9461" y="52532"/>
                    </a:lnTo>
                    <a:lnTo>
                      <a:pt x="9476" y="52668"/>
                    </a:lnTo>
                    <a:lnTo>
                      <a:pt x="9476" y="52805"/>
                    </a:lnTo>
                    <a:lnTo>
                      <a:pt x="9476" y="52805"/>
                    </a:lnTo>
                    <a:lnTo>
                      <a:pt x="9476" y="52941"/>
                    </a:lnTo>
                    <a:lnTo>
                      <a:pt x="9461" y="53077"/>
                    </a:lnTo>
                    <a:lnTo>
                      <a:pt x="9430" y="53199"/>
                    </a:lnTo>
                    <a:lnTo>
                      <a:pt x="9385" y="53335"/>
                    </a:lnTo>
                    <a:lnTo>
                      <a:pt x="9339" y="53441"/>
                    </a:lnTo>
                    <a:lnTo>
                      <a:pt x="9294" y="53563"/>
                    </a:lnTo>
                    <a:lnTo>
                      <a:pt x="9218" y="53654"/>
                    </a:lnTo>
                    <a:lnTo>
                      <a:pt x="9158" y="53760"/>
                    </a:lnTo>
                    <a:lnTo>
                      <a:pt x="9067" y="53851"/>
                    </a:lnTo>
                    <a:lnTo>
                      <a:pt x="8991" y="53926"/>
                    </a:lnTo>
                    <a:lnTo>
                      <a:pt x="8900" y="53987"/>
                    </a:lnTo>
                    <a:lnTo>
                      <a:pt x="8794" y="54048"/>
                    </a:lnTo>
                    <a:lnTo>
                      <a:pt x="8688" y="54093"/>
                    </a:lnTo>
                    <a:lnTo>
                      <a:pt x="8581" y="54123"/>
                    </a:lnTo>
                    <a:lnTo>
                      <a:pt x="8475" y="54139"/>
                    </a:lnTo>
                    <a:lnTo>
                      <a:pt x="8354" y="54154"/>
                    </a:lnTo>
                    <a:lnTo>
                      <a:pt x="8354" y="54154"/>
                    </a:lnTo>
                    <a:lnTo>
                      <a:pt x="8218" y="54139"/>
                    </a:lnTo>
                    <a:lnTo>
                      <a:pt x="8096" y="54108"/>
                    </a:lnTo>
                    <a:lnTo>
                      <a:pt x="7960" y="54063"/>
                    </a:lnTo>
                    <a:lnTo>
                      <a:pt x="7854" y="54002"/>
                    </a:lnTo>
                    <a:lnTo>
                      <a:pt x="7854" y="54002"/>
                    </a:lnTo>
                    <a:lnTo>
                      <a:pt x="7839" y="57717"/>
                    </a:lnTo>
                    <a:lnTo>
                      <a:pt x="7839" y="57717"/>
                    </a:lnTo>
                    <a:lnTo>
                      <a:pt x="7945" y="57732"/>
                    </a:lnTo>
                    <a:lnTo>
                      <a:pt x="8051" y="57762"/>
                    </a:lnTo>
                    <a:lnTo>
                      <a:pt x="8142" y="57792"/>
                    </a:lnTo>
                    <a:lnTo>
                      <a:pt x="8233" y="57853"/>
                    </a:lnTo>
                    <a:lnTo>
                      <a:pt x="8324" y="57914"/>
                    </a:lnTo>
                    <a:lnTo>
                      <a:pt x="8415" y="57974"/>
                    </a:lnTo>
                    <a:lnTo>
                      <a:pt x="8490" y="58050"/>
                    </a:lnTo>
                    <a:lnTo>
                      <a:pt x="8566" y="58141"/>
                    </a:lnTo>
                    <a:lnTo>
                      <a:pt x="8627" y="58232"/>
                    </a:lnTo>
                    <a:lnTo>
                      <a:pt x="8688" y="58338"/>
                    </a:lnTo>
                    <a:lnTo>
                      <a:pt x="8733" y="58444"/>
                    </a:lnTo>
                    <a:lnTo>
                      <a:pt x="8779" y="58550"/>
                    </a:lnTo>
                    <a:lnTo>
                      <a:pt x="8809" y="58672"/>
                    </a:lnTo>
                    <a:lnTo>
                      <a:pt x="8839" y="58793"/>
                    </a:lnTo>
                    <a:lnTo>
                      <a:pt x="8854" y="58929"/>
                    </a:lnTo>
                    <a:lnTo>
                      <a:pt x="8854" y="59051"/>
                    </a:lnTo>
                    <a:lnTo>
                      <a:pt x="8854" y="59051"/>
                    </a:lnTo>
                    <a:lnTo>
                      <a:pt x="8854" y="59187"/>
                    </a:lnTo>
                    <a:lnTo>
                      <a:pt x="8839" y="59308"/>
                    </a:lnTo>
                    <a:lnTo>
                      <a:pt x="8809" y="59445"/>
                    </a:lnTo>
                    <a:lnTo>
                      <a:pt x="8779" y="59551"/>
                    </a:lnTo>
                    <a:lnTo>
                      <a:pt x="8733" y="59672"/>
                    </a:lnTo>
                    <a:lnTo>
                      <a:pt x="8688" y="59778"/>
                    </a:lnTo>
                    <a:lnTo>
                      <a:pt x="8627" y="59885"/>
                    </a:lnTo>
                    <a:lnTo>
                      <a:pt x="8551" y="59975"/>
                    </a:lnTo>
                    <a:lnTo>
                      <a:pt x="8490" y="60066"/>
                    </a:lnTo>
                    <a:lnTo>
                      <a:pt x="8400" y="60142"/>
                    </a:lnTo>
                    <a:lnTo>
                      <a:pt x="8324" y="60203"/>
                    </a:lnTo>
                    <a:lnTo>
                      <a:pt x="8233" y="60264"/>
                    </a:lnTo>
                    <a:lnTo>
                      <a:pt x="8142" y="60324"/>
                    </a:lnTo>
                    <a:lnTo>
                      <a:pt x="8036" y="60355"/>
                    </a:lnTo>
                    <a:lnTo>
                      <a:pt x="7930" y="60385"/>
                    </a:lnTo>
                    <a:lnTo>
                      <a:pt x="7823" y="60400"/>
                    </a:lnTo>
                    <a:lnTo>
                      <a:pt x="7823" y="60400"/>
                    </a:lnTo>
                    <a:lnTo>
                      <a:pt x="7778" y="66752"/>
                    </a:lnTo>
                    <a:lnTo>
                      <a:pt x="7732" y="69739"/>
                    </a:lnTo>
                    <a:lnTo>
                      <a:pt x="7687" y="72589"/>
                    </a:lnTo>
                    <a:lnTo>
                      <a:pt x="7687" y="72589"/>
                    </a:lnTo>
                    <a:lnTo>
                      <a:pt x="7732" y="72589"/>
                    </a:lnTo>
                    <a:lnTo>
                      <a:pt x="7732" y="72589"/>
                    </a:lnTo>
                    <a:lnTo>
                      <a:pt x="7869" y="72604"/>
                    </a:lnTo>
                    <a:lnTo>
                      <a:pt x="7975" y="72650"/>
                    </a:lnTo>
                    <a:lnTo>
                      <a:pt x="8081" y="72710"/>
                    </a:lnTo>
                    <a:lnTo>
                      <a:pt x="8172" y="72801"/>
                    </a:lnTo>
                    <a:lnTo>
                      <a:pt x="8248" y="72907"/>
                    </a:lnTo>
                    <a:lnTo>
                      <a:pt x="8309" y="73044"/>
                    </a:lnTo>
                    <a:lnTo>
                      <a:pt x="8354" y="73180"/>
                    </a:lnTo>
                    <a:lnTo>
                      <a:pt x="8354" y="73332"/>
                    </a:lnTo>
                    <a:lnTo>
                      <a:pt x="8354" y="73332"/>
                    </a:lnTo>
                    <a:lnTo>
                      <a:pt x="8354" y="73484"/>
                    </a:lnTo>
                    <a:lnTo>
                      <a:pt x="8309" y="73620"/>
                    </a:lnTo>
                    <a:lnTo>
                      <a:pt x="8248" y="73741"/>
                    </a:lnTo>
                    <a:lnTo>
                      <a:pt x="8172" y="73863"/>
                    </a:lnTo>
                    <a:lnTo>
                      <a:pt x="8081" y="73954"/>
                    </a:lnTo>
                    <a:lnTo>
                      <a:pt x="7975" y="74014"/>
                    </a:lnTo>
                    <a:lnTo>
                      <a:pt x="7869" y="74060"/>
                    </a:lnTo>
                    <a:lnTo>
                      <a:pt x="7732" y="74075"/>
                    </a:lnTo>
                    <a:lnTo>
                      <a:pt x="7732" y="74075"/>
                    </a:lnTo>
                    <a:lnTo>
                      <a:pt x="7657" y="74075"/>
                    </a:lnTo>
                    <a:lnTo>
                      <a:pt x="7657" y="74075"/>
                    </a:lnTo>
                    <a:lnTo>
                      <a:pt x="7596" y="76470"/>
                    </a:lnTo>
                    <a:lnTo>
                      <a:pt x="7535" y="78714"/>
                    </a:lnTo>
                    <a:lnTo>
                      <a:pt x="7460" y="80761"/>
                    </a:lnTo>
                    <a:lnTo>
                      <a:pt x="7369" y="82625"/>
                    </a:lnTo>
                    <a:lnTo>
                      <a:pt x="7369" y="82625"/>
                    </a:lnTo>
                    <a:lnTo>
                      <a:pt x="7551" y="82565"/>
                    </a:lnTo>
                    <a:lnTo>
                      <a:pt x="7641" y="82550"/>
                    </a:lnTo>
                    <a:lnTo>
                      <a:pt x="7732" y="82550"/>
                    </a:lnTo>
                    <a:lnTo>
                      <a:pt x="7732" y="82550"/>
                    </a:lnTo>
                    <a:lnTo>
                      <a:pt x="7854" y="82550"/>
                    </a:lnTo>
                    <a:lnTo>
                      <a:pt x="7960" y="82580"/>
                    </a:lnTo>
                    <a:lnTo>
                      <a:pt x="8066" y="82610"/>
                    </a:lnTo>
                    <a:lnTo>
                      <a:pt x="8172" y="82656"/>
                    </a:lnTo>
                    <a:lnTo>
                      <a:pt x="8278" y="82716"/>
                    </a:lnTo>
                    <a:lnTo>
                      <a:pt x="8369" y="82777"/>
                    </a:lnTo>
                    <a:lnTo>
                      <a:pt x="8445" y="82853"/>
                    </a:lnTo>
                    <a:lnTo>
                      <a:pt x="8536" y="82944"/>
                    </a:lnTo>
                    <a:lnTo>
                      <a:pt x="8597" y="83035"/>
                    </a:lnTo>
                    <a:lnTo>
                      <a:pt x="8672" y="83141"/>
                    </a:lnTo>
                    <a:lnTo>
                      <a:pt x="8718" y="83247"/>
                    </a:lnTo>
                    <a:lnTo>
                      <a:pt x="8763" y="83368"/>
                    </a:lnTo>
                    <a:lnTo>
                      <a:pt x="8809" y="83490"/>
                    </a:lnTo>
                    <a:lnTo>
                      <a:pt x="8839" y="83626"/>
                    </a:lnTo>
                    <a:lnTo>
                      <a:pt x="8854" y="83762"/>
                    </a:lnTo>
                    <a:lnTo>
                      <a:pt x="8854" y="83899"/>
                    </a:lnTo>
                    <a:lnTo>
                      <a:pt x="8854" y="83899"/>
                    </a:lnTo>
                    <a:lnTo>
                      <a:pt x="8854" y="84035"/>
                    </a:lnTo>
                    <a:lnTo>
                      <a:pt x="8839" y="84172"/>
                    </a:lnTo>
                    <a:lnTo>
                      <a:pt x="8809" y="84293"/>
                    </a:lnTo>
                    <a:lnTo>
                      <a:pt x="8763" y="84414"/>
                    </a:lnTo>
                    <a:lnTo>
                      <a:pt x="8718" y="84536"/>
                    </a:lnTo>
                    <a:lnTo>
                      <a:pt x="8672" y="84642"/>
                    </a:lnTo>
                    <a:lnTo>
                      <a:pt x="8597" y="84748"/>
                    </a:lnTo>
                    <a:lnTo>
                      <a:pt x="8536" y="84854"/>
                    </a:lnTo>
                    <a:lnTo>
                      <a:pt x="8445" y="84930"/>
                    </a:lnTo>
                    <a:lnTo>
                      <a:pt x="8369" y="85006"/>
                    </a:lnTo>
                    <a:lnTo>
                      <a:pt x="8278" y="85081"/>
                    </a:lnTo>
                    <a:lnTo>
                      <a:pt x="8172" y="85142"/>
                    </a:lnTo>
                    <a:lnTo>
                      <a:pt x="8066" y="85188"/>
                    </a:lnTo>
                    <a:lnTo>
                      <a:pt x="7960" y="85218"/>
                    </a:lnTo>
                    <a:lnTo>
                      <a:pt x="7854" y="85233"/>
                    </a:lnTo>
                    <a:lnTo>
                      <a:pt x="7732" y="85248"/>
                    </a:lnTo>
                    <a:lnTo>
                      <a:pt x="7732" y="85248"/>
                    </a:lnTo>
                    <a:lnTo>
                      <a:pt x="7596" y="85233"/>
                    </a:lnTo>
                    <a:lnTo>
                      <a:pt x="7460" y="85203"/>
                    </a:lnTo>
                    <a:lnTo>
                      <a:pt x="7338" y="85157"/>
                    </a:lnTo>
                    <a:lnTo>
                      <a:pt x="7217" y="85081"/>
                    </a:lnTo>
                    <a:lnTo>
                      <a:pt x="7217" y="85081"/>
                    </a:lnTo>
                    <a:lnTo>
                      <a:pt x="7126" y="85824"/>
                    </a:lnTo>
                    <a:lnTo>
                      <a:pt x="7020" y="86522"/>
                    </a:lnTo>
                    <a:lnTo>
                      <a:pt x="6944" y="86840"/>
                    </a:lnTo>
                    <a:lnTo>
                      <a:pt x="6868" y="87158"/>
                    </a:lnTo>
                    <a:lnTo>
                      <a:pt x="6792" y="87462"/>
                    </a:lnTo>
                    <a:lnTo>
                      <a:pt x="6702" y="87750"/>
                    </a:lnTo>
                    <a:lnTo>
                      <a:pt x="6702" y="87750"/>
                    </a:lnTo>
                    <a:lnTo>
                      <a:pt x="6823" y="87780"/>
                    </a:lnTo>
                    <a:lnTo>
                      <a:pt x="6914" y="87841"/>
                    </a:lnTo>
                    <a:lnTo>
                      <a:pt x="7005" y="87917"/>
                    </a:lnTo>
                    <a:lnTo>
                      <a:pt x="7081" y="88007"/>
                    </a:lnTo>
                    <a:lnTo>
                      <a:pt x="7156" y="88114"/>
                    </a:lnTo>
                    <a:lnTo>
                      <a:pt x="7202" y="88220"/>
                    </a:lnTo>
                    <a:lnTo>
                      <a:pt x="7232" y="88356"/>
                    </a:lnTo>
                    <a:lnTo>
                      <a:pt x="7247" y="88493"/>
                    </a:lnTo>
                    <a:lnTo>
                      <a:pt x="7247" y="88493"/>
                    </a:lnTo>
                    <a:lnTo>
                      <a:pt x="7232" y="88644"/>
                    </a:lnTo>
                    <a:lnTo>
                      <a:pt x="7187" y="88781"/>
                    </a:lnTo>
                    <a:lnTo>
                      <a:pt x="7141" y="88917"/>
                    </a:lnTo>
                    <a:lnTo>
                      <a:pt x="7065" y="89023"/>
                    </a:lnTo>
                    <a:lnTo>
                      <a:pt x="6959" y="89114"/>
                    </a:lnTo>
                    <a:lnTo>
                      <a:pt x="6853" y="89175"/>
                    </a:lnTo>
                    <a:lnTo>
                      <a:pt x="6747" y="89220"/>
                    </a:lnTo>
                    <a:lnTo>
                      <a:pt x="6626" y="89235"/>
                    </a:lnTo>
                    <a:lnTo>
                      <a:pt x="6626" y="89235"/>
                    </a:lnTo>
                    <a:lnTo>
                      <a:pt x="6489" y="89220"/>
                    </a:lnTo>
                    <a:lnTo>
                      <a:pt x="6383" y="89190"/>
                    </a:lnTo>
                    <a:lnTo>
                      <a:pt x="6277" y="89114"/>
                    </a:lnTo>
                    <a:lnTo>
                      <a:pt x="6186" y="89023"/>
                    </a:lnTo>
                    <a:lnTo>
                      <a:pt x="6186" y="89023"/>
                    </a:lnTo>
                    <a:lnTo>
                      <a:pt x="5959" y="89417"/>
                    </a:lnTo>
                    <a:lnTo>
                      <a:pt x="5731" y="89766"/>
                    </a:lnTo>
                    <a:lnTo>
                      <a:pt x="5731" y="89766"/>
                    </a:lnTo>
                    <a:lnTo>
                      <a:pt x="5837" y="89948"/>
                    </a:lnTo>
                    <a:lnTo>
                      <a:pt x="5928" y="90160"/>
                    </a:lnTo>
                    <a:lnTo>
                      <a:pt x="5974" y="90388"/>
                    </a:lnTo>
                    <a:lnTo>
                      <a:pt x="5989" y="90509"/>
                    </a:lnTo>
                    <a:lnTo>
                      <a:pt x="6004" y="90630"/>
                    </a:lnTo>
                    <a:lnTo>
                      <a:pt x="6004" y="90630"/>
                    </a:lnTo>
                    <a:lnTo>
                      <a:pt x="5989" y="90782"/>
                    </a:lnTo>
                    <a:lnTo>
                      <a:pt x="5974" y="90903"/>
                    </a:lnTo>
                    <a:lnTo>
                      <a:pt x="5944" y="91040"/>
                    </a:lnTo>
                    <a:lnTo>
                      <a:pt x="5913" y="91161"/>
                    </a:lnTo>
                    <a:lnTo>
                      <a:pt x="5868" y="91282"/>
                    </a:lnTo>
                    <a:lnTo>
                      <a:pt x="5807" y="91388"/>
                    </a:lnTo>
                    <a:lnTo>
                      <a:pt x="5746" y="91494"/>
                    </a:lnTo>
                    <a:lnTo>
                      <a:pt x="5671" y="91585"/>
                    </a:lnTo>
                    <a:lnTo>
                      <a:pt x="5595" y="91676"/>
                    </a:lnTo>
                    <a:lnTo>
                      <a:pt x="5504" y="91752"/>
                    </a:lnTo>
                    <a:lnTo>
                      <a:pt x="5413" y="91828"/>
                    </a:lnTo>
                    <a:lnTo>
                      <a:pt x="5307" y="91873"/>
                    </a:lnTo>
                    <a:lnTo>
                      <a:pt x="5216" y="91919"/>
                    </a:lnTo>
                    <a:lnTo>
                      <a:pt x="5110" y="91964"/>
                    </a:lnTo>
                    <a:lnTo>
                      <a:pt x="4988" y="91980"/>
                    </a:lnTo>
                    <a:lnTo>
                      <a:pt x="4882" y="91980"/>
                    </a:lnTo>
                    <a:lnTo>
                      <a:pt x="4882" y="91980"/>
                    </a:lnTo>
                    <a:lnTo>
                      <a:pt x="4731" y="91964"/>
                    </a:lnTo>
                    <a:lnTo>
                      <a:pt x="4579" y="91934"/>
                    </a:lnTo>
                    <a:lnTo>
                      <a:pt x="4427" y="91873"/>
                    </a:lnTo>
                    <a:lnTo>
                      <a:pt x="4306" y="91798"/>
                    </a:lnTo>
                    <a:lnTo>
                      <a:pt x="4185" y="91691"/>
                    </a:lnTo>
                    <a:lnTo>
                      <a:pt x="4079" y="91570"/>
                    </a:lnTo>
                    <a:lnTo>
                      <a:pt x="3988" y="91449"/>
                    </a:lnTo>
                    <a:lnTo>
                      <a:pt x="3897" y="91297"/>
                    </a:lnTo>
                    <a:lnTo>
                      <a:pt x="3897" y="91297"/>
                    </a:lnTo>
                    <a:lnTo>
                      <a:pt x="3578" y="91434"/>
                    </a:lnTo>
                    <a:lnTo>
                      <a:pt x="3245" y="91555"/>
                    </a:lnTo>
                    <a:lnTo>
                      <a:pt x="2896" y="91646"/>
                    </a:lnTo>
                    <a:lnTo>
                      <a:pt x="2532" y="91737"/>
                    </a:lnTo>
                    <a:lnTo>
                      <a:pt x="2169" y="91798"/>
                    </a:lnTo>
                    <a:lnTo>
                      <a:pt x="1790" y="91828"/>
                    </a:lnTo>
                    <a:lnTo>
                      <a:pt x="1410" y="91858"/>
                    </a:lnTo>
                    <a:lnTo>
                      <a:pt x="1016" y="91858"/>
                    </a:lnTo>
                    <a:lnTo>
                      <a:pt x="1016" y="91858"/>
                    </a:lnTo>
                    <a:lnTo>
                      <a:pt x="516" y="91858"/>
                    </a:lnTo>
                    <a:lnTo>
                      <a:pt x="1" y="91813"/>
                    </a:lnTo>
                    <a:lnTo>
                      <a:pt x="1" y="91813"/>
                    </a:lnTo>
                    <a:lnTo>
                      <a:pt x="910" y="92283"/>
                    </a:lnTo>
                    <a:lnTo>
                      <a:pt x="1805" y="92768"/>
                    </a:lnTo>
                    <a:lnTo>
                      <a:pt x="2699" y="93268"/>
                    </a:lnTo>
                    <a:lnTo>
                      <a:pt x="3594" y="93769"/>
                    </a:lnTo>
                    <a:lnTo>
                      <a:pt x="17829" y="93769"/>
                    </a:lnTo>
                    <a:lnTo>
                      <a:pt x="17829" y="93769"/>
                    </a:lnTo>
                    <a:lnTo>
                      <a:pt x="18982" y="93147"/>
                    </a:lnTo>
                    <a:lnTo>
                      <a:pt x="19558" y="92859"/>
                    </a:lnTo>
                    <a:lnTo>
                      <a:pt x="20149" y="92556"/>
                    </a:lnTo>
                    <a:lnTo>
                      <a:pt x="20725" y="92283"/>
                    </a:lnTo>
                    <a:lnTo>
                      <a:pt x="21316" y="92010"/>
                    </a:lnTo>
                    <a:lnTo>
                      <a:pt x="21923" y="91752"/>
                    </a:lnTo>
                    <a:lnTo>
                      <a:pt x="22529" y="91510"/>
                    </a:lnTo>
                    <a:lnTo>
                      <a:pt x="22529" y="91510"/>
                    </a:lnTo>
                    <a:lnTo>
                      <a:pt x="21938" y="91631"/>
                    </a:lnTo>
                    <a:lnTo>
                      <a:pt x="21362" y="91752"/>
                    </a:lnTo>
                    <a:lnTo>
                      <a:pt x="20786" y="91858"/>
                    </a:lnTo>
                    <a:lnTo>
                      <a:pt x="20225" y="91934"/>
                    </a:lnTo>
                    <a:lnTo>
                      <a:pt x="19664" y="92010"/>
                    </a:lnTo>
                    <a:lnTo>
                      <a:pt x="19103" y="92071"/>
                    </a:lnTo>
                    <a:lnTo>
                      <a:pt x="18557" y="92101"/>
                    </a:lnTo>
                    <a:lnTo>
                      <a:pt x="18011" y="92116"/>
                    </a:lnTo>
                    <a:lnTo>
                      <a:pt x="18011" y="92116"/>
                    </a:lnTo>
                    <a:lnTo>
                      <a:pt x="17511" y="92101"/>
                    </a:lnTo>
                    <a:lnTo>
                      <a:pt x="17026" y="92071"/>
                    </a:lnTo>
                    <a:lnTo>
                      <a:pt x="16541" y="92010"/>
                    </a:lnTo>
                    <a:lnTo>
                      <a:pt x="16086" y="91919"/>
                    </a:lnTo>
                    <a:lnTo>
                      <a:pt x="15631" y="91813"/>
                    </a:lnTo>
                    <a:lnTo>
                      <a:pt x="15191" y="91661"/>
                    </a:lnTo>
                    <a:lnTo>
                      <a:pt x="14979" y="91570"/>
                    </a:lnTo>
                    <a:lnTo>
                      <a:pt x="14767" y="91479"/>
                    </a:lnTo>
                    <a:lnTo>
                      <a:pt x="14570" y="91388"/>
                    </a:lnTo>
                    <a:lnTo>
                      <a:pt x="14373" y="91282"/>
                    </a:lnTo>
                    <a:lnTo>
                      <a:pt x="14373" y="91282"/>
                    </a:lnTo>
                    <a:lnTo>
                      <a:pt x="14282" y="91434"/>
                    </a:lnTo>
                    <a:lnTo>
                      <a:pt x="14191" y="91570"/>
                    </a:lnTo>
                    <a:lnTo>
                      <a:pt x="14085" y="91691"/>
                    </a:lnTo>
                    <a:lnTo>
                      <a:pt x="13963" y="91782"/>
                    </a:lnTo>
                    <a:lnTo>
                      <a:pt x="13827" y="91873"/>
                    </a:lnTo>
                    <a:lnTo>
                      <a:pt x="13691" y="91934"/>
                    </a:lnTo>
                    <a:lnTo>
                      <a:pt x="13539" y="91964"/>
                    </a:lnTo>
                    <a:lnTo>
                      <a:pt x="13387" y="91980"/>
                    </a:lnTo>
                    <a:lnTo>
                      <a:pt x="13387" y="91980"/>
                    </a:lnTo>
                    <a:lnTo>
                      <a:pt x="13266" y="91980"/>
                    </a:lnTo>
                    <a:lnTo>
                      <a:pt x="13160" y="91964"/>
                    </a:lnTo>
                    <a:lnTo>
                      <a:pt x="13054" y="91919"/>
                    </a:lnTo>
                    <a:lnTo>
                      <a:pt x="12948" y="91873"/>
                    </a:lnTo>
                    <a:lnTo>
                      <a:pt x="12842" y="91828"/>
                    </a:lnTo>
                    <a:lnTo>
                      <a:pt x="12751" y="91752"/>
                    </a:lnTo>
                    <a:lnTo>
                      <a:pt x="12675" y="91676"/>
                    </a:lnTo>
                    <a:lnTo>
                      <a:pt x="12584" y="91585"/>
                    </a:lnTo>
                    <a:lnTo>
                      <a:pt x="12523" y="91494"/>
                    </a:lnTo>
                    <a:lnTo>
                      <a:pt x="12447" y="91388"/>
                    </a:lnTo>
                    <a:lnTo>
                      <a:pt x="12402" y="91282"/>
                    </a:lnTo>
                    <a:lnTo>
                      <a:pt x="12356" y="91161"/>
                    </a:lnTo>
                    <a:lnTo>
                      <a:pt x="12311" y="91040"/>
                    </a:lnTo>
                    <a:lnTo>
                      <a:pt x="12281" y="90903"/>
                    </a:lnTo>
                    <a:lnTo>
                      <a:pt x="12265" y="90782"/>
                    </a:lnTo>
                    <a:lnTo>
                      <a:pt x="12265" y="90630"/>
                    </a:lnTo>
                    <a:lnTo>
                      <a:pt x="12265" y="90630"/>
                    </a:lnTo>
                    <a:lnTo>
                      <a:pt x="12265" y="90494"/>
                    </a:lnTo>
                    <a:lnTo>
                      <a:pt x="12281" y="90342"/>
                    </a:lnTo>
                    <a:lnTo>
                      <a:pt x="12326" y="90221"/>
                    </a:lnTo>
                    <a:lnTo>
                      <a:pt x="12356" y="90084"/>
                    </a:lnTo>
                    <a:lnTo>
                      <a:pt x="12417" y="89963"/>
                    </a:lnTo>
                    <a:lnTo>
                      <a:pt x="12478" y="89842"/>
                    </a:lnTo>
                    <a:lnTo>
                      <a:pt x="12554" y="89736"/>
                    </a:lnTo>
                    <a:lnTo>
                      <a:pt x="12629" y="89645"/>
                    </a:lnTo>
                    <a:lnTo>
                      <a:pt x="12629" y="89645"/>
                    </a:lnTo>
                    <a:lnTo>
                      <a:pt x="12447" y="89357"/>
                    </a:lnTo>
                    <a:lnTo>
                      <a:pt x="12281" y="89054"/>
                    </a:lnTo>
                    <a:lnTo>
                      <a:pt x="12129" y="88750"/>
                    </a:lnTo>
                    <a:lnTo>
                      <a:pt x="11977" y="88402"/>
                    </a:lnTo>
                    <a:lnTo>
                      <a:pt x="11977" y="88402"/>
                    </a:lnTo>
                    <a:lnTo>
                      <a:pt x="11886" y="88447"/>
                    </a:lnTo>
                    <a:lnTo>
                      <a:pt x="11780" y="88477"/>
                    </a:lnTo>
                    <a:lnTo>
                      <a:pt x="11689" y="88493"/>
                    </a:lnTo>
                    <a:lnTo>
                      <a:pt x="11583" y="88493"/>
                    </a:lnTo>
                    <a:lnTo>
                      <a:pt x="11583" y="88493"/>
                    </a:lnTo>
                    <a:lnTo>
                      <a:pt x="11462" y="88493"/>
                    </a:lnTo>
                    <a:lnTo>
                      <a:pt x="11356" y="88462"/>
                    </a:lnTo>
                    <a:lnTo>
                      <a:pt x="11250" y="88432"/>
                    </a:lnTo>
                    <a:lnTo>
                      <a:pt x="11144" y="88386"/>
                    </a:lnTo>
                    <a:lnTo>
                      <a:pt x="11053" y="88326"/>
                    </a:lnTo>
                    <a:lnTo>
                      <a:pt x="10946" y="88265"/>
                    </a:lnTo>
                    <a:lnTo>
                      <a:pt x="10871" y="88189"/>
                    </a:lnTo>
                    <a:lnTo>
                      <a:pt x="10795" y="88098"/>
                    </a:lnTo>
                    <a:lnTo>
                      <a:pt x="10719" y="88007"/>
                    </a:lnTo>
                    <a:lnTo>
                      <a:pt x="10658" y="87901"/>
                    </a:lnTo>
                    <a:lnTo>
                      <a:pt x="10598" y="87795"/>
                    </a:lnTo>
                    <a:lnTo>
                      <a:pt x="10552" y="87674"/>
                    </a:lnTo>
                    <a:lnTo>
                      <a:pt x="10507" y="87553"/>
                    </a:lnTo>
                    <a:lnTo>
                      <a:pt x="10477" y="87416"/>
                    </a:lnTo>
                    <a:lnTo>
                      <a:pt x="10461" y="87280"/>
                    </a:lnTo>
                    <a:lnTo>
                      <a:pt x="10461" y="87143"/>
                    </a:lnTo>
                    <a:lnTo>
                      <a:pt x="10461" y="87143"/>
                    </a:lnTo>
                    <a:lnTo>
                      <a:pt x="10477" y="86916"/>
                    </a:lnTo>
                    <a:lnTo>
                      <a:pt x="10522" y="86688"/>
                    </a:lnTo>
                    <a:lnTo>
                      <a:pt x="10598" y="86491"/>
                    </a:lnTo>
                    <a:lnTo>
                      <a:pt x="10704" y="86309"/>
                    </a:lnTo>
                    <a:lnTo>
                      <a:pt x="10825" y="86143"/>
                    </a:lnTo>
                    <a:lnTo>
                      <a:pt x="10977" y="86021"/>
                    </a:lnTo>
                    <a:lnTo>
                      <a:pt x="11128" y="85915"/>
                    </a:lnTo>
                    <a:lnTo>
                      <a:pt x="11219" y="85870"/>
                    </a:lnTo>
                    <a:lnTo>
                      <a:pt x="11310" y="85839"/>
                    </a:lnTo>
                    <a:lnTo>
                      <a:pt x="11310" y="85839"/>
                    </a:lnTo>
                    <a:lnTo>
                      <a:pt x="11235" y="85233"/>
                    </a:lnTo>
                    <a:lnTo>
                      <a:pt x="11174" y="84596"/>
                    </a:lnTo>
                    <a:lnTo>
                      <a:pt x="11174" y="84596"/>
                    </a:lnTo>
                    <a:lnTo>
                      <a:pt x="11083" y="83035"/>
                    </a:lnTo>
                    <a:lnTo>
                      <a:pt x="11007" y="81261"/>
                    </a:lnTo>
                    <a:lnTo>
                      <a:pt x="10931" y="79305"/>
                    </a:lnTo>
                    <a:lnTo>
                      <a:pt x="10856" y="77168"/>
                    </a:lnTo>
                    <a:lnTo>
                      <a:pt x="10856" y="77168"/>
                    </a:lnTo>
                    <a:lnTo>
                      <a:pt x="10765" y="77213"/>
                    </a:lnTo>
                    <a:lnTo>
                      <a:pt x="10658" y="77228"/>
                    </a:lnTo>
                    <a:lnTo>
                      <a:pt x="10567" y="77243"/>
                    </a:lnTo>
                    <a:lnTo>
                      <a:pt x="10461" y="77259"/>
                    </a:lnTo>
                    <a:lnTo>
                      <a:pt x="10461" y="77259"/>
                    </a:lnTo>
                    <a:lnTo>
                      <a:pt x="10340" y="77243"/>
                    </a:lnTo>
                    <a:lnTo>
                      <a:pt x="10234" y="77228"/>
                    </a:lnTo>
                    <a:lnTo>
                      <a:pt x="10128" y="77198"/>
                    </a:lnTo>
                    <a:lnTo>
                      <a:pt x="10022" y="77152"/>
                    </a:lnTo>
                    <a:lnTo>
                      <a:pt x="9931" y="77092"/>
                    </a:lnTo>
                    <a:lnTo>
                      <a:pt x="9840" y="77031"/>
                    </a:lnTo>
                    <a:lnTo>
                      <a:pt x="9749" y="76955"/>
                    </a:lnTo>
                    <a:lnTo>
                      <a:pt x="9673" y="76864"/>
                    </a:lnTo>
                    <a:lnTo>
                      <a:pt x="9597" y="76758"/>
                    </a:lnTo>
                    <a:lnTo>
                      <a:pt x="9537" y="76667"/>
                    </a:lnTo>
                    <a:lnTo>
                      <a:pt x="9476" y="76546"/>
                    </a:lnTo>
                    <a:lnTo>
                      <a:pt x="9430" y="76440"/>
                    </a:lnTo>
                    <a:lnTo>
                      <a:pt x="9385" y="76303"/>
                    </a:lnTo>
                    <a:lnTo>
                      <a:pt x="9370" y="76182"/>
                    </a:lnTo>
                    <a:lnTo>
                      <a:pt x="9339" y="76046"/>
                    </a:lnTo>
                    <a:lnTo>
                      <a:pt x="9339" y="75909"/>
                    </a:lnTo>
                    <a:lnTo>
                      <a:pt x="9339" y="75909"/>
                    </a:lnTo>
                    <a:lnTo>
                      <a:pt x="9339" y="75773"/>
                    </a:lnTo>
                    <a:lnTo>
                      <a:pt x="9370" y="75636"/>
                    </a:lnTo>
                    <a:lnTo>
                      <a:pt x="9385" y="75515"/>
                    </a:lnTo>
                    <a:lnTo>
                      <a:pt x="9430" y="75379"/>
                    </a:lnTo>
                    <a:lnTo>
                      <a:pt x="9476" y="75273"/>
                    </a:lnTo>
                    <a:lnTo>
                      <a:pt x="9537" y="75151"/>
                    </a:lnTo>
                    <a:lnTo>
                      <a:pt x="9597" y="75045"/>
                    </a:lnTo>
                    <a:lnTo>
                      <a:pt x="9673" y="74954"/>
                    </a:lnTo>
                    <a:lnTo>
                      <a:pt x="9749" y="74863"/>
                    </a:lnTo>
                    <a:lnTo>
                      <a:pt x="9840" y="74787"/>
                    </a:lnTo>
                    <a:lnTo>
                      <a:pt x="9931" y="74727"/>
                    </a:lnTo>
                    <a:lnTo>
                      <a:pt x="10022" y="74666"/>
                    </a:lnTo>
                    <a:lnTo>
                      <a:pt x="10128" y="74621"/>
                    </a:lnTo>
                    <a:lnTo>
                      <a:pt x="10234" y="74590"/>
                    </a:lnTo>
                    <a:lnTo>
                      <a:pt x="10340" y="74575"/>
                    </a:lnTo>
                    <a:lnTo>
                      <a:pt x="10461" y="74560"/>
                    </a:lnTo>
                    <a:lnTo>
                      <a:pt x="10461" y="74560"/>
                    </a:lnTo>
                    <a:lnTo>
                      <a:pt x="10628" y="74575"/>
                    </a:lnTo>
                    <a:lnTo>
                      <a:pt x="10795" y="74621"/>
                    </a:lnTo>
                    <a:lnTo>
                      <a:pt x="10795" y="74621"/>
                    </a:lnTo>
                    <a:lnTo>
                      <a:pt x="10719" y="71058"/>
                    </a:lnTo>
                    <a:lnTo>
                      <a:pt x="10719" y="71058"/>
                    </a:lnTo>
                    <a:lnTo>
                      <a:pt x="10704" y="71012"/>
                    </a:lnTo>
                    <a:lnTo>
                      <a:pt x="10689" y="70876"/>
                    </a:lnTo>
                    <a:lnTo>
                      <a:pt x="10643" y="70406"/>
                    </a:lnTo>
                    <a:lnTo>
                      <a:pt x="10613" y="69633"/>
                    </a:lnTo>
                    <a:lnTo>
                      <a:pt x="10567" y="68602"/>
                    </a:lnTo>
                    <a:lnTo>
                      <a:pt x="10492" y="65812"/>
                    </a:lnTo>
                    <a:lnTo>
                      <a:pt x="10416" y="62143"/>
                    </a:lnTo>
                    <a:lnTo>
                      <a:pt x="10355" y="57762"/>
                    </a:lnTo>
                    <a:lnTo>
                      <a:pt x="10295" y="52805"/>
                    </a:lnTo>
                    <a:lnTo>
                      <a:pt x="10173" y="41722"/>
                    </a:lnTo>
                    <a:lnTo>
                      <a:pt x="10173" y="41722"/>
                    </a:lnTo>
                    <a:lnTo>
                      <a:pt x="9991" y="41646"/>
                    </a:lnTo>
                    <a:lnTo>
                      <a:pt x="9840" y="41540"/>
                    </a:lnTo>
                    <a:lnTo>
                      <a:pt x="9703" y="41419"/>
                    </a:lnTo>
                    <a:lnTo>
                      <a:pt x="9582" y="41252"/>
                    </a:lnTo>
                    <a:lnTo>
                      <a:pt x="9476" y="41070"/>
                    </a:lnTo>
                    <a:lnTo>
                      <a:pt x="9400" y="40873"/>
                    </a:lnTo>
                    <a:lnTo>
                      <a:pt x="9355" y="40661"/>
                    </a:lnTo>
                    <a:lnTo>
                      <a:pt x="9339" y="40418"/>
                    </a:lnTo>
                    <a:lnTo>
                      <a:pt x="9339" y="40418"/>
                    </a:lnTo>
                    <a:lnTo>
                      <a:pt x="9355" y="40206"/>
                    </a:lnTo>
                    <a:lnTo>
                      <a:pt x="9400" y="39994"/>
                    </a:lnTo>
                    <a:lnTo>
                      <a:pt x="9476" y="39782"/>
                    </a:lnTo>
                    <a:lnTo>
                      <a:pt x="9567" y="39615"/>
                    </a:lnTo>
                    <a:lnTo>
                      <a:pt x="9688" y="39448"/>
                    </a:lnTo>
                    <a:lnTo>
                      <a:pt x="9825" y="39312"/>
                    </a:lnTo>
                    <a:lnTo>
                      <a:pt x="9976" y="39205"/>
                    </a:lnTo>
                    <a:lnTo>
                      <a:pt x="10143" y="39130"/>
                    </a:lnTo>
                    <a:lnTo>
                      <a:pt x="10143" y="39130"/>
                    </a:lnTo>
                    <a:lnTo>
                      <a:pt x="10037" y="25045"/>
                    </a:lnTo>
                    <a:lnTo>
                      <a:pt x="9946" y="12492"/>
                    </a:lnTo>
                    <a:lnTo>
                      <a:pt x="987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8"/>
              <p:cNvSpPr/>
              <p:nvPr/>
            </p:nvSpPr>
            <p:spPr>
              <a:xfrm>
                <a:off x="4925405" y="5113606"/>
                <a:ext cx="815373" cy="393156"/>
              </a:xfrm>
              <a:custGeom>
                <a:avLst/>
                <a:gdLst/>
                <a:ahLst/>
                <a:cxnLst/>
                <a:rect l="l" t="t" r="r" b="b"/>
                <a:pathLst>
                  <a:path w="24213" h="11675" extrusionOk="0">
                    <a:moveTo>
                      <a:pt x="19270" y="1"/>
                    </a:moveTo>
                    <a:lnTo>
                      <a:pt x="18527" y="319"/>
                    </a:lnTo>
                    <a:lnTo>
                      <a:pt x="17784" y="652"/>
                    </a:lnTo>
                    <a:lnTo>
                      <a:pt x="17072" y="1031"/>
                    </a:lnTo>
                    <a:lnTo>
                      <a:pt x="16374" y="1426"/>
                    </a:lnTo>
                    <a:lnTo>
                      <a:pt x="15692" y="1850"/>
                    </a:lnTo>
                    <a:lnTo>
                      <a:pt x="15040" y="2305"/>
                    </a:lnTo>
                    <a:lnTo>
                      <a:pt x="14722" y="2547"/>
                    </a:lnTo>
                    <a:lnTo>
                      <a:pt x="14419" y="2790"/>
                    </a:lnTo>
                    <a:lnTo>
                      <a:pt x="14100" y="3048"/>
                    </a:lnTo>
                    <a:lnTo>
                      <a:pt x="13812" y="3306"/>
                    </a:lnTo>
                    <a:lnTo>
                      <a:pt x="13509" y="3578"/>
                    </a:lnTo>
                    <a:lnTo>
                      <a:pt x="13221" y="3851"/>
                    </a:lnTo>
                    <a:lnTo>
                      <a:pt x="12948" y="4124"/>
                    </a:lnTo>
                    <a:lnTo>
                      <a:pt x="12675" y="4412"/>
                    </a:lnTo>
                    <a:lnTo>
                      <a:pt x="12402" y="4715"/>
                    </a:lnTo>
                    <a:lnTo>
                      <a:pt x="12144" y="5019"/>
                    </a:lnTo>
                    <a:lnTo>
                      <a:pt x="11887" y="5322"/>
                    </a:lnTo>
                    <a:lnTo>
                      <a:pt x="11644" y="5640"/>
                    </a:lnTo>
                    <a:lnTo>
                      <a:pt x="11417" y="5974"/>
                    </a:lnTo>
                    <a:lnTo>
                      <a:pt x="11189" y="6307"/>
                    </a:lnTo>
                    <a:lnTo>
                      <a:pt x="10962" y="6641"/>
                    </a:lnTo>
                    <a:lnTo>
                      <a:pt x="10750" y="6990"/>
                    </a:lnTo>
                    <a:lnTo>
                      <a:pt x="10553" y="7338"/>
                    </a:lnTo>
                    <a:lnTo>
                      <a:pt x="10356" y="7702"/>
                    </a:lnTo>
                    <a:lnTo>
                      <a:pt x="10158" y="8066"/>
                    </a:lnTo>
                    <a:lnTo>
                      <a:pt x="9992" y="8445"/>
                    </a:lnTo>
                    <a:lnTo>
                      <a:pt x="9461" y="8293"/>
                    </a:lnTo>
                    <a:lnTo>
                      <a:pt x="8915" y="8142"/>
                    </a:lnTo>
                    <a:lnTo>
                      <a:pt x="8370" y="8005"/>
                    </a:lnTo>
                    <a:lnTo>
                      <a:pt x="7793" y="7869"/>
                    </a:lnTo>
                    <a:lnTo>
                      <a:pt x="7232" y="7763"/>
                    </a:lnTo>
                    <a:lnTo>
                      <a:pt x="6656" y="7657"/>
                    </a:lnTo>
                    <a:lnTo>
                      <a:pt x="6080" y="7550"/>
                    </a:lnTo>
                    <a:lnTo>
                      <a:pt x="5489" y="7460"/>
                    </a:lnTo>
                    <a:lnTo>
                      <a:pt x="4322" y="7308"/>
                    </a:lnTo>
                    <a:lnTo>
                      <a:pt x="3139" y="7187"/>
                    </a:lnTo>
                    <a:lnTo>
                      <a:pt x="1987" y="7081"/>
                    </a:lnTo>
                    <a:lnTo>
                      <a:pt x="850" y="7005"/>
                    </a:lnTo>
                    <a:lnTo>
                      <a:pt x="668" y="7520"/>
                    </a:lnTo>
                    <a:lnTo>
                      <a:pt x="516" y="8051"/>
                    </a:lnTo>
                    <a:lnTo>
                      <a:pt x="365" y="8581"/>
                    </a:lnTo>
                    <a:lnTo>
                      <a:pt x="259" y="9112"/>
                    </a:lnTo>
                    <a:lnTo>
                      <a:pt x="152" y="9658"/>
                    </a:lnTo>
                    <a:lnTo>
                      <a:pt x="77" y="10204"/>
                    </a:lnTo>
                    <a:lnTo>
                      <a:pt x="31" y="10749"/>
                    </a:lnTo>
                    <a:lnTo>
                      <a:pt x="1" y="11310"/>
                    </a:lnTo>
                    <a:lnTo>
                      <a:pt x="971" y="11265"/>
                    </a:lnTo>
                    <a:lnTo>
                      <a:pt x="1957" y="11235"/>
                    </a:lnTo>
                    <a:lnTo>
                      <a:pt x="2972" y="11204"/>
                    </a:lnTo>
                    <a:lnTo>
                      <a:pt x="3988" y="11189"/>
                    </a:lnTo>
                    <a:lnTo>
                      <a:pt x="4731" y="11204"/>
                    </a:lnTo>
                    <a:lnTo>
                      <a:pt x="5489" y="11219"/>
                    </a:lnTo>
                    <a:lnTo>
                      <a:pt x="6232" y="11250"/>
                    </a:lnTo>
                    <a:lnTo>
                      <a:pt x="6975" y="11295"/>
                    </a:lnTo>
                    <a:lnTo>
                      <a:pt x="7702" y="11356"/>
                    </a:lnTo>
                    <a:lnTo>
                      <a:pt x="8430" y="11447"/>
                    </a:lnTo>
                    <a:lnTo>
                      <a:pt x="9143" y="11538"/>
                    </a:lnTo>
                    <a:lnTo>
                      <a:pt x="9840" y="11674"/>
                    </a:lnTo>
                    <a:lnTo>
                      <a:pt x="10022" y="11144"/>
                    </a:lnTo>
                    <a:lnTo>
                      <a:pt x="10219" y="10628"/>
                    </a:lnTo>
                    <a:lnTo>
                      <a:pt x="10431" y="10128"/>
                    </a:lnTo>
                    <a:lnTo>
                      <a:pt x="10659" y="9627"/>
                    </a:lnTo>
                    <a:lnTo>
                      <a:pt x="10901" y="9158"/>
                    </a:lnTo>
                    <a:lnTo>
                      <a:pt x="11174" y="8688"/>
                    </a:lnTo>
                    <a:lnTo>
                      <a:pt x="11447" y="8218"/>
                    </a:lnTo>
                    <a:lnTo>
                      <a:pt x="11735" y="7778"/>
                    </a:lnTo>
                    <a:lnTo>
                      <a:pt x="12054" y="7338"/>
                    </a:lnTo>
                    <a:lnTo>
                      <a:pt x="12372" y="6914"/>
                    </a:lnTo>
                    <a:lnTo>
                      <a:pt x="12705" y="6504"/>
                    </a:lnTo>
                    <a:lnTo>
                      <a:pt x="13054" y="6095"/>
                    </a:lnTo>
                    <a:lnTo>
                      <a:pt x="13418" y="5716"/>
                    </a:lnTo>
                    <a:lnTo>
                      <a:pt x="13797" y="5337"/>
                    </a:lnTo>
                    <a:lnTo>
                      <a:pt x="14176" y="4958"/>
                    </a:lnTo>
                    <a:lnTo>
                      <a:pt x="14570" y="4609"/>
                    </a:lnTo>
                    <a:lnTo>
                      <a:pt x="14980" y="4261"/>
                    </a:lnTo>
                    <a:lnTo>
                      <a:pt x="15404" y="3927"/>
                    </a:lnTo>
                    <a:lnTo>
                      <a:pt x="15844" y="3609"/>
                    </a:lnTo>
                    <a:lnTo>
                      <a:pt x="16283" y="3306"/>
                    </a:lnTo>
                    <a:lnTo>
                      <a:pt x="16723" y="3002"/>
                    </a:lnTo>
                    <a:lnTo>
                      <a:pt x="17193" y="2714"/>
                    </a:lnTo>
                    <a:lnTo>
                      <a:pt x="17663" y="2441"/>
                    </a:lnTo>
                    <a:lnTo>
                      <a:pt x="18133" y="2184"/>
                    </a:lnTo>
                    <a:lnTo>
                      <a:pt x="18618" y="1926"/>
                    </a:lnTo>
                    <a:lnTo>
                      <a:pt x="19118" y="1698"/>
                    </a:lnTo>
                    <a:lnTo>
                      <a:pt x="19619" y="1471"/>
                    </a:lnTo>
                    <a:lnTo>
                      <a:pt x="20119" y="1259"/>
                    </a:lnTo>
                    <a:lnTo>
                      <a:pt x="20634" y="1047"/>
                    </a:lnTo>
                    <a:lnTo>
                      <a:pt x="21165" y="865"/>
                    </a:lnTo>
                    <a:lnTo>
                      <a:pt x="21680" y="683"/>
                    </a:lnTo>
                    <a:lnTo>
                      <a:pt x="22226" y="516"/>
                    </a:lnTo>
                    <a:lnTo>
                      <a:pt x="22711" y="380"/>
                    </a:lnTo>
                    <a:lnTo>
                      <a:pt x="23212" y="243"/>
                    </a:lnTo>
                    <a:lnTo>
                      <a:pt x="23712" y="122"/>
                    </a:lnTo>
                    <a:lnTo>
                      <a:pt x="24212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4925405" y="5113606"/>
                <a:ext cx="815373" cy="393156"/>
              </a:xfrm>
              <a:custGeom>
                <a:avLst/>
                <a:gdLst/>
                <a:ahLst/>
                <a:cxnLst/>
                <a:rect l="l" t="t" r="r" b="b"/>
                <a:pathLst>
                  <a:path w="24213" h="11675" fill="none" extrusionOk="0">
                    <a:moveTo>
                      <a:pt x="24212" y="1"/>
                    </a:moveTo>
                    <a:lnTo>
                      <a:pt x="19270" y="1"/>
                    </a:lnTo>
                    <a:lnTo>
                      <a:pt x="19270" y="1"/>
                    </a:lnTo>
                    <a:lnTo>
                      <a:pt x="18527" y="319"/>
                    </a:lnTo>
                    <a:lnTo>
                      <a:pt x="17784" y="652"/>
                    </a:lnTo>
                    <a:lnTo>
                      <a:pt x="17072" y="1031"/>
                    </a:lnTo>
                    <a:lnTo>
                      <a:pt x="16374" y="1426"/>
                    </a:lnTo>
                    <a:lnTo>
                      <a:pt x="15692" y="1850"/>
                    </a:lnTo>
                    <a:lnTo>
                      <a:pt x="15040" y="2305"/>
                    </a:lnTo>
                    <a:lnTo>
                      <a:pt x="14722" y="2547"/>
                    </a:lnTo>
                    <a:lnTo>
                      <a:pt x="14419" y="2790"/>
                    </a:lnTo>
                    <a:lnTo>
                      <a:pt x="14100" y="3048"/>
                    </a:lnTo>
                    <a:lnTo>
                      <a:pt x="13812" y="3306"/>
                    </a:lnTo>
                    <a:lnTo>
                      <a:pt x="13509" y="3578"/>
                    </a:lnTo>
                    <a:lnTo>
                      <a:pt x="13221" y="3851"/>
                    </a:lnTo>
                    <a:lnTo>
                      <a:pt x="12948" y="4124"/>
                    </a:lnTo>
                    <a:lnTo>
                      <a:pt x="12675" y="4412"/>
                    </a:lnTo>
                    <a:lnTo>
                      <a:pt x="12402" y="4715"/>
                    </a:lnTo>
                    <a:lnTo>
                      <a:pt x="12144" y="5019"/>
                    </a:lnTo>
                    <a:lnTo>
                      <a:pt x="11887" y="5322"/>
                    </a:lnTo>
                    <a:lnTo>
                      <a:pt x="11644" y="5640"/>
                    </a:lnTo>
                    <a:lnTo>
                      <a:pt x="11417" y="5974"/>
                    </a:lnTo>
                    <a:lnTo>
                      <a:pt x="11189" y="6307"/>
                    </a:lnTo>
                    <a:lnTo>
                      <a:pt x="10962" y="6641"/>
                    </a:lnTo>
                    <a:lnTo>
                      <a:pt x="10750" y="6990"/>
                    </a:lnTo>
                    <a:lnTo>
                      <a:pt x="10553" y="7338"/>
                    </a:lnTo>
                    <a:lnTo>
                      <a:pt x="10356" y="7702"/>
                    </a:lnTo>
                    <a:lnTo>
                      <a:pt x="10158" y="8066"/>
                    </a:lnTo>
                    <a:lnTo>
                      <a:pt x="9992" y="8445"/>
                    </a:lnTo>
                    <a:lnTo>
                      <a:pt x="9992" y="8445"/>
                    </a:lnTo>
                    <a:lnTo>
                      <a:pt x="9461" y="8293"/>
                    </a:lnTo>
                    <a:lnTo>
                      <a:pt x="8915" y="8142"/>
                    </a:lnTo>
                    <a:lnTo>
                      <a:pt x="8370" y="8005"/>
                    </a:lnTo>
                    <a:lnTo>
                      <a:pt x="7793" y="7869"/>
                    </a:lnTo>
                    <a:lnTo>
                      <a:pt x="7232" y="7763"/>
                    </a:lnTo>
                    <a:lnTo>
                      <a:pt x="6656" y="7657"/>
                    </a:lnTo>
                    <a:lnTo>
                      <a:pt x="6080" y="7550"/>
                    </a:lnTo>
                    <a:lnTo>
                      <a:pt x="5489" y="7460"/>
                    </a:lnTo>
                    <a:lnTo>
                      <a:pt x="4322" y="7308"/>
                    </a:lnTo>
                    <a:lnTo>
                      <a:pt x="3139" y="7187"/>
                    </a:lnTo>
                    <a:lnTo>
                      <a:pt x="1987" y="7081"/>
                    </a:lnTo>
                    <a:lnTo>
                      <a:pt x="850" y="7005"/>
                    </a:lnTo>
                    <a:lnTo>
                      <a:pt x="850" y="7005"/>
                    </a:lnTo>
                    <a:lnTo>
                      <a:pt x="668" y="7520"/>
                    </a:lnTo>
                    <a:lnTo>
                      <a:pt x="516" y="8051"/>
                    </a:lnTo>
                    <a:lnTo>
                      <a:pt x="365" y="8581"/>
                    </a:lnTo>
                    <a:lnTo>
                      <a:pt x="259" y="9112"/>
                    </a:lnTo>
                    <a:lnTo>
                      <a:pt x="152" y="9658"/>
                    </a:lnTo>
                    <a:lnTo>
                      <a:pt x="77" y="10204"/>
                    </a:lnTo>
                    <a:lnTo>
                      <a:pt x="31" y="10749"/>
                    </a:lnTo>
                    <a:lnTo>
                      <a:pt x="1" y="11310"/>
                    </a:lnTo>
                    <a:lnTo>
                      <a:pt x="1" y="11310"/>
                    </a:lnTo>
                    <a:lnTo>
                      <a:pt x="971" y="11265"/>
                    </a:lnTo>
                    <a:lnTo>
                      <a:pt x="1957" y="11235"/>
                    </a:lnTo>
                    <a:lnTo>
                      <a:pt x="2972" y="11204"/>
                    </a:lnTo>
                    <a:lnTo>
                      <a:pt x="3988" y="11189"/>
                    </a:lnTo>
                    <a:lnTo>
                      <a:pt x="3988" y="11189"/>
                    </a:lnTo>
                    <a:lnTo>
                      <a:pt x="4731" y="11204"/>
                    </a:lnTo>
                    <a:lnTo>
                      <a:pt x="5489" y="11219"/>
                    </a:lnTo>
                    <a:lnTo>
                      <a:pt x="6232" y="11250"/>
                    </a:lnTo>
                    <a:lnTo>
                      <a:pt x="6975" y="11295"/>
                    </a:lnTo>
                    <a:lnTo>
                      <a:pt x="7702" y="11356"/>
                    </a:lnTo>
                    <a:lnTo>
                      <a:pt x="8430" y="11447"/>
                    </a:lnTo>
                    <a:lnTo>
                      <a:pt x="9143" y="11538"/>
                    </a:lnTo>
                    <a:lnTo>
                      <a:pt x="9840" y="11674"/>
                    </a:lnTo>
                    <a:lnTo>
                      <a:pt x="9840" y="11674"/>
                    </a:lnTo>
                    <a:lnTo>
                      <a:pt x="10022" y="11144"/>
                    </a:lnTo>
                    <a:lnTo>
                      <a:pt x="10219" y="10628"/>
                    </a:lnTo>
                    <a:lnTo>
                      <a:pt x="10431" y="10128"/>
                    </a:lnTo>
                    <a:lnTo>
                      <a:pt x="10659" y="9627"/>
                    </a:lnTo>
                    <a:lnTo>
                      <a:pt x="10901" y="9158"/>
                    </a:lnTo>
                    <a:lnTo>
                      <a:pt x="11174" y="8688"/>
                    </a:lnTo>
                    <a:lnTo>
                      <a:pt x="11447" y="8218"/>
                    </a:lnTo>
                    <a:lnTo>
                      <a:pt x="11735" y="7778"/>
                    </a:lnTo>
                    <a:lnTo>
                      <a:pt x="12054" y="7338"/>
                    </a:lnTo>
                    <a:lnTo>
                      <a:pt x="12372" y="6914"/>
                    </a:lnTo>
                    <a:lnTo>
                      <a:pt x="12705" y="6504"/>
                    </a:lnTo>
                    <a:lnTo>
                      <a:pt x="13054" y="6095"/>
                    </a:lnTo>
                    <a:lnTo>
                      <a:pt x="13418" y="5716"/>
                    </a:lnTo>
                    <a:lnTo>
                      <a:pt x="13797" y="5337"/>
                    </a:lnTo>
                    <a:lnTo>
                      <a:pt x="14176" y="4958"/>
                    </a:lnTo>
                    <a:lnTo>
                      <a:pt x="14570" y="4609"/>
                    </a:lnTo>
                    <a:lnTo>
                      <a:pt x="14980" y="4261"/>
                    </a:lnTo>
                    <a:lnTo>
                      <a:pt x="15404" y="3927"/>
                    </a:lnTo>
                    <a:lnTo>
                      <a:pt x="15844" y="3609"/>
                    </a:lnTo>
                    <a:lnTo>
                      <a:pt x="16283" y="3306"/>
                    </a:lnTo>
                    <a:lnTo>
                      <a:pt x="16723" y="3002"/>
                    </a:lnTo>
                    <a:lnTo>
                      <a:pt x="17193" y="2714"/>
                    </a:lnTo>
                    <a:lnTo>
                      <a:pt x="17663" y="2441"/>
                    </a:lnTo>
                    <a:lnTo>
                      <a:pt x="18133" y="2184"/>
                    </a:lnTo>
                    <a:lnTo>
                      <a:pt x="18618" y="1926"/>
                    </a:lnTo>
                    <a:lnTo>
                      <a:pt x="19118" y="1698"/>
                    </a:lnTo>
                    <a:lnTo>
                      <a:pt x="19619" y="1471"/>
                    </a:lnTo>
                    <a:lnTo>
                      <a:pt x="20119" y="1259"/>
                    </a:lnTo>
                    <a:lnTo>
                      <a:pt x="20634" y="1047"/>
                    </a:lnTo>
                    <a:lnTo>
                      <a:pt x="21165" y="865"/>
                    </a:lnTo>
                    <a:lnTo>
                      <a:pt x="21680" y="683"/>
                    </a:lnTo>
                    <a:lnTo>
                      <a:pt x="22226" y="516"/>
                    </a:lnTo>
                    <a:lnTo>
                      <a:pt x="22226" y="516"/>
                    </a:lnTo>
                    <a:lnTo>
                      <a:pt x="22711" y="380"/>
                    </a:lnTo>
                    <a:lnTo>
                      <a:pt x="23212" y="243"/>
                    </a:lnTo>
                    <a:lnTo>
                      <a:pt x="23712" y="122"/>
                    </a:lnTo>
                    <a:lnTo>
                      <a:pt x="2421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5574310" y="5105962"/>
                <a:ext cx="21485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638" h="228" extrusionOk="0">
                    <a:moveTo>
                      <a:pt x="638" y="0"/>
                    </a:moveTo>
                    <a:lnTo>
                      <a:pt x="1" y="228"/>
                    </a:lnTo>
                    <a:lnTo>
                      <a:pt x="638" y="228"/>
                    </a:lnTo>
                    <a:lnTo>
                      <a:pt x="638" y="0"/>
                    </a:lnTo>
                    <a:close/>
                  </a:path>
                </a:pathLst>
              </a:custGeom>
              <a:solidFill>
                <a:srgbClr val="93CC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8"/>
              <p:cNvSpPr/>
              <p:nvPr/>
            </p:nvSpPr>
            <p:spPr>
              <a:xfrm>
                <a:off x="5574310" y="5105962"/>
                <a:ext cx="166489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4944" h="228" fill="none" extrusionOk="0">
                    <a:moveTo>
                      <a:pt x="638" y="0"/>
                    </a:moveTo>
                    <a:lnTo>
                      <a:pt x="638" y="0"/>
                    </a:lnTo>
                    <a:lnTo>
                      <a:pt x="1" y="228"/>
                    </a:lnTo>
                    <a:lnTo>
                      <a:pt x="4943" y="228"/>
                    </a:lnTo>
                    <a:lnTo>
                      <a:pt x="4943" y="228"/>
                    </a:lnTo>
                    <a:lnTo>
                      <a:pt x="638" y="228"/>
                    </a:lnTo>
                    <a:lnTo>
                      <a:pt x="638" y="228"/>
                    </a:lnTo>
                    <a:lnTo>
                      <a:pt x="63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8"/>
              <p:cNvSpPr/>
              <p:nvPr/>
            </p:nvSpPr>
            <p:spPr>
              <a:xfrm>
                <a:off x="6202807" y="5113606"/>
                <a:ext cx="102641" cy="27614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820" extrusionOk="0">
                    <a:moveTo>
                      <a:pt x="1" y="1"/>
                    </a:moveTo>
                    <a:lnTo>
                      <a:pt x="789" y="182"/>
                    </a:lnTo>
                    <a:lnTo>
                      <a:pt x="1547" y="364"/>
                    </a:lnTo>
                    <a:lnTo>
                      <a:pt x="2305" y="592"/>
                    </a:lnTo>
                    <a:lnTo>
                      <a:pt x="3048" y="819"/>
                    </a:lnTo>
                    <a:lnTo>
                      <a:pt x="1774" y="258"/>
                    </a:lnTo>
                    <a:lnTo>
                      <a:pt x="1016" y="1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8"/>
              <p:cNvSpPr/>
              <p:nvPr/>
            </p:nvSpPr>
            <p:spPr>
              <a:xfrm>
                <a:off x="6202807" y="5113606"/>
                <a:ext cx="102641" cy="27614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820" fill="none" extrusionOk="0">
                    <a:moveTo>
                      <a:pt x="1016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789" y="182"/>
                    </a:lnTo>
                    <a:lnTo>
                      <a:pt x="1547" y="364"/>
                    </a:lnTo>
                    <a:lnTo>
                      <a:pt x="2305" y="592"/>
                    </a:lnTo>
                    <a:lnTo>
                      <a:pt x="3048" y="819"/>
                    </a:lnTo>
                    <a:lnTo>
                      <a:pt x="3048" y="819"/>
                    </a:lnTo>
                    <a:lnTo>
                      <a:pt x="1774" y="258"/>
                    </a:lnTo>
                    <a:lnTo>
                      <a:pt x="1774" y="258"/>
                    </a:lnTo>
                    <a:lnTo>
                      <a:pt x="10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5595761" y="5058983"/>
                <a:ext cx="641273" cy="54655"/>
              </a:xfrm>
              <a:custGeom>
                <a:avLst/>
                <a:gdLst/>
                <a:ahLst/>
                <a:cxnLst/>
                <a:rect l="l" t="t" r="r" b="b"/>
                <a:pathLst>
                  <a:path w="19043" h="1623" extrusionOk="0">
                    <a:moveTo>
                      <a:pt x="8582" y="0"/>
                    </a:moveTo>
                    <a:lnTo>
                      <a:pt x="7945" y="15"/>
                    </a:lnTo>
                    <a:lnTo>
                      <a:pt x="7323" y="31"/>
                    </a:lnTo>
                    <a:lnTo>
                      <a:pt x="6687" y="61"/>
                    </a:lnTo>
                    <a:lnTo>
                      <a:pt x="6080" y="106"/>
                    </a:lnTo>
                    <a:lnTo>
                      <a:pt x="5459" y="167"/>
                    </a:lnTo>
                    <a:lnTo>
                      <a:pt x="4852" y="243"/>
                    </a:lnTo>
                    <a:lnTo>
                      <a:pt x="4261" y="319"/>
                    </a:lnTo>
                    <a:lnTo>
                      <a:pt x="3670" y="410"/>
                    </a:lnTo>
                    <a:lnTo>
                      <a:pt x="3200" y="501"/>
                    </a:lnTo>
                    <a:lnTo>
                      <a:pt x="2730" y="607"/>
                    </a:lnTo>
                    <a:lnTo>
                      <a:pt x="2260" y="713"/>
                    </a:lnTo>
                    <a:lnTo>
                      <a:pt x="1805" y="834"/>
                    </a:lnTo>
                    <a:lnTo>
                      <a:pt x="1350" y="955"/>
                    </a:lnTo>
                    <a:lnTo>
                      <a:pt x="895" y="1092"/>
                    </a:lnTo>
                    <a:lnTo>
                      <a:pt x="440" y="1228"/>
                    </a:lnTo>
                    <a:lnTo>
                      <a:pt x="1" y="1395"/>
                    </a:lnTo>
                    <a:lnTo>
                      <a:pt x="1" y="1623"/>
                    </a:lnTo>
                    <a:lnTo>
                      <a:pt x="4306" y="1623"/>
                    </a:lnTo>
                    <a:lnTo>
                      <a:pt x="5125" y="1456"/>
                    </a:lnTo>
                    <a:lnTo>
                      <a:pt x="5959" y="1319"/>
                    </a:lnTo>
                    <a:lnTo>
                      <a:pt x="6793" y="1198"/>
                    </a:lnTo>
                    <a:lnTo>
                      <a:pt x="7642" y="1107"/>
                    </a:lnTo>
                    <a:lnTo>
                      <a:pt x="8506" y="1031"/>
                    </a:lnTo>
                    <a:lnTo>
                      <a:pt x="9370" y="971"/>
                    </a:lnTo>
                    <a:lnTo>
                      <a:pt x="10249" y="940"/>
                    </a:lnTo>
                    <a:lnTo>
                      <a:pt x="11993" y="940"/>
                    </a:lnTo>
                    <a:lnTo>
                      <a:pt x="12872" y="986"/>
                    </a:lnTo>
                    <a:lnTo>
                      <a:pt x="13751" y="1031"/>
                    </a:lnTo>
                    <a:lnTo>
                      <a:pt x="14615" y="1107"/>
                    </a:lnTo>
                    <a:lnTo>
                      <a:pt x="15480" y="1198"/>
                    </a:lnTo>
                    <a:lnTo>
                      <a:pt x="16344" y="1319"/>
                    </a:lnTo>
                    <a:lnTo>
                      <a:pt x="17193" y="1456"/>
                    </a:lnTo>
                    <a:lnTo>
                      <a:pt x="18027" y="1623"/>
                    </a:lnTo>
                    <a:lnTo>
                      <a:pt x="19042" y="1623"/>
                    </a:lnTo>
                    <a:lnTo>
                      <a:pt x="18421" y="1425"/>
                    </a:lnTo>
                    <a:lnTo>
                      <a:pt x="17784" y="1259"/>
                    </a:lnTo>
                    <a:lnTo>
                      <a:pt x="17162" y="1092"/>
                    </a:lnTo>
                    <a:lnTo>
                      <a:pt x="16511" y="925"/>
                    </a:lnTo>
                    <a:lnTo>
                      <a:pt x="15859" y="789"/>
                    </a:lnTo>
                    <a:lnTo>
                      <a:pt x="15207" y="652"/>
                    </a:lnTo>
                    <a:lnTo>
                      <a:pt x="14555" y="531"/>
                    </a:lnTo>
                    <a:lnTo>
                      <a:pt x="13888" y="425"/>
                    </a:lnTo>
                    <a:lnTo>
                      <a:pt x="13236" y="319"/>
                    </a:lnTo>
                    <a:lnTo>
                      <a:pt x="12569" y="243"/>
                    </a:lnTo>
                    <a:lnTo>
                      <a:pt x="11902" y="167"/>
                    </a:lnTo>
                    <a:lnTo>
                      <a:pt x="11235" y="106"/>
                    </a:lnTo>
                    <a:lnTo>
                      <a:pt x="10568" y="61"/>
                    </a:lnTo>
                    <a:lnTo>
                      <a:pt x="9901" y="31"/>
                    </a:lnTo>
                    <a:lnTo>
                      <a:pt x="9249" y="15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5595761" y="5058983"/>
                <a:ext cx="641273" cy="54655"/>
              </a:xfrm>
              <a:custGeom>
                <a:avLst/>
                <a:gdLst/>
                <a:ahLst/>
                <a:cxnLst/>
                <a:rect l="l" t="t" r="r" b="b"/>
                <a:pathLst>
                  <a:path w="19043" h="1623" fill="none" extrusionOk="0">
                    <a:moveTo>
                      <a:pt x="8582" y="0"/>
                    </a:moveTo>
                    <a:lnTo>
                      <a:pt x="8582" y="0"/>
                    </a:lnTo>
                    <a:lnTo>
                      <a:pt x="7945" y="15"/>
                    </a:lnTo>
                    <a:lnTo>
                      <a:pt x="7323" y="31"/>
                    </a:lnTo>
                    <a:lnTo>
                      <a:pt x="6687" y="61"/>
                    </a:lnTo>
                    <a:lnTo>
                      <a:pt x="6080" y="106"/>
                    </a:lnTo>
                    <a:lnTo>
                      <a:pt x="5459" y="167"/>
                    </a:lnTo>
                    <a:lnTo>
                      <a:pt x="4852" y="243"/>
                    </a:lnTo>
                    <a:lnTo>
                      <a:pt x="4261" y="319"/>
                    </a:lnTo>
                    <a:lnTo>
                      <a:pt x="3670" y="410"/>
                    </a:lnTo>
                    <a:lnTo>
                      <a:pt x="3670" y="410"/>
                    </a:lnTo>
                    <a:lnTo>
                      <a:pt x="3200" y="501"/>
                    </a:lnTo>
                    <a:lnTo>
                      <a:pt x="2730" y="607"/>
                    </a:lnTo>
                    <a:lnTo>
                      <a:pt x="2260" y="713"/>
                    </a:lnTo>
                    <a:lnTo>
                      <a:pt x="1805" y="834"/>
                    </a:lnTo>
                    <a:lnTo>
                      <a:pt x="1350" y="955"/>
                    </a:lnTo>
                    <a:lnTo>
                      <a:pt x="895" y="1092"/>
                    </a:lnTo>
                    <a:lnTo>
                      <a:pt x="440" y="1228"/>
                    </a:lnTo>
                    <a:lnTo>
                      <a:pt x="1" y="1395"/>
                    </a:lnTo>
                    <a:lnTo>
                      <a:pt x="1" y="1395"/>
                    </a:lnTo>
                    <a:lnTo>
                      <a:pt x="1" y="1623"/>
                    </a:lnTo>
                    <a:lnTo>
                      <a:pt x="4306" y="1623"/>
                    </a:lnTo>
                    <a:lnTo>
                      <a:pt x="4306" y="1623"/>
                    </a:lnTo>
                    <a:lnTo>
                      <a:pt x="5125" y="1456"/>
                    </a:lnTo>
                    <a:lnTo>
                      <a:pt x="5959" y="1319"/>
                    </a:lnTo>
                    <a:lnTo>
                      <a:pt x="6793" y="1198"/>
                    </a:lnTo>
                    <a:lnTo>
                      <a:pt x="7642" y="1107"/>
                    </a:lnTo>
                    <a:lnTo>
                      <a:pt x="8506" y="1031"/>
                    </a:lnTo>
                    <a:lnTo>
                      <a:pt x="9370" y="971"/>
                    </a:lnTo>
                    <a:lnTo>
                      <a:pt x="10249" y="940"/>
                    </a:lnTo>
                    <a:lnTo>
                      <a:pt x="11113" y="940"/>
                    </a:lnTo>
                    <a:lnTo>
                      <a:pt x="11113" y="940"/>
                    </a:lnTo>
                    <a:lnTo>
                      <a:pt x="11993" y="940"/>
                    </a:lnTo>
                    <a:lnTo>
                      <a:pt x="12872" y="986"/>
                    </a:lnTo>
                    <a:lnTo>
                      <a:pt x="13751" y="1031"/>
                    </a:lnTo>
                    <a:lnTo>
                      <a:pt x="14615" y="1107"/>
                    </a:lnTo>
                    <a:lnTo>
                      <a:pt x="15480" y="1198"/>
                    </a:lnTo>
                    <a:lnTo>
                      <a:pt x="16344" y="1319"/>
                    </a:lnTo>
                    <a:lnTo>
                      <a:pt x="17193" y="1456"/>
                    </a:lnTo>
                    <a:lnTo>
                      <a:pt x="18027" y="1623"/>
                    </a:lnTo>
                    <a:lnTo>
                      <a:pt x="19042" y="1623"/>
                    </a:lnTo>
                    <a:lnTo>
                      <a:pt x="19042" y="1623"/>
                    </a:lnTo>
                    <a:lnTo>
                      <a:pt x="18421" y="1425"/>
                    </a:lnTo>
                    <a:lnTo>
                      <a:pt x="17784" y="1259"/>
                    </a:lnTo>
                    <a:lnTo>
                      <a:pt x="17162" y="1092"/>
                    </a:lnTo>
                    <a:lnTo>
                      <a:pt x="16511" y="925"/>
                    </a:lnTo>
                    <a:lnTo>
                      <a:pt x="15859" y="789"/>
                    </a:lnTo>
                    <a:lnTo>
                      <a:pt x="15207" y="652"/>
                    </a:lnTo>
                    <a:lnTo>
                      <a:pt x="14555" y="531"/>
                    </a:lnTo>
                    <a:lnTo>
                      <a:pt x="13888" y="425"/>
                    </a:lnTo>
                    <a:lnTo>
                      <a:pt x="13236" y="319"/>
                    </a:lnTo>
                    <a:lnTo>
                      <a:pt x="12569" y="243"/>
                    </a:lnTo>
                    <a:lnTo>
                      <a:pt x="11902" y="167"/>
                    </a:lnTo>
                    <a:lnTo>
                      <a:pt x="11235" y="106"/>
                    </a:lnTo>
                    <a:lnTo>
                      <a:pt x="10568" y="61"/>
                    </a:lnTo>
                    <a:lnTo>
                      <a:pt x="9901" y="31"/>
                    </a:lnTo>
                    <a:lnTo>
                      <a:pt x="9249" y="15"/>
                    </a:lnTo>
                    <a:lnTo>
                      <a:pt x="858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8"/>
              <p:cNvSpPr/>
              <p:nvPr/>
            </p:nvSpPr>
            <p:spPr>
              <a:xfrm>
                <a:off x="4934094" y="5113606"/>
                <a:ext cx="1411656" cy="235893"/>
              </a:xfrm>
              <a:custGeom>
                <a:avLst/>
                <a:gdLst/>
                <a:ahLst/>
                <a:cxnLst/>
                <a:rect l="l" t="t" r="r" b="b"/>
                <a:pathLst>
                  <a:path w="41920" h="7005" extrusionOk="0">
                    <a:moveTo>
                      <a:pt x="38857" y="1"/>
                    </a:moveTo>
                    <a:lnTo>
                      <a:pt x="39448" y="258"/>
                    </a:lnTo>
                    <a:lnTo>
                      <a:pt x="40085" y="486"/>
                    </a:lnTo>
                    <a:lnTo>
                      <a:pt x="40707" y="728"/>
                    </a:lnTo>
                    <a:lnTo>
                      <a:pt x="41313" y="986"/>
                    </a:lnTo>
                    <a:lnTo>
                      <a:pt x="41920" y="1259"/>
                    </a:lnTo>
                    <a:lnTo>
                      <a:pt x="40843" y="622"/>
                    </a:lnTo>
                    <a:lnTo>
                      <a:pt x="39752" y="1"/>
                    </a:lnTo>
                    <a:close/>
                    <a:moveTo>
                      <a:pt x="3139" y="1"/>
                    </a:moveTo>
                    <a:lnTo>
                      <a:pt x="2836" y="380"/>
                    </a:lnTo>
                    <a:lnTo>
                      <a:pt x="2548" y="774"/>
                    </a:lnTo>
                    <a:lnTo>
                      <a:pt x="2275" y="1168"/>
                    </a:lnTo>
                    <a:lnTo>
                      <a:pt x="2017" y="1577"/>
                    </a:lnTo>
                    <a:lnTo>
                      <a:pt x="1774" y="1987"/>
                    </a:lnTo>
                    <a:lnTo>
                      <a:pt x="1532" y="2411"/>
                    </a:lnTo>
                    <a:lnTo>
                      <a:pt x="1304" y="2836"/>
                    </a:lnTo>
                    <a:lnTo>
                      <a:pt x="1107" y="3275"/>
                    </a:lnTo>
                    <a:lnTo>
                      <a:pt x="910" y="3715"/>
                    </a:lnTo>
                    <a:lnTo>
                      <a:pt x="728" y="4155"/>
                    </a:lnTo>
                    <a:lnTo>
                      <a:pt x="577" y="4609"/>
                    </a:lnTo>
                    <a:lnTo>
                      <a:pt x="425" y="5079"/>
                    </a:lnTo>
                    <a:lnTo>
                      <a:pt x="289" y="5534"/>
                    </a:lnTo>
                    <a:lnTo>
                      <a:pt x="183" y="6004"/>
                    </a:lnTo>
                    <a:lnTo>
                      <a:pt x="76" y="6474"/>
                    </a:lnTo>
                    <a:lnTo>
                      <a:pt x="1" y="6959"/>
                    </a:lnTo>
                    <a:lnTo>
                      <a:pt x="592" y="7005"/>
                    </a:lnTo>
                    <a:lnTo>
                      <a:pt x="789" y="6504"/>
                    </a:lnTo>
                    <a:lnTo>
                      <a:pt x="1001" y="6004"/>
                    </a:lnTo>
                    <a:lnTo>
                      <a:pt x="1229" y="5519"/>
                    </a:lnTo>
                    <a:lnTo>
                      <a:pt x="1471" y="5034"/>
                    </a:lnTo>
                    <a:lnTo>
                      <a:pt x="1744" y="4564"/>
                    </a:lnTo>
                    <a:lnTo>
                      <a:pt x="2017" y="4094"/>
                    </a:lnTo>
                    <a:lnTo>
                      <a:pt x="2320" y="3639"/>
                    </a:lnTo>
                    <a:lnTo>
                      <a:pt x="2623" y="3199"/>
                    </a:lnTo>
                    <a:lnTo>
                      <a:pt x="2942" y="2760"/>
                    </a:lnTo>
                    <a:lnTo>
                      <a:pt x="3290" y="2335"/>
                    </a:lnTo>
                    <a:lnTo>
                      <a:pt x="3639" y="1911"/>
                    </a:lnTo>
                    <a:lnTo>
                      <a:pt x="4003" y="1517"/>
                    </a:lnTo>
                    <a:lnTo>
                      <a:pt x="4382" y="1122"/>
                    </a:lnTo>
                    <a:lnTo>
                      <a:pt x="4761" y="728"/>
                    </a:lnTo>
                    <a:lnTo>
                      <a:pt x="5170" y="364"/>
                    </a:lnTo>
                    <a:lnTo>
                      <a:pt x="5580" y="1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8"/>
              <p:cNvSpPr/>
              <p:nvPr/>
            </p:nvSpPr>
            <p:spPr>
              <a:xfrm>
                <a:off x="4934094" y="5113606"/>
                <a:ext cx="187907" cy="235893"/>
              </a:xfrm>
              <a:custGeom>
                <a:avLst/>
                <a:gdLst/>
                <a:ahLst/>
                <a:cxnLst/>
                <a:rect l="l" t="t" r="r" b="b"/>
                <a:pathLst>
                  <a:path w="5580" h="7005" fill="none" extrusionOk="0">
                    <a:moveTo>
                      <a:pt x="5580" y="1"/>
                    </a:moveTo>
                    <a:lnTo>
                      <a:pt x="3139" y="1"/>
                    </a:lnTo>
                    <a:lnTo>
                      <a:pt x="3139" y="1"/>
                    </a:lnTo>
                    <a:lnTo>
                      <a:pt x="2836" y="380"/>
                    </a:lnTo>
                    <a:lnTo>
                      <a:pt x="2548" y="774"/>
                    </a:lnTo>
                    <a:lnTo>
                      <a:pt x="2275" y="1168"/>
                    </a:lnTo>
                    <a:lnTo>
                      <a:pt x="2017" y="1577"/>
                    </a:lnTo>
                    <a:lnTo>
                      <a:pt x="1774" y="1987"/>
                    </a:lnTo>
                    <a:lnTo>
                      <a:pt x="1532" y="2411"/>
                    </a:lnTo>
                    <a:lnTo>
                      <a:pt x="1304" y="2836"/>
                    </a:lnTo>
                    <a:lnTo>
                      <a:pt x="1107" y="3275"/>
                    </a:lnTo>
                    <a:lnTo>
                      <a:pt x="910" y="3715"/>
                    </a:lnTo>
                    <a:lnTo>
                      <a:pt x="728" y="4155"/>
                    </a:lnTo>
                    <a:lnTo>
                      <a:pt x="577" y="4609"/>
                    </a:lnTo>
                    <a:lnTo>
                      <a:pt x="425" y="5079"/>
                    </a:lnTo>
                    <a:lnTo>
                      <a:pt x="289" y="5534"/>
                    </a:lnTo>
                    <a:lnTo>
                      <a:pt x="183" y="6004"/>
                    </a:lnTo>
                    <a:lnTo>
                      <a:pt x="76" y="6474"/>
                    </a:lnTo>
                    <a:lnTo>
                      <a:pt x="1" y="6959"/>
                    </a:lnTo>
                    <a:lnTo>
                      <a:pt x="1" y="6959"/>
                    </a:lnTo>
                    <a:lnTo>
                      <a:pt x="592" y="7005"/>
                    </a:lnTo>
                    <a:lnTo>
                      <a:pt x="592" y="7005"/>
                    </a:lnTo>
                    <a:lnTo>
                      <a:pt x="789" y="6504"/>
                    </a:lnTo>
                    <a:lnTo>
                      <a:pt x="1001" y="6004"/>
                    </a:lnTo>
                    <a:lnTo>
                      <a:pt x="1229" y="5519"/>
                    </a:lnTo>
                    <a:lnTo>
                      <a:pt x="1471" y="5034"/>
                    </a:lnTo>
                    <a:lnTo>
                      <a:pt x="1744" y="4564"/>
                    </a:lnTo>
                    <a:lnTo>
                      <a:pt x="2017" y="4094"/>
                    </a:lnTo>
                    <a:lnTo>
                      <a:pt x="2320" y="3639"/>
                    </a:lnTo>
                    <a:lnTo>
                      <a:pt x="2623" y="3199"/>
                    </a:lnTo>
                    <a:lnTo>
                      <a:pt x="2942" y="2760"/>
                    </a:lnTo>
                    <a:lnTo>
                      <a:pt x="3290" y="2335"/>
                    </a:lnTo>
                    <a:lnTo>
                      <a:pt x="3639" y="1911"/>
                    </a:lnTo>
                    <a:lnTo>
                      <a:pt x="4003" y="1517"/>
                    </a:lnTo>
                    <a:lnTo>
                      <a:pt x="4382" y="1122"/>
                    </a:lnTo>
                    <a:lnTo>
                      <a:pt x="4761" y="728"/>
                    </a:lnTo>
                    <a:lnTo>
                      <a:pt x="5170" y="364"/>
                    </a:lnTo>
                    <a:lnTo>
                      <a:pt x="558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8"/>
              <p:cNvSpPr/>
              <p:nvPr/>
            </p:nvSpPr>
            <p:spPr>
              <a:xfrm>
                <a:off x="5039769" y="4882823"/>
                <a:ext cx="1111982" cy="230808"/>
              </a:xfrm>
              <a:custGeom>
                <a:avLst/>
                <a:gdLst/>
                <a:ahLst/>
                <a:cxnLst/>
                <a:rect l="l" t="t" r="r" b="b"/>
                <a:pathLst>
                  <a:path w="33021" h="6854" extrusionOk="0">
                    <a:moveTo>
                      <a:pt x="15070" y="1"/>
                    </a:moveTo>
                    <a:lnTo>
                      <a:pt x="14525" y="16"/>
                    </a:lnTo>
                    <a:lnTo>
                      <a:pt x="13994" y="46"/>
                    </a:lnTo>
                    <a:lnTo>
                      <a:pt x="13448" y="92"/>
                    </a:lnTo>
                    <a:lnTo>
                      <a:pt x="12918" y="137"/>
                    </a:lnTo>
                    <a:lnTo>
                      <a:pt x="12372" y="198"/>
                    </a:lnTo>
                    <a:lnTo>
                      <a:pt x="11841" y="274"/>
                    </a:lnTo>
                    <a:lnTo>
                      <a:pt x="11311" y="365"/>
                    </a:lnTo>
                    <a:lnTo>
                      <a:pt x="10780" y="471"/>
                    </a:lnTo>
                    <a:lnTo>
                      <a:pt x="10249" y="592"/>
                    </a:lnTo>
                    <a:lnTo>
                      <a:pt x="9734" y="713"/>
                    </a:lnTo>
                    <a:lnTo>
                      <a:pt x="9203" y="850"/>
                    </a:lnTo>
                    <a:lnTo>
                      <a:pt x="8688" y="1017"/>
                    </a:lnTo>
                    <a:lnTo>
                      <a:pt x="8172" y="1183"/>
                    </a:lnTo>
                    <a:lnTo>
                      <a:pt x="7672" y="1365"/>
                    </a:lnTo>
                    <a:lnTo>
                      <a:pt x="7172" y="1562"/>
                    </a:lnTo>
                    <a:lnTo>
                      <a:pt x="6641" y="1775"/>
                    </a:lnTo>
                    <a:lnTo>
                      <a:pt x="6141" y="2017"/>
                    </a:lnTo>
                    <a:lnTo>
                      <a:pt x="5641" y="2260"/>
                    </a:lnTo>
                    <a:lnTo>
                      <a:pt x="5140" y="2533"/>
                    </a:lnTo>
                    <a:lnTo>
                      <a:pt x="4655" y="2821"/>
                    </a:lnTo>
                    <a:lnTo>
                      <a:pt x="4170" y="3109"/>
                    </a:lnTo>
                    <a:lnTo>
                      <a:pt x="3700" y="3427"/>
                    </a:lnTo>
                    <a:lnTo>
                      <a:pt x="3245" y="3761"/>
                    </a:lnTo>
                    <a:lnTo>
                      <a:pt x="2790" y="4094"/>
                    </a:lnTo>
                    <a:lnTo>
                      <a:pt x="2366" y="4458"/>
                    </a:lnTo>
                    <a:lnTo>
                      <a:pt x="1941" y="4822"/>
                    </a:lnTo>
                    <a:lnTo>
                      <a:pt x="1517" y="5201"/>
                    </a:lnTo>
                    <a:lnTo>
                      <a:pt x="1123" y="5595"/>
                    </a:lnTo>
                    <a:lnTo>
                      <a:pt x="729" y="6005"/>
                    </a:lnTo>
                    <a:lnTo>
                      <a:pt x="365" y="6429"/>
                    </a:lnTo>
                    <a:lnTo>
                      <a:pt x="1" y="6854"/>
                    </a:lnTo>
                    <a:lnTo>
                      <a:pt x="2442" y="6854"/>
                    </a:lnTo>
                    <a:lnTo>
                      <a:pt x="2790" y="6565"/>
                    </a:lnTo>
                    <a:lnTo>
                      <a:pt x="3154" y="6293"/>
                    </a:lnTo>
                    <a:lnTo>
                      <a:pt x="3518" y="6020"/>
                    </a:lnTo>
                    <a:lnTo>
                      <a:pt x="3882" y="5747"/>
                    </a:lnTo>
                    <a:lnTo>
                      <a:pt x="4261" y="5504"/>
                    </a:lnTo>
                    <a:lnTo>
                      <a:pt x="4640" y="5262"/>
                    </a:lnTo>
                    <a:lnTo>
                      <a:pt x="5034" y="5019"/>
                    </a:lnTo>
                    <a:lnTo>
                      <a:pt x="5428" y="4807"/>
                    </a:lnTo>
                    <a:lnTo>
                      <a:pt x="6080" y="4458"/>
                    </a:lnTo>
                    <a:lnTo>
                      <a:pt x="6747" y="4140"/>
                    </a:lnTo>
                    <a:lnTo>
                      <a:pt x="7430" y="3852"/>
                    </a:lnTo>
                    <a:lnTo>
                      <a:pt x="8127" y="3579"/>
                    </a:lnTo>
                    <a:lnTo>
                      <a:pt x="8824" y="3336"/>
                    </a:lnTo>
                    <a:lnTo>
                      <a:pt x="9522" y="3109"/>
                    </a:lnTo>
                    <a:lnTo>
                      <a:pt x="10249" y="2912"/>
                    </a:lnTo>
                    <a:lnTo>
                      <a:pt x="10962" y="2730"/>
                    </a:lnTo>
                    <a:lnTo>
                      <a:pt x="11690" y="2578"/>
                    </a:lnTo>
                    <a:lnTo>
                      <a:pt x="12417" y="2442"/>
                    </a:lnTo>
                    <a:lnTo>
                      <a:pt x="13160" y="2336"/>
                    </a:lnTo>
                    <a:lnTo>
                      <a:pt x="13903" y="2245"/>
                    </a:lnTo>
                    <a:lnTo>
                      <a:pt x="14646" y="2184"/>
                    </a:lnTo>
                    <a:lnTo>
                      <a:pt x="15389" y="2139"/>
                    </a:lnTo>
                    <a:lnTo>
                      <a:pt x="16132" y="2108"/>
                    </a:lnTo>
                    <a:lnTo>
                      <a:pt x="16890" y="2093"/>
                    </a:lnTo>
                    <a:lnTo>
                      <a:pt x="17572" y="2108"/>
                    </a:lnTo>
                    <a:lnTo>
                      <a:pt x="18269" y="2123"/>
                    </a:lnTo>
                    <a:lnTo>
                      <a:pt x="18952" y="2169"/>
                    </a:lnTo>
                    <a:lnTo>
                      <a:pt x="19634" y="2214"/>
                    </a:lnTo>
                    <a:lnTo>
                      <a:pt x="20013" y="2184"/>
                    </a:lnTo>
                    <a:lnTo>
                      <a:pt x="20392" y="2169"/>
                    </a:lnTo>
                    <a:lnTo>
                      <a:pt x="20741" y="2184"/>
                    </a:lnTo>
                    <a:lnTo>
                      <a:pt x="21104" y="2199"/>
                    </a:lnTo>
                    <a:lnTo>
                      <a:pt x="21483" y="2245"/>
                    </a:lnTo>
                    <a:lnTo>
                      <a:pt x="21862" y="2290"/>
                    </a:lnTo>
                    <a:lnTo>
                      <a:pt x="22257" y="2351"/>
                    </a:lnTo>
                    <a:lnTo>
                      <a:pt x="22651" y="2427"/>
                    </a:lnTo>
                    <a:lnTo>
                      <a:pt x="23469" y="2609"/>
                    </a:lnTo>
                    <a:lnTo>
                      <a:pt x="24318" y="2821"/>
                    </a:lnTo>
                    <a:lnTo>
                      <a:pt x="25198" y="3048"/>
                    </a:lnTo>
                    <a:lnTo>
                      <a:pt x="26987" y="3564"/>
                    </a:lnTo>
                    <a:lnTo>
                      <a:pt x="28518" y="3988"/>
                    </a:lnTo>
                    <a:lnTo>
                      <a:pt x="29291" y="4200"/>
                    </a:lnTo>
                    <a:lnTo>
                      <a:pt x="30049" y="4382"/>
                    </a:lnTo>
                    <a:lnTo>
                      <a:pt x="30807" y="4564"/>
                    </a:lnTo>
                    <a:lnTo>
                      <a:pt x="31565" y="4701"/>
                    </a:lnTo>
                    <a:lnTo>
                      <a:pt x="32293" y="4822"/>
                    </a:lnTo>
                    <a:lnTo>
                      <a:pt x="33021" y="4898"/>
                    </a:lnTo>
                    <a:lnTo>
                      <a:pt x="31884" y="4337"/>
                    </a:lnTo>
                    <a:lnTo>
                      <a:pt x="30731" y="3776"/>
                    </a:lnTo>
                    <a:lnTo>
                      <a:pt x="29579" y="3260"/>
                    </a:lnTo>
                    <a:lnTo>
                      <a:pt x="28412" y="2760"/>
                    </a:lnTo>
                    <a:lnTo>
                      <a:pt x="27229" y="2305"/>
                    </a:lnTo>
                    <a:lnTo>
                      <a:pt x="26638" y="2078"/>
                    </a:lnTo>
                    <a:lnTo>
                      <a:pt x="26032" y="1866"/>
                    </a:lnTo>
                    <a:lnTo>
                      <a:pt x="25440" y="1669"/>
                    </a:lnTo>
                    <a:lnTo>
                      <a:pt x="24834" y="1471"/>
                    </a:lnTo>
                    <a:lnTo>
                      <a:pt x="24227" y="1290"/>
                    </a:lnTo>
                    <a:lnTo>
                      <a:pt x="23621" y="1123"/>
                    </a:lnTo>
                    <a:lnTo>
                      <a:pt x="22636" y="865"/>
                    </a:lnTo>
                    <a:lnTo>
                      <a:pt x="21650" y="638"/>
                    </a:lnTo>
                    <a:lnTo>
                      <a:pt x="20650" y="456"/>
                    </a:lnTo>
                    <a:lnTo>
                      <a:pt x="19649" y="289"/>
                    </a:lnTo>
                    <a:lnTo>
                      <a:pt x="18648" y="168"/>
                    </a:lnTo>
                    <a:lnTo>
                      <a:pt x="17633" y="77"/>
                    </a:lnTo>
                    <a:lnTo>
                      <a:pt x="17132" y="31"/>
                    </a:lnTo>
                    <a:lnTo>
                      <a:pt x="16632" y="16"/>
                    </a:lnTo>
                    <a:lnTo>
                      <a:pt x="161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8"/>
              <p:cNvSpPr/>
              <p:nvPr/>
            </p:nvSpPr>
            <p:spPr>
              <a:xfrm>
                <a:off x="5039769" y="4882823"/>
                <a:ext cx="1111982" cy="230808"/>
              </a:xfrm>
              <a:custGeom>
                <a:avLst/>
                <a:gdLst/>
                <a:ahLst/>
                <a:cxnLst/>
                <a:rect l="l" t="t" r="r" b="b"/>
                <a:pathLst>
                  <a:path w="33021" h="6854" fill="none" extrusionOk="0">
                    <a:moveTo>
                      <a:pt x="15616" y="1"/>
                    </a:moveTo>
                    <a:lnTo>
                      <a:pt x="15616" y="1"/>
                    </a:lnTo>
                    <a:lnTo>
                      <a:pt x="15070" y="1"/>
                    </a:lnTo>
                    <a:lnTo>
                      <a:pt x="14525" y="16"/>
                    </a:lnTo>
                    <a:lnTo>
                      <a:pt x="13994" y="46"/>
                    </a:lnTo>
                    <a:lnTo>
                      <a:pt x="13448" y="92"/>
                    </a:lnTo>
                    <a:lnTo>
                      <a:pt x="12918" y="137"/>
                    </a:lnTo>
                    <a:lnTo>
                      <a:pt x="12372" y="198"/>
                    </a:lnTo>
                    <a:lnTo>
                      <a:pt x="11841" y="274"/>
                    </a:lnTo>
                    <a:lnTo>
                      <a:pt x="11311" y="365"/>
                    </a:lnTo>
                    <a:lnTo>
                      <a:pt x="10780" y="471"/>
                    </a:lnTo>
                    <a:lnTo>
                      <a:pt x="10249" y="592"/>
                    </a:lnTo>
                    <a:lnTo>
                      <a:pt x="9734" y="713"/>
                    </a:lnTo>
                    <a:lnTo>
                      <a:pt x="9203" y="850"/>
                    </a:lnTo>
                    <a:lnTo>
                      <a:pt x="8688" y="1017"/>
                    </a:lnTo>
                    <a:lnTo>
                      <a:pt x="8172" y="1183"/>
                    </a:lnTo>
                    <a:lnTo>
                      <a:pt x="7672" y="1365"/>
                    </a:lnTo>
                    <a:lnTo>
                      <a:pt x="7172" y="1562"/>
                    </a:lnTo>
                    <a:lnTo>
                      <a:pt x="7172" y="1562"/>
                    </a:lnTo>
                    <a:lnTo>
                      <a:pt x="6641" y="1775"/>
                    </a:lnTo>
                    <a:lnTo>
                      <a:pt x="6141" y="2017"/>
                    </a:lnTo>
                    <a:lnTo>
                      <a:pt x="5641" y="2260"/>
                    </a:lnTo>
                    <a:lnTo>
                      <a:pt x="5140" y="2533"/>
                    </a:lnTo>
                    <a:lnTo>
                      <a:pt x="4655" y="2821"/>
                    </a:lnTo>
                    <a:lnTo>
                      <a:pt x="4170" y="3109"/>
                    </a:lnTo>
                    <a:lnTo>
                      <a:pt x="3700" y="3427"/>
                    </a:lnTo>
                    <a:lnTo>
                      <a:pt x="3245" y="3761"/>
                    </a:lnTo>
                    <a:lnTo>
                      <a:pt x="2790" y="4094"/>
                    </a:lnTo>
                    <a:lnTo>
                      <a:pt x="2366" y="4458"/>
                    </a:lnTo>
                    <a:lnTo>
                      <a:pt x="1941" y="4822"/>
                    </a:lnTo>
                    <a:lnTo>
                      <a:pt x="1517" y="5201"/>
                    </a:lnTo>
                    <a:lnTo>
                      <a:pt x="1123" y="5595"/>
                    </a:lnTo>
                    <a:lnTo>
                      <a:pt x="729" y="6005"/>
                    </a:lnTo>
                    <a:lnTo>
                      <a:pt x="365" y="6429"/>
                    </a:lnTo>
                    <a:lnTo>
                      <a:pt x="1" y="6854"/>
                    </a:lnTo>
                    <a:lnTo>
                      <a:pt x="2442" y="6854"/>
                    </a:lnTo>
                    <a:lnTo>
                      <a:pt x="2442" y="6854"/>
                    </a:lnTo>
                    <a:lnTo>
                      <a:pt x="2790" y="6565"/>
                    </a:lnTo>
                    <a:lnTo>
                      <a:pt x="3154" y="6293"/>
                    </a:lnTo>
                    <a:lnTo>
                      <a:pt x="3518" y="6020"/>
                    </a:lnTo>
                    <a:lnTo>
                      <a:pt x="3882" y="5747"/>
                    </a:lnTo>
                    <a:lnTo>
                      <a:pt x="4261" y="5504"/>
                    </a:lnTo>
                    <a:lnTo>
                      <a:pt x="4640" y="5262"/>
                    </a:lnTo>
                    <a:lnTo>
                      <a:pt x="5034" y="5019"/>
                    </a:lnTo>
                    <a:lnTo>
                      <a:pt x="5428" y="4807"/>
                    </a:lnTo>
                    <a:lnTo>
                      <a:pt x="5428" y="4807"/>
                    </a:lnTo>
                    <a:lnTo>
                      <a:pt x="6080" y="4458"/>
                    </a:lnTo>
                    <a:lnTo>
                      <a:pt x="6747" y="4140"/>
                    </a:lnTo>
                    <a:lnTo>
                      <a:pt x="7430" y="3852"/>
                    </a:lnTo>
                    <a:lnTo>
                      <a:pt x="8127" y="3579"/>
                    </a:lnTo>
                    <a:lnTo>
                      <a:pt x="8824" y="3336"/>
                    </a:lnTo>
                    <a:lnTo>
                      <a:pt x="9522" y="3109"/>
                    </a:lnTo>
                    <a:lnTo>
                      <a:pt x="10249" y="2912"/>
                    </a:lnTo>
                    <a:lnTo>
                      <a:pt x="10962" y="2730"/>
                    </a:lnTo>
                    <a:lnTo>
                      <a:pt x="11690" y="2578"/>
                    </a:lnTo>
                    <a:lnTo>
                      <a:pt x="12417" y="2442"/>
                    </a:lnTo>
                    <a:lnTo>
                      <a:pt x="13160" y="2336"/>
                    </a:lnTo>
                    <a:lnTo>
                      <a:pt x="13903" y="2245"/>
                    </a:lnTo>
                    <a:lnTo>
                      <a:pt x="14646" y="2184"/>
                    </a:lnTo>
                    <a:lnTo>
                      <a:pt x="15389" y="2139"/>
                    </a:lnTo>
                    <a:lnTo>
                      <a:pt x="16132" y="2108"/>
                    </a:lnTo>
                    <a:lnTo>
                      <a:pt x="16890" y="2093"/>
                    </a:lnTo>
                    <a:lnTo>
                      <a:pt x="16890" y="2093"/>
                    </a:lnTo>
                    <a:lnTo>
                      <a:pt x="17572" y="2108"/>
                    </a:lnTo>
                    <a:lnTo>
                      <a:pt x="18269" y="2123"/>
                    </a:lnTo>
                    <a:lnTo>
                      <a:pt x="18952" y="2169"/>
                    </a:lnTo>
                    <a:lnTo>
                      <a:pt x="19634" y="2214"/>
                    </a:lnTo>
                    <a:lnTo>
                      <a:pt x="19634" y="2214"/>
                    </a:lnTo>
                    <a:lnTo>
                      <a:pt x="20013" y="2184"/>
                    </a:lnTo>
                    <a:lnTo>
                      <a:pt x="20392" y="2169"/>
                    </a:lnTo>
                    <a:lnTo>
                      <a:pt x="20392" y="2169"/>
                    </a:lnTo>
                    <a:lnTo>
                      <a:pt x="20741" y="2184"/>
                    </a:lnTo>
                    <a:lnTo>
                      <a:pt x="21104" y="2199"/>
                    </a:lnTo>
                    <a:lnTo>
                      <a:pt x="21483" y="2245"/>
                    </a:lnTo>
                    <a:lnTo>
                      <a:pt x="21862" y="2290"/>
                    </a:lnTo>
                    <a:lnTo>
                      <a:pt x="22257" y="2351"/>
                    </a:lnTo>
                    <a:lnTo>
                      <a:pt x="22651" y="2427"/>
                    </a:lnTo>
                    <a:lnTo>
                      <a:pt x="23469" y="2609"/>
                    </a:lnTo>
                    <a:lnTo>
                      <a:pt x="24318" y="2821"/>
                    </a:lnTo>
                    <a:lnTo>
                      <a:pt x="25198" y="3048"/>
                    </a:lnTo>
                    <a:lnTo>
                      <a:pt x="26987" y="3564"/>
                    </a:lnTo>
                    <a:lnTo>
                      <a:pt x="26987" y="3564"/>
                    </a:lnTo>
                    <a:lnTo>
                      <a:pt x="28518" y="3988"/>
                    </a:lnTo>
                    <a:lnTo>
                      <a:pt x="29291" y="4200"/>
                    </a:lnTo>
                    <a:lnTo>
                      <a:pt x="30049" y="4382"/>
                    </a:lnTo>
                    <a:lnTo>
                      <a:pt x="30807" y="4564"/>
                    </a:lnTo>
                    <a:lnTo>
                      <a:pt x="31565" y="4701"/>
                    </a:lnTo>
                    <a:lnTo>
                      <a:pt x="32293" y="4822"/>
                    </a:lnTo>
                    <a:lnTo>
                      <a:pt x="33021" y="4898"/>
                    </a:lnTo>
                    <a:lnTo>
                      <a:pt x="33021" y="4898"/>
                    </a:lnTo>
                    <a:lnTo>
                      <a:pt x="31884" y="4337"/>
                    </a:lnTo>
                    <a:lnTo>
                      <a:pt x="30731" y="3776"/>
                    </a:lnTo>
                    <a:lnTo>
                      <a:pt x="29579" y="3260"/>
                    </a:lnTo>
                    <a:lnTo>
                      <a:pt x="28412" y="2760"/>
                    </a:lnTo>
                    <a:lnTo>
                      <a:pt x="27229" y="2305"/>
                    </a:lnTo>
                    <a:lnTo>
                      <a:pt x="26638" y="2078"/>
                    </a:lnTo>
                    <a:lnTo>
                      <a:pt x="26032" y="1866"/>
                    </a:lnTo>
                    <a:lnTo>
                      <a:pt x="25440" y="1669"/>
                    </a:lnTo>
                    <a:lnTo>
                      <a:pt x="24834" y="1471"/>
                    </a:lnTo>
                    <a:lnTo>
                      <a:pt x="24227" y="1290"/>
                    </a:lnTo>
                    <a:lnTo>
                      <a:pt x="23621" y="1123"/>
                    </a:lnTo>
                    <a:lnTo>
                      <a:pt x="23621" y="1123"/>
                    </a:lnTo>
                    <a:lnTo>
                      <a:pt x="22636" y="865"/>
                    </a:lnTo>
                    <a:lnTo>
                      <a:pt x="21650" y="638"/>
                    </a:lnTo>
                    <a:lnTo>
                      <a:pt x="20650" y="456"/>
                    </a:lnTo>
                    <a:lnTo>
                      <a:pt x="19649" y="289"/>
                    </a:lnTo>
                    <a:lnTo>
                      <a:pt x="18648" y="168"/>
                    </a:lnTo>
                    <a:lnTo>
                      <a:pt x="17633" y="77"/>
                    </a:lnTo>
                    <a:lnTo>
                      <a:pt x="17132" y="31"/>
                    </a:lnTo>
                    <a:lnTo>
                      <a:pt x="16632" y="16"/>
                    </a:lnTo>
                    <a:lnTo>
                      <a:pt x="16117" y="1"/>
                    </a:lnTo>
                    <a:lnTo>
                      <a:pt x="156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8"/>
              <p:cNvSpPr/>
              <p:nvPr/>
            </p:nvSpPr>
            <p:spPr>
              <a:xfrm>
                <a:off x="5700932" y="4955833"/>
                <a:ext cx="571835" cy="157801"/>
              </a:xfrm>
              <a:custGeom>
                <a:avLst/>
                <a:gdLst/>
                <a:ahLst/>
                <a:cxnLst/>
                <a:rect l="l" t="t" r="r" b="b"/>
                <a:pathLst>
                  <a:path w="16981" h="4686" extrusionOk="0">
                    <a:moveTo>
                      <a:pt x="759" y="1"/>
                    </a:moveTo>
                    <a:lnTo>
                      <a:pt x="380" y="16"/>
                    </a:lnTo>
                    <a:lnTo>
                      <a:pt x="1" y="46"/>
                    </a:lnTo>
                    <a:lnTo>
                      <a:pt x="1047" y="152"/>
                    </a:lnTo>
                    <a:lnTo>
                      <a:pt x="2078" y="304"/>
                    </a:lnTo>
                    <a:lnTo>
                      <a:pt x="2987" y="456"/>
                    </a:lnTo>
                    <a:lnTo>
                      <a:pt x="3897" y="622"/>
                    </a:lnTo>
                    <a:lnTo>
                      <a:pt x="4792" y="820"/>
                    </a:lnTo>
                    <a:lnTo>
                      <a:pt x="5686" y="1032"/>
                    </a:lnTo>
                    <a:lnTo>
                      <a:pt x="6565" y="1259"/>
                    </a:lnTo>
                    <a:lnTo>
                      <a:pt x="7460" y="1502"/>
                    </a:lnTo>
                    <a:lnTo>
                      <a:pt x="8339" y="1760"/>
                    </a:lnTo>
                    <a:lnTo>
                      <a:pt x="9203" y="2048"/>
                    </a:lnTo>
                    <a:lnTo>
                      <a:pt x="10083" y="2336"/>
                    </a:lnTo>
                    <a:lnTo>
                      <a:pt x="10947" y="2639"/>
                    </a:lnTo>
                    <a:lnTo>
                      <a:pt x="11811" y="2957"/>
                    </a:lnTo>
                    <a:lnTo>
                      <a:pt x="12675" y="3291"/>
                    </a:lnTo>
                    <a:lnTo>
                      <a:pt x="13539" y="3624"/>
                    </a:lnTo>
                    <a:lnTo>
                      <a:pt x="14388" y="3973"/>
                    </a:lnTo>
                    <a:lnTo>
                      <a:pt x="16086" y="4686"/>
                    </a:lnTo>
                    <a:lnTo>
                      <a:pt x="16981" y="4686"/>
                    </a:lnTo>
                    <a:lnTo>
                      <a:pt x="16086" y="4185"/>
                    </a:lnTo>
                    <a:lnTo>
                      <a:pt x="15192" y="3685"/>
                    </a:lnTo>
                    <a:lnTo>
                      <a:pt x="14297" y="3200"/>
                    </a:lnTo>
                    <a:lnTo>
                      <a:pt x="13388" y="2730"/>
                    </a:lnTo>
                    <a:lnTo>
                      <a:pt x="12660" y="2654"/>
                    </a:lnTo>
                    <a:lnTo>
                      <a:pt x="11932" y="2533"/>
                    </a:lnTo>
                    <a:lnTo>
                      <a:pt x="11174" y="2396"/>
                    </a:lnTo>
                    <a:lnTo>
                      <a:pt x="10416" y="2214"/>
                    </a:lnTo>
                    <a:lnTo>
                      <a:pt x="9658" y="2032"/>
                    </a:lnTo>
                    <a:lnTo>
                      <a:pt x="8885" y="1820"/>
                    </a:lnTo>
                    <a:lnTo>
                      <a:pt x="7354" y="1396"/>
                    </a:lnTo>
                    <a:lnTo>
                      <a:pt x="5565" y="880"/>
                    </a:lnTo>
                    <a:lnTo>
                      <a:pt x="4685" y="653"/>
                    </a:lnTo>
                    <a:lnTo>
                      <a:pt x="3836" y="441"/>
                    </a:lnTo>
                    <a:lnTo>
                      <a:pt x="3018" y="259"/>
                    </a:lnTo>
                    <a:lnTo>
                      <a:pt x="2624" y="183"/>
                    </a:lnTo>
                    <a:lnTo>
                      <a:pt x="2229" y="122"/>
                    </a:lnTo>
                    <a:lnTo>
                      <a:pt x="1850" y="77"/>
                    </a:lnTo>
                    <a:lnTo>
                      <a:pt x="1471" y="31"/>
                    </a:lnTo>
                    <a:lnTo>
                      <a:pt x="1108" y="16"/>
                    </a:ln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8"/>
              <p:cNvSpPr/>
              <p:nvPr/>
            </p:nvSpPr>
            <p:spPr>
              <a:xfrm>
                <a:off x="5700932" y="4955833"/>
                <a:ext cx="571835" cy="157801"/>
              </a:xfrm>
              <a:custGeom>
                <a:avLst/>
                <a:gdLst/>
                <a:ahLst/>
                <a:cxnLst/>
                <a:rect l="l" t="t" r="r" b="b"/>
                <a:pathLst>
                  <a:path w="16981" h="4686" fill="none" extrusionOk="0">
                    <a:moveTo>
                      <a:pt x="759" y="1"/>
                    </a:moveTo>
                    <a:lnTo>
                      <a:pt x="759" y="1"/>
                    </a:lnTo>
                    <a:lnTo>
                      <a:pt x="380" y="16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1047" y="152"/>
                    </a:lnTo>
                    <a:lnTo>
                      <a:pt x="2078" y="304"/>
                    </a:lnTo>
                    <a:lnTo>
                      <a:pt x="2078" y="304"/>
                    </a:lnTo>
                    <a:lnTo>
                      <a:pt x="2987" y="456"/>
                    </a:lnTo>
                    <a:lnTo>
                      <a:pt x="3897" y="622"/>
                    </a:lnTo>
                    <a:lnTo>
                      <a:pt x="4792" y="820"/>
                    </a:lnTo>
                    <a:lnTo>
                      <a:pt x="5686" y="1032"/>
                    </a:lnTo>
                    <a:lnTo>
                      <a:pt x="6565" y="1259"/>
                    </a:lnTo>
                    <a:lnTo>
                      <a:pt x="7460" y="1502"/>
                    </a:lnTo>
                    <a:lnTo>
                      <a:pt x="8339" y="1760"/>
                    </a:lnTo>
                    <a:lnTo>
                      <a:pt x="9203" y="2048"/>
                    </a:lnTo>
                    <a:lnTo>
                      <a:pt x="10083" y="2336"/>
                    </a:lnTo>
                    <a:lnTo>
                      <a:pt x="10947" y="2639"/>
                    </a:lnTo>
                    <a:lnTo>
                      <a:pt x="11811" y="2957"/>
                    </a:lnTo>
                    <a:lnTo>
                      <a:pt x="12675" y="3291"/>
                    </a:lnTo>
                    <a:lnTo>
                      <a:pt x="13539" y="3624"/>
                    </a:lnTo>
                    <a:lnTo>
                      <a:pt x="14388" y="3973"/>
                    </a:lnTo>
                    <a:lnTo>
                      <a:pt x="16086" y="4686"/>
                    </a:lnTo>
                    <a:lnTo>
                      <a:pt x="16981" y="4686"/>
                    </a:lnTo>
                    <a:lnTo>
                      <a:pt x="16981" y="4686"/>
                    </a:lnTo>
                    <a:lnTo>
                      <a:pt x="16086" y="4185"/>
                    </a:lnTo>
                    <a:lnTo>
                      <a:pt x="15192" y="3685"/>
                    </a:lnTo>
                    <a:lnTo>
                      <a:pt x="14297" y="3200"/>
                    </a:lnTo>
                    <a:lnTo>
                      <a:pt x="13388" y="2730"/>
                    </a:lnTo>
                    <a:lnTo>
                      <a:pt x="13388" y="2730"/>
                    </a:lnTo>
                    <a:lnTo>
                      <a:pt x="12660" y="2654"/>
                    </a:lnTo>
                    <a:lnTo>
                      <a:pt x="11932" y="2533"/>
                    </a:lnTo>
                    <a:lnTo>
                      <a:pt x="11174" y="2396"/>
                    </a:lnTo>
                    <a:lnTo>
                      <a:pt x="10416" y="2214"/>
                    </a:lnTo>
                    <a:lnTo>
                      <a:pt x="9658" y="2032"/>
                    </a:lnTo>
                    <a:lnTo>
                      <a:pt x="8885" y="1820"/>
                    </a:lnTo>
                    <a:lnTo>
                      <a:pt x="7354" y="1396"/>
                    </a:lnTo>
                    <a:lnTo>
                      <a:pt x="7354" y="1396"/>
                    </a:lnTo>
                    <a:lnTo>
                      <a:pt x="5565" y="880"/>
                    </a:lnTo>
                    <a:lnTo>
                      <a:pt x="4685" y="653"/>
                    </a:lnTo>
                    <a:lnTo>
                      <a:pt x="3836" y="441"/>
                    </a:lnTo>
                    <a:lnTo>
                      <a:pt x="3018" y="259"/>
                    </a:lnTo>
                    <a:lnTo>
                      <a:pt x="2624" y="183"/>
                    </a:lnTo>
                    <a:lnTo>
                      <a:pt x="2229" y="122"/>
                    </a:lnTo>
                    <a:lnTo>
                      <a:pt x="1850" y="77"/>
                    </a:lnTo>
                    <a:lnTo>
                      <a:pt x="1471" y="31"/>
                    </a:lnTo>
                    <a:lnTo>
                      <a:pt x="1108" y="16"/>
                    </a:lnTo>
                    <a:lnTo>
                      <a:pt x="7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8"/>
              <p:cNvSpPr/>
              <p:nvPr/>
            </p:nvSpPr>
            <p:spPr>
              <a:xfrm>
                <a:off x="4953996" y="5113606"/>
                <a:ext cx="620327" cy="284385"/>
              </a:xfrm>
              <a:custGeom>
                <a:avLst/>
                <a:gdLst/>
                <a:ahLst/>
                <a:cxnLst/>
                <a:rect l="l" t="t" r="r" b="b"/>
                <a:pathLst>
                  <a:path w="18421" h="8445" extrusionOk="0">
                    <a:moveTo>
                      <a:pt x="4989" y="1"/>
                    </a:moveTo>
                    <a:lnTo>
                      <a:pt x="4579" y="364"/>
                    </a:lnTo>
                    <a:lnTo>
                      <a:pt x="4170" y="728"/>
                    </a:lnTo>
                    <a:lnTo>
                      <a:pt x="3791" y="1122"/>
                    </a:lnTo>
                    <a:lnTo>
                      <a:pt x="3412" y="1517"/>
                    </a:lnTo>
                    <a:lnTo>
                      <a:pt x="3048" y="1911"/>
                    </a:lnTo>
                    <a:lnTo>
                      <a:pt x="2699" y="2335"/>
                    </a:lnTo>
                    <a:lnTo>
                      <a:pt x="2351" y="2760"/>
                    </a:lnTo>
                    <a:lnTo>
                      <a:pt x="2032" y="3199"/>
                    </a:lnTo>
                    <a:lnTo>
                      <a:pt x="1729" y="3639"/>
                    </a:lnTo>
                    <a:lnTo>
                      <a:pt x="1426" y="4094"/>
                    </a:lnTo>
                    <a:lnTo>
                      <a:pt x="1153" y="4564"/>
                    </a:lnTo>
                    <a:lnTo>
                      <a:pt x="880" y="5034"/>
                    </a:lnTo>
                    <a:lnTo>
                      <a:pt x="638" y="5519"/>
                    </a:lnTo>
                    <a:lnTo>
                      <a:pt x="410" y="6004"/>
                    </a:lnTo>
                    <a:lnTo>
                      <a:pt x="198" y="6504"/>
                    </a:lnTo>
                    <a:lnTo>
                      <a:pt x="1" y="7005"/>
                    </a:lnTo>
                    <a:lnTo>
                      <a:pt x="1138" y="7081"/>
                    </a:lnTo>
                    <a:lnTo>
                      <a:pt x="2290" y="7187"/>
                    </a:lnTo>
                    <a:lnTo>
                      <a:pt x="3473" y="7308"/>
                    </a:lnTo>
                    <a:lnTo>
                      <a:pt x="4640" y="7460"/>
                    </a:lnTo>
                    <a:lnTo>
                      <a:pt x="5231" y="7550"/>
                    </a:lnTo>
                    <a:lnTo>
                      <a:pt x="5807" y="7657"/>
                    </a:lnTo>
                    <a:lnTo>
                      <a:pt x="6383" y="7763"/>
                    </a:lnTo>
                    <a:lnTo>
                      <a:pt x="6944" y="7869"/>
                    </a:lnTo>
                    <a:lnTo>
                      <a:pt x="7521" y="8005"/>
                    </a:lnTo>
                    <a:lnTo>
                      <a:pt x="8066" y="8142"/>
                    </a:lnTo>
                    <a:lnTo>
                      <a:pt x="8612" y="8293"/>
                    </a:lnTo>
                    <a:lnTo>
                      <a:pt x="9143" y="8445"/>
                    </a:lnTo>
                    <a:lnTo>
                      <a:pt x="9309" y="8066"/>
                    </a:lnTo>
                    <a:lnTo>
                      <a:pt x="9507" y="7702"/>
                    </a:lnTo>
                    <a:lnTo>
                      <a:pt x="9704" y="7338"/>
                    </a:lnTo>
                    <a:lnTo>
                      <a:pt x="9901" y="6990"/>
                    </a:lnTo>
                    <a:lnTo>
                      <a:pt x="10113" y="6641"/>
                    </a:lnTo>
                    <a:lnTo>
                      <a:pt x="10340" y="6307"/>
                    </a:lnTo>
                    <a:lnTo>
                      <a:pt x="10568" y="5974"/>
                    </a:lnTo>
                    <a:lnTo>
                      <a:pt x="10795" y="5640"/>
                    </a:lnTo>
                    <a:lnTo>
                      <a:pt x="11038" y="5322"/>
                    </a:lnTo>
                    <a:lnTo>
                      <a:pt x="11295" y="5019"/>
                    </a:lnTo>
                    <a:lnTo>
                      <a:pt x="11553" y="4715"/>
                    </a:lnTo>
                    <a:lnTo>
                      <a:pt x="11826" y="4412"/>
                    </a:lnTo>
                    <a:lnTo>
                      <a:pt x="12099" y="4124"/>
                    </a:lnTo>
                    <a:lnTo>
                      <a:pt x="12372" y="3851"/>
                    </a:lnTo>
                    <a:lnTo>
                      <a:pt x="12660" y="3578"/>
                    </a:lnTo>
                    <a:lnTo>
                      <a:pt x="12963" y="3306"/>
                    </a:lnTo>
                    <a:lnTo>
                      <a:pt x="13251" y="3048"/>
                    </a:lnTo>
                    <a:lnTo>
                      <a:pt x="13570" y="2790"/>
                    </a:lnTo>
                    <a:lnTo>
                      <a:pt x="13873" y="2547"/>
                    </a:lnTo>
                    <a:lnTo>
                      <a:pt x="14191" y="2305"/>
                    </a:lnTo>
                    <a:lnTo>
                      <a:pt x="14525" y="2078"/>
                    </a:lnTo>
                    <a:lnTo>
                      <a:pt x="14843" y="1850"/>
                    </a:lnTo>
                    <a:lnTo>
                      <a:pt x="15525" y="1426"/>
                    </a:lnTo>
                    <a:lnTo>
                      <a:pt x="16223" y="1031"/>
                    </a:lnTo>
                    <a:lnTo>
                      <a:pt x="16935" y="652"/>
                    </a:lnTo>
                    <a:lnTo>
                      <a:pt x="17678" y="319"/>
                    </a:lnTo>
                    <a:lnTo>
                      <a:pt x="18421" y="1"/>
                    </a:lnTo>
                    <a:close/>
                  </a:path>
                </a:pathLst>
              </a:custGeom>
              <a:solidFill>
                <a:srgbClr val="A5D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>
                <a:off x="4953996" y="5113606"/>
                <a:ext cx="620327" cy="284385"/>
              </a:xfrm>
              <a:custGeom>
                <a:avLst/>
                <a:gdLst/>
                <a:ahLst/>
                <a:cxnLst/>
                <a:rect l="l" t="t" r="r" b="b"/>
                <a:pathLst>
                  <a:path w="18421" h="8445" fill="none" extrusionOk="0">
                    <a:moveTo>
                      <a:pt x="18421" y="1"/>
                    </a:moveTo>
                    <a:lnTo>
                      <a:pt x="4989" y="1"/>
                    </a:lnTo>
                    <a:lnTo>
                      <a:pt x="4989" y="1"/>
                    </a:lnTo>
                    <a:lnTo>
                      <a:pt x="4579" y="364"/>
                    </a:lnTo>
                    <a:lnTo>
                      <a:pt x="4170" y="728"/>
                    </a:lnTo>
                    <a:lnTo>
                      <a:pt x="3791" y="1122"/>
                    </a:lnTo>
                    <a:lnTo>
                      <a:pt x="3412" y="1517"/>
                    </a:lnTo>
                    <a:lnTo>
                      <a:pt x="3048" y="1911"/>
                    </a:lnTo>
                    <a:lnTo>
                      <a:pt x="2699" y="2335"/>
                    </a:lnTo>
                    <a:lnTo>
                      <a:pt x="2351" y="2760"/>
                    </a:lnTo>
                    <a:lnTo>
                      <a:pt x="2032" y="3199"/>
                    </a:lnTo>
                    <a:lnTo>
                      <a:pt x="1729" y="3639"/>
                    </a:lnTo>
                    <a:lnTo>
                      <a:pt x="1426" y="4094"/>
                    </a:lnTo>
                    <a:lnTo>
                      <a:pt x="1153" y="4564"/>
                    </a:lnTo>
                    <a:lnTo>
                      <a:pt x="880" y="5034"/>
                    </a:lnTo>
                    <a:lnTo>
                      <a:pt x="638" y="5519"/>
                    </a:lnTo>
                    <a:lnTo>
                      <a:pt x="410" y="6004"/>
                    </a:lnTo>
                    <a:lnTo>
                      <a:pt x="198" y="6504"/>
                    </a:lnTo>
                    <a:lnTo>
                      <a:pt x="1" y="7005"/>
                    </a:lnTo>
                    <a:lnTo>
                      <a:pt x="1" y="7005"/>
                    </a:lnTo>
                    <a:lnTo>
                      <a:pt x="1138" y="7081"/>
                    </a:lnTo>
                    <a:lnTo>
                      <a:pt x="2290" y="7187"/>
                    </a:lnTo>
                    <a:lnTo>
                      <a:pt x="3473" y="7308"/>
                    </a:lnTo>
                    <a:lnTo>
                      <a:pt x="4640" y="7460"/>
                    </a:lnTo>
                    <a:lnTo>
                      <a:pt x="5231" y="7550"/>
                    </a:lnTo>
                    <a:lnTo>
                      <a:pt x="5807" y="7657"/>
                    </a:lnTo>
                    <a:lnTo>
                      <a:pt x="6383" y="7763"/>
                    </a:lnTo>
                    <a:lnTo>
                      <a:pt x="6944" y="7869"/>
                    </a:lnTo>
                    <a:lnTo>
                      <a:pt x="7521" y="8005"/>
                    </a:lnTo>
                    <a:lnTo>
                      <a:pt x="8066" y="8142"/>
                    </a:lnTo>
                    <a:lnTo>
                      <a:pt x="8612" y="8293"/>
                    </a:lnTo>
                    <a:lnTo>
                      <a:pt x="9143" y="8445"/>
                    </a:lnTo>
                    <a:lnTo>
                      <a:pt x="9143" y="8445"/>
                    </a:lnTo>
                    <a:lnTo>
                      <a:pt x="9309" y="8066"/>
                    </a:lnTo>
                    <a:lnTo>
                      <a:pt x="9507" y="7702"/>
                    </a:lnTo>
                    <a:lnTo>
                      <a:pt x="9704" y="7338"/>
                    </a:lnTo>
                    <a:lnTo>
                      <a:pt x="9901" y="6990"/>
                    </a:lnTo>
                    <a:lnTo>
                      <a:pt x="10113" y="6641"/>
                    </a:lnTo>
                    <a:lnTo>
                      <a:pt x="10340" y="6307"/>
                    </a:lnTo>
                    <a:lnTo>
                      <a:pt x="10568" y="5974"/>
                    </a:lnTo>
                    <a:lnTo>
                      <a:pt x="10795" y="5640"/>
                    </a:lnTo>
                    <a:lnTo>
                      <a:pt x="11038" y="5322"/>
                    </a:lnTo>
                    <a:lnTo>
                      <a:pt x="11295" y="5019"/>
                    </a:lnTo>
                    <a:lnTo>
                      <a:pt x="11553" y="4715"/>
                    </a:lnTo>
                    <a:lnTo>
                      <a:pt x="11826" y="4412"/>
                    </a:lnTo>
                    <a:lnTo>
                      <a:pt x="12099" y="4124"/>
                    </a:lnTo>
                    <a:lnTo>
                      <a:pt x="12372" y="3851"/>
                    </a:lnTo>
                    <a:lnTo>
                      <a:pt x="12660" y="3578"/>
                    </a:lnTo>
                    <a:lnTo>
                      <a:pt x="12963" y="3306"/>
                    </a:lnTo>
                    <a:lnTo>
                      <a:pt x="13251" y="3048"/>
                    </a:lnTo>
                    <a:lnTo>
                      <a:pt x="13570" y="2790"/>
                    </a:lnTo>
                    <a:lnTo>
                      <a:pt x="13873" y="2547"/>
                    </a:lnTo>
                    <a:lnTo>
                      <a:pt x="14191" y="2305"/>
                    </a:lnTo>
                    <a:lnTo>
                      <a:pt x="14525" y="2078"/>
                    </a:lnTo>
                    <a:lnTo>
                      <a:pt x="14843" y="1850"/>
                    </a:lnTo>
                    <a:lnTo>
                      <a:pt x="15525" y="1426"/>
                    </a:lnTo>
                    <a:lnTo>
                      <a:pt x="16223" y="1031"/>
                    </a:lnTo>
                    <a:lnTo>
                      <a:pt x="16935" y="652"/>
                    </a:lnTo>
                    <a:lnTo>
                      <a:pt x="17678" y="319"/>
                    </a:lnTo>
                    <a:lnTo>
                      <a:pt x="1842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5121972" y="4953308"/>
                <a:ext cx="578974" cy="160327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4761" extrusionOk="0">
                    <a:moveTo>
                      <a:pt x="14449" y="0"/>
                    </a:moveTo>
                    <a:lnTo>
                      <a:pt x="13691" y="15"/>
                    </a:lnTo>
                    <a:lnTo>
                      <a:pt x="12948" y="46"/>
                    </a:lnTo>
                    <a:lnTo>
                      <a:pt x="12205" y="91"/>
                    </a:lnTo>
                    <a:lnTo>
                      <a:pt x="11462" y="152"/>
                    </a:lnTo>
                    <a:lnTo>
                      <a:pt x="10719" y="243"/>
                    </a:lnTo>
                    <a:lnTo>
                      <a:pt x="9976" y="349"/>
                    </a:lnTo>
                    <a:lnTo>
                      <a:pt x="9249" y="485"/>
                    </a:lnTo>
                    <a:lnTo>
                      <a:pt x="8521" y="637"/>
                    </a:lnTo>
                    <a:lnTo>
                      <a:pt x="7808" y="819"/>
                    </a:lnTo>
                    <a:lnTo>
                      <a:pt x="7081" y="1016"/>
                    </a:lnTo>
                    <a:lnTo>
                      <a:pt x="6383" y="1243"/>
                    </a:lnTo>
                    <a:lnTo>
                      <a:pt x="5686" y="1486"/>
                    </a:lnTo>
                    <a:lnTo>
                      <a:pt x="4989" y="1759"/>
                    </a:lnTo>
                    <a:lnTo>
                      <a:pt x="4306" y="2047"/>
                    </a:lnTo>
                    <a:lnTo>
                      <a:pt x="3639" y="2365"/>
                    </a:lnTo>
                    <a:lnTo>
                      <a:pt x="2987" y="2714"/>
                    </a:lnTo>
                    <a:lnTo>
                      <a:pt x="2593" y="2926"/>
                    </a:lnTo>
                    <a:lnTo>
                      <a:pt x="2199" y="3169"/>
                    </a:lnTo>
                    <a:lnTo>
                      <a:pt x="1820" y="3411"/>
                    </a:lnTo>
                    <a:lnTo>
                      <a:pt x="1441" y="3654"/>
                    </a:lnTo>
                    <a:lnTo>
                      <a:pt x="1077" y="3927"/>
                    </a:lnTo>
                    <a:lnTo>
                      <a:pt x="713" y="4200"/>
                    </a:lnTo>
                    <a:lnTo>
                      <a:pt x="349" y="4472"/>
                    </a:lnTo>
                    <a:lnTo>
                      <a:pt x="1" y="4761"/>
                    </a:lnTo>
                    <a:lnTo>
                      <a:pt x="13433" y="4761"/>
                    </a:lnTo>
                    <a:lnTo>
                      <a:pt x="14070" y="4533"/>
                    </a:lnTo>
                    <a:lnTo>
                      <a:pt x="14085" y="3987"/>
                    </a:lnTo>
                    <a:lnTo>
                      <a:pt x="14146" y="3487"/>
                    </a:lnTo>
                    <a:lnTo>
                      <a:pt x="14221" y="3017"/>
                    </a:lnTo>
                    <a:lnTo>
                      <a:pt x="14312" y="2608"/>
                    </a:lnTo>
                    <a:lnTo>
                      <a:pt x="14449" y="2214"/>
                    </a:lnTo>
                    <a:lnTo>
                      <a:pt x="14600" y="1880"/>
                    </a:lnTo>
                    <a:lnTo>
                      <a:pt x="14767" y="1562"/>
                    </a:lnTo>
                    <a:lnTo>
                      <a:pt x="14858" y="1425"/>
                    </a:lnTo>
                    <a:lnTo>
                      <a:pt x="14964" y="1289"/>
                    </a:lnTo>
                    <a:lnTo>
                      <a:pt x="15070" y="1152"/>
                    </a:lnTo>
                    <a:lnTo>
                      <a:pt x="15176" y="1046"/>
                    </a:lnTo>
                    <a:lnTo>
                      <a:pt x="15404" y="819"/>
                    </a:lnTo>
                    <a:lnTo>
                      <a:pt x="15662" y="637"/>
                    </a:lnTo>
                    <a:lnTo>
                      <a:pt x="15934" y="485"/>
                    </a:lnTo>
                    <a:lnTo>
                      <a:pt x="16223" y="364"/>
                    </a:lnTo>
                    <a:lnTo>
                      <a:pt x="16541" y="258"/>
                    </a:lnTo>
                    <a:lnTo>
                      <a:pt x="16859" y="182"/>
                    </a:lnTo>
                    <a:lnTo>
                      <a:pt x="17193" y="121"/>
                    </a:lnTo>
                    <a:lnTo>
                      <a:pt x="16511" y="76"/>
                    </a:lnTo>
                    <a:lnTo>
                      <a:pt x="15828" y="30"/>
                    </a:lnTo>
                    <a:lnTo>
                      <a:pt x="15131" y="15"/>
                    </a:lnTo>
                    <a:lnTo>
                      <a:pt x="14449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8"/>
              <p:cNvSpPr/>
              <p:nvPr/>
            </p:nvSpPr>
            <p:spPr>
              <a:xfrm>
                <a:off x="5121972" y="4953308"/>
                <a:ext cx="578974" cy="160327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4761" fill="none" extrusionOk="0">
                    <a:moveTo>
                      <a:pt x="14449" y="0"/>
                    </a:moveTo>
                    <a:lnTo>
                      <a:pt x="14449" y="0"/>
                    </a:lnTo>
                    <a:lnTo>
                      <a:pt x="13691" y="15"/>
                    </a:lnTo>
                    <a:lnTo>
                      <a:pt x="12948" y="46"/>
                    </a:lnTo>
                    <a:lnTo>
                      <a:pt x="12205" y="91"/>
                    </a:lnTo>
                    <a:lnTo>
                      <a:pt x="11462" y="152"/>
                    </a:lnTo>
                    <a:lnTo>
                      <a:pt x="10719" y="243"/>
                    </a:lnTo>
                    <a:lnTo>
                      <a:pt x="9976" y="349"/>
                    </a:lnTo>
                    <a:lnTo>
                      <a:pt x="9249" y="485"/>
                    </a:lnTo>
                    <a:lnTo>
                      <a:pt x="8521" y="637"/>
                    </a:lnTo>
                    <a:lnTo>
                      <a:pt x="7808" y="819"/>
                    </a:lnTo>
                    <a:lnTo>
                      <a:pt x="7081" y="1016"/>
                    </a:lnTo>
                    <a:lnTo>
                      <a:pt x="6383" y="1243"/>
                    </a:lnTo>
                    <a:lnTo>
                      <a:pt x="5686" y="1486"/>
                    </a:lnTo>
                    <a:lnTo>
                      <a:pt x="4989" y="1759"/>
                    </a:lnTo>
                    <a:lnTo>
                      <a:pt x="4306" y="2047"/>
                    </a:lnTo>
                    <a:lnTo>
                      <a:pt x="3639" y="2365"/>
                    </a:lnTo>
                    <a:lnTo>
                      <a:pt x="2987" y="2714"/>
                    </a:lnTo>
                    <a:lnTo>
                      <a:pt x="2987" y="2714"/>
                    </a:lnTo>
                    <a:lnTo>
                      <a:pt x="2593" y="2926"/>
                    </a:lnTo>
                    <a:lnTo>
                      <a:pt x="2199" y="3169"/>
                    </a:lnTo>
                    <a:lnTo>
                      <a:pt x="1820" y="3411"/>
                    </a:lnTo>
                    <a:lnTo>
                      <a:pt x="1441" y="3654"/>
                    </a:lnTo>
                    <a:lnTo>
                      <a:pt x="1077" y="3927"/>
                    </a:lnTo>
                    <a:lnTo>
                      <a:pt x="713" y="4200"/>
                    </a:lnTo>
                    <a:lnTo>
                      <a:pt x="349" y="4472"/>
                    </a:lnTo>
                    <a:lnTo>
                      <a:pt x="1" y="4761"/>
                    </a:lnTo>
                    <a:lnTo>
                      <a:pt x="13433" y="4761"/>
                    </a:lnTo>
                    <a:lnTo>
                      <a:pt x="13433" y="4761"/>
                    </a:lnTo>
                    <a:lnTo>
                      <a:pt x="14070" y="4533"/>
                    </a:lnTo>
                    <a:lnTo>
                      <a:pt x="14070" y="4533"/>
                    </a:lnTo>
                    <a:lnTo>
                      <a:pt x="14085" y="3987"/>
                    </a:lnTo>
                    <a:lnTo>
                      <a:pt x="14146" y="3487"/>
                    </a:lnTo>
                    <a:lnTo>
                      <a:pt x="14221" y="3017"/>
                    </a:lnTo>
                    <a:lnTo>
                      <a:pt x="14312" y="2608"/>
                    </a:lnTo>
                    <a:lnTo>
                      <a:pt x="14449" y="2214"/>
                    </a:lnTo>
                    <a:lnTo>
                      <a:pt x="14600" y="1880"/>
                    </a:lnTo>
                    <a:lnTo>
                      <a:pt x="14767" y="1562"/>
                    </a:lnTo>
                    <a:lnTo>
                      <a:pt x="14858" y="1425"/>
                    </a:lnTo>
                    <a:lnTo>
                      <a:pt x="14964" y="1289"/>
                    </a:lnTo>
                    <a:lnTo>
                      <a:pt x="15070" y="1152"/>
                    </a:lnTo>
                    <a:lnTo>
                      <a:pt x="15176" y="1046"/>
                    </a:lnTo>
                    <a:lnTo>
                      <a:pt x="15404" y="819"/>
                    </a:lnTo>
                    <a:lnTo>
                      <a:pt x="15662" y="637"/>
                    </a:lnTo>
                    <a:lnTo>
                      <a:pt x="15934" y="485"/>
                    </a:lnTo>
                    <a:lnTo>
                      <a:pt x="16223" y="364"/>
                    </a:lnTo>
                    <a:lnTo>
                      <a:pt x="16541" y="258"/>
                    </a:lnTo>
                    <a:lnTo>
                      <a:pt x="16859" y="182"/>
                    </a:lnTo>
                    <a:lnTo>
                      <a:pt x="17193" y="121"/>
                    </a:lnTo>
                    <a:lnTo>
                      <a:pt x="17193" y="121"/>
                    </a:lnTo>
                    <a:lnTo>
                      <a:pt x="16511" y="76"/>
                    </a:lnTo>
                    <a:lnTo>
                      <a:pt x="15828" y="30"/>
                    </a:lnTo>
                    <a:lnTo>
                      <a:pt x="15131" y="15"/>
                    </a:lnTo>
                    <a:lnTo>
                      <a:pt x="1444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8"/>
              <p:cNvSpPr/>
              <p:nvPr/>
            </p:nvSpPr>
            <p:spPr>
              <a:xfrm>
                <a:off x="6237022" y="5113606"/>
                <a:ext cx="25559" cy="8722"/>
              </a:xfrm>
              <a:custGeom>
                <a:avLst/>
                <a:gdLst/>
                <a:ahLst/>
                <a:cxnLst/>
                <a:rect l="l" t="t" r="r" b="b"/>
                <a:pathLst>
                  <a:path w="759" h="259" extrusionOk="0">
                    <a:moveTo>
                      <a:pt x="0" y="1"/>
                    </a:moveTo>
                    <a:lnTo>
                      <a:pt x="758" y="258"/>
                    </a:lnTo>
                    <a:lnTo>
                      <a:pt x="758" y="258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rgbClr val="A5D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8"/>
              <p:cNvSpPr/>
              <p:nvPr/>
            </p:nvSpPr>
            <p:spPr>
              <a:xfrm>
                <a:off x="6237022" y="5113606"/>
                <a:ext cx="25559" cy="8722"/>
              </a:xfrm>
              <a:custGeom>
                <a:avLst/>
                <a:gdLst/>
                <a:ahLst/>
                <a:cxnLst/>
                <a:rect l="l" t="t" r="r" b="b"/>
                <a:pathLst>
                  <a:path w="759" h="259" fill="none" extrusionOk="0">
                    <a:moveTo>
                      <a:pt x="167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758" y="258"/>
                    </a:lnTo>
                    <a:lnTo>
                      <a:pt x="758" y="258"/>
                    </a:lnTo>
                    <a:lnTo>
                      <a:pt x="1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8"/>
              <p:cNvSpPr/>
              <p:nvPr/>
            </p:nvSpPr>
            <p:spPr>
              <a:xfrm>
                <a:off x="5595761" y="4957382"/>
                <a:ext cx="646897" cy="156252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4640" extrusionOk="0">
                    <a:moveTo>
                      <a:pt x="3124" y="0"/>
                    </a:moveTo>
                    <a:lnTo>
                      <a:pt x="2790" y="61"/>
                    </a:lnTo>
                    <a:lnTo>
                      <a:pt x="2472" y="137"/>
                    </a:lnTo>
                    <a:lnTo>
                      <a:pt x="2154" y="243"/>
                    </a:lnTo>
                    <a:lnTo>
                      <a:pt x="1865" y="364"/>
                    </a:lnTo>
                    <a:lnTo>
                      <a:pt x="1593" y="516"/>
                    </a:lnTo>
                    <a:lnTo>
                      <a:pt x="1335" y="698"/>
                    </a:lnTo>
                    <a:lnTo>
                      <a:pt x="1107" y="925"/>
                    </a:lnTo>
                    <a:lnTo>
                      <a:pt x="1001" y="1031"/>
                    </a:lnTo>
                    <a:lnTo>
                      <a:pt x="895" y="1168"/>
                    </a:lnTo>
                    <a:lnTo>
                      <a:pt x="789" y="1304"/>
                    </a:lnTo>
                    <a:lnTo>
                      <a:pt x="698" y="1441"/>
                    </a:lnTo>
                    <a:lnTo>
                      <a:pt x="531" y="1759"/>
                    </a:lnTo>
                    <a:lnTo>
                      <a:pt x="380" y="2093"/>
                    </a:lnTo>
                    <a:lnTo>
                      <a:pt x="243" y="2487"/>
                    </a:lnTo>
                    <a:lnTo>
                      <a:pt x="152" y="2896"/>
                    </a:lnTo>
                    <a:lnTo>
                      <a:pt x="77" y="3366"/>
                    </a:lnTo>
                    <a:lnTo>
                      <a:pt x="16" y="3866"/>
                    </a:lnTo>
                    <a:lnTo>
                      <a:pt x="1" y="4412"/>
                    </a:lnTo>
                    <a:lnTo>
                      <a:pt x="440" y="4245"/>
                    </a:lnTo>
                    <a:lnTo>
                      <a:pt x="895" y="4109"/>
                    </a:lnTo>
                    <a:lnTo>
                      <a:pt x="1350" y="3972"/>
                    </a:lnTo>
                    <a:lnTo>
                      <a:pt x="1805" y="3851"/>
                    </a:lnTo>
                    <a:lnTo>
                      <a:pt x="2260" y="3730"/>
                    </a:lnTo>
                    <a:lnTo>
                      <a:pt x="2730" y="3624"/>
                    </a:lnTo>
                    <a:lnTo>
                      <a:pt x="3200" y="3518"/>
                    </a:lnTo>
                    <a:lnTo>
                      <a:pt x="3670" y="3427"/>
                    </a:lnTo>
                    <a:lnTo>
                      <a:pt x="4261" y="3336"/>
                    </a:lnTo>
                    <a:lnTo>
                      <a:pt x="4852" y="3260"/>
                    </a:lnTo>
                    <a:lnTo>
                      <a:pt x="5459" y="3184"/>
                    </a:lnTo>
                    <a:lnTo>
                      <a:pt x="6080" y="3123"/>
                    </a:lnTo>
                    <a:lnTo>
                      <a:pt x="6687" y="3078"/>
                    </a:lnTo>
                    <a:lnTo>
                      <a:pt x="7323" y="3048"/>
                    </a:lnTo>
                    <a:lnTo>
                      <a:pt x="7945" y="3032"/>
                    </a:lnTo>
                    <a:lnTo>
                      <a:pt x="8582" y="3017"/>
                    </a:lnTo>
                    <a:lnTo>
                      <a:pt x="9249" y="3032"/>
                    </a:lnTo>
                    <a:lnTo>
                      <a:pt x="9901" y="3048"/>
                    </a:lnTo>
                    <a:lnTo>
                      <a:pt x="10568" y="3078"/>
                    </a:lnTo>
                    <a:lnTo>
                      <a:pt x="11235" y="3123"/>
                    </a:lnTo>
                    <a:lnTo>
                      <a:pt x="11902" y="3184"/>
                    </a:lnTo>
                    <a:lnTo>
                      <a:pt x="12569" y="3260"/>
                    </a:lnTo>
                    <a:lnTo>
                      <a:pt x="13236" y="3336"/>
                    </a:lnTo>
                    <a:lnTo>
                      <a:pt x="13888" y="3442"/>
                    </a:lnTo>
                    <a:lnTo>
                      <a:pt x="14555" y="3548"/>
                    </a:lnTo>
                    <a:lnTo>
                      <a:pt x="15207" y="3669"/>
                    </a:lnTo>
                    <a:lnTo>
                      <a:pt x="15859" y="3806"/>
                    </a:lnTo>
                    <a:lnTo>
                      <a:pt x="16511" y="3942"/>
                    </a:lnTo>
                    <a:lnTo>
                      <a:pt x="17162" y="4109"/>
                    </a:lnTo>
                    <a:lnTo>
                      <a:pt x="17784" y="4276"/>
                    </a:lnTo>
                    <a:lnTo>
                      <a:pt x="18421" y="4442"/>
                    </a:lnTo>
                    <a:lnTo>
                      <a:pt x="19042" y="4640"/>
                    </a:lnTo>
                    <a:lnTo>
                      <a:pt x="19209" y="4640"/>
                    </a:lnTo>
                    <a:lnTo>
                      <a:pt x="17511" y="3927"/>
                    </a:lnTo>
                    <a:lnTo>
                      <a:pt x="16662" y="3578"/>
                    </a:lnTo>
                    <a:lnTo>
                      <a:pt x="15798" y="3245"/>
                    </a:lnTo>
                    <a:lnTo>
                      <a:pt x="14934" y="2911"/>
                    </a:lnTo>
                    <a:lnTo>
                      <a:pt x="14070" y="2593"/>
                    </a:lnTo>
                    <a:lnTo>
                      <a:pt x="13206" y="2290"/>
                    </a:lnTo>
                    <a:lnTo>
                      <a:pt x="12326" y="2002"/>
                    </a:lnTo>
                    <a:lnTo>
                      <a:pt x="11462" y="1714"/>
                    </a:lnTo>
                    <a:lnTo>
                      <a:pt x="10583" y="1456"/>
                    </a:lnTo>
                    <a:lnTo>
                      <a:pt x="9688" y="1213"/>
                    </a:lnTo>
                    <a:lnTo>
                      <a:pt x="8809" y="986"/>
                    </a:lnTo>
                    <a:lnTo>
                      <a:pt x="7915" y="774"/>
                    </a:lnTo>
                    <a:lnTo>
                      <a:pt x="7020" y="576"/>
                    </a:lnTo>
                    <a:lnTo>
                      <a:pt x="6110" y="410"/>
                    </a:lnTo>
                    <a:lnTo>
                      <a:pt x="5201" y="258"/>
                    </a:lnTo>
                    <a:lnTo>
                      <a:pt x="4170" y="106"/>
                    </a:lnTo>
                    <a:lnTo>
                      <a:pt x="3124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>
                <a:off x="5595761" y="4957382"/>
                <a:ext cx="646897" cy="156252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4640" fill="none" extrusionOk="0">
                    <a:moveTo>
                      <a:pt x="3124" y="0"/>
                    </a:moveTo>
                    <a:lnTo>
                      <a:pt x="3124" y="0"/>
                    </a:lnTo>
                    <a:lnTo>
                      <a:pt x="2790" y="61"/>
                    </a:lnTo>
                    <a:lnTo>
                      <a:pt x="2472" y="137"/>
                    </a:lnTo>
                    <a:lnTo>
                      <a:pt x="2154" y="243"/>
                    </a:lnTo>
                    <a:lnTo>
                      <a:pt x="1865" y="364"/>
                    </a:lnTo>
                    <a:lnTo>
                      <a:pt x="1593" y="516"/>
                    </a:lnTo>
                    <a:lnTo>
                      <a:pt x="1335" y="698"/>
                    </a:lnTo>
                    <a:lnTo>
                      <a:pt x="1107" y="925"/>
                    </a:lnTo>
                    <a:lnTo>
                      <a:pt x="1001" y="1031"/>
                    </a:lnTo>
                    <a:lnTo>
                      <a:pt x="895" y="1168"/>
                    </a:lnTo>
                    <a:lnTo>
                      <a:pt x="789" y="1304"/>
                    </a:lnTo>
                    <a:lnTo>
                      <a:pt x="698" y="1441"/>
                    </a:lnTo>
                    <a:lnTo>
                      <a:pt x="531" y="1759"/>
                    </a:lnTo>
                    <a:lnTo>
                      <a:pt x="380" y="2093"/>
                    </a:lnTo>
                    <a:lnTo>
                      <a:pt x="243" y="2487"/>
                    </a:lnTo>
                    <a:lnTo>
                      <a:pt x="152" y="2896"/>
                    </a:lnTo>
                    <a:lnTo>
                      <a:pt x="77" y="3366"/>
                    </a:lnTo>
                    <a:lnTo>
                      <a:pt x="16" y="3866"/>
                    </a:lnTo>
                    <a:lnTo>
                      <a:pt x="1" y="4412"/>
                    </a:lnTo>
                    <a:lnTo>
                      <a:pt x="1" y="4412"/>
                    </a:lnTo>
                    <a:lnTo>
                      <a:pt x="440" y="4245"/>
                    </a:lnTo>
                    <a:lnTo>
                      <a:pt x="895" y="4109"/>
                    </a:lnTo>
                    <a:lnTo>
                      <a:pt x="1350" y="3972"/>
                    </a:lnTo>
                    <a:lnTo>
                      <a:pt x="1805" y="3851"/>
                    </a:lnTo>
                    <a:lnTo>
                      <a:pt x="2260" y="3730"/>
                    </a:lnTo>
                    <a:lnTo>
                      <a:pt x="2730" y="3624"/>
                    </a:lnTo>
                    <a:lnTo>
                      <a:pt x="3200" y="3518"/>
                    </a:lnTo>
                    <a:lnTo>
                      <a:pt x="3670" y="3427"/>
                    </a:lnTo>
                    <a:lnTo>
                      <a:pt x="3670" y="3427"/>
                    </a:lnTo>
                    <a:lnTo>
                      <a:pt x="4261" y="3336"/>
                    </a:lnTo>
                    <a:lnTo>
                      <a:pt x="4852" y="3260"/>
                    </a:lnTo>
                    <a:lnTo>
                      <a:pt x="5459" y="3184"/>
                    </a:lnTo>
                    <a:lnTo>
                      <a:pt x="6080" y="3123"/>
                    </a:lnTo>
                    <a:lnTo>
                      <a:pt x="6687" y="3078"/>
                    </a:lnTo>
                    <a:lnTo>
                      <a:pt x="7323" y="3048"/>
                    </a:lnTo>
                    <a:lnTo>
                      <a:pt x="7945" y="3032"/>
                    </a:lnTo>
                    <a:lnTo>
                      <a:pt x="8582" y="3017"/>
                    </a:lnTo>
                    <a:lnTo>
                      <a:pt x="8582" y="3017"/>
                    </a:lnTo>
                    <a:lnTo>
                      <a:pt x="9249" y="3032"/>
                    </a:lnTo>
                    <a:lnTo>
                      <a:pt x="9901" y="3048"/>
                    </a:lnTo>
                    <a:lnTo>
                      <a:pt x="10568" y="3078"/>
                    </a:lnTo>
                    <a:lnTo>
                      <a:pt x="11235" y="3123"/>
                    </a:lnTo>
                    <a:lnTo>
                      <a:pt x="11902" y="3184"/>
                    </a:lnTo>
                    <a:lnTo>
                      <a:pt x="12569" y="3260"/>
                    </a:lnTo>
                    <a:lnTo>
                      <a:pt x="13236" y="3336"/>
                    </a:lnTo>
                    <a:lnTo>
                      <a:pt x="13888" y="3442"/>
                    </a:lnTo>
                    <a:lnTo>
                      <a:pt x="14555" y="3548"/>
                    </a:lnTo>
                    <a:lnTo>
                      <a:pt x="15207" y="3669"/>
                    </a:lnTo>
                    <a:lnTo>
                      <a:pt x="15859" y="3806"/>
                    </a:lnTo>
                    <a:lnTo>
                      <a:pt x="16511" y="3942"/>
                    </a:lnTo>
                    <a:lnTo>
                      <a:pt x="17162" y="4109"/>
                    </a:lnTo>
                    <a:lnTo>
                      <a:pt x="17784" y="4276"/>
                    </a:lnTo>
                    <a:lnTo>
                      <a:pt x="18421" y="4442"/>
                    </a:lnTo>
                    <a:lnTo>
                      <a:pt x="19042" y="4640"/>
                    </a:lnTo>
                    <a:lnTo>
                      <a:pt x="19209" y="4640"/>
                    </a:lnTo>
                    <a:lnTo>
                      <a:pt x="19209" y="4640"/>
                    </a:lnTo>
                    <a:lnTo>
                      <a:pt x="17511" y="3927"/>
                    </a:lnTo>
                    <a:lnTo>
                      <a:pt x="16662" y="3578"/>
                    </a:lnTo>
                    <a:lnTo>
                      <a:pt x="15798" y="3245"/>
                    </a:lnTo>
                    <a:lnTo>
                      <a:pt x="14934" y="2911"/>
                    </a:lnTo>
                    <a:lnTo>
                      <a:pt x="14070" y="2593"/>
                    </a:lnTo>
                    <a:lnTo>
                      <a:pt x="13206" y="2290"/>
                    </a:lnTo>
                    <a:lnTo>
                      <a:pt x="12326" y="2002"/>
                    </a:lnTo>
                    <a:lnTo>
                      <a:pt x="11462" y="1714"/>
                    </a:lnTo>
                    <a:lnTo>
                      <a:pt x="10583" y="1456"/>
                    </a:lnTo>
                    <a:lnTo>
                      <a:pt x="9688" y="1213"/>
                    </a:lnTo>
                    <a:lnTo>
                      <a:pt x="8809" y="986"/>
                    </a:lnTo>
                    <a:lnTo>
                      <a:pt x="7915" y="774"/>
                    </a:lnTo>
                    <a:lnTo>
                      <a:pt x="7020" y="576"/>
                    </a:lnTo>
                    <a:lnTo>
                      <a:pt x="6110" y="410"/>
                    </a:lnTo>
                    <a:lnTo>
                      <a:pt x="5201" y="258"/>
                    </a:lnTo>
                    <a:lnTo>
                      <a:pt x="5201" y="258"/>
                    </a:lnTo>
                    <a:lnTo>
                      <a:pt x="4170" y="106"/>
                    </a:lnTo>
                    <a:lnTo>
                      <a:pt x="312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8"/>
              <p:cNvSpPr/>
              <p:nvPr/>
            </p:nvSpPr>
            <p:spPr>
              <a:xfrm>
                <a:off x="7522067" y="5113606"/>
                <a:ext cx="93448" cy="128672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3821" extrusionOk="0">
                    <a:moveTo>
                      <a:pt x="1" y="1"/>
                    </a:moveTo>
                    <a:lnTo>
                      <a:pt x="380" y="425"/>
                    </a:lnTo>
                    <a:lnTo>
                      <a:pt x="728" y="865"/>
                    </a:lnTo>
                    <a:lnTo>
                      <a:pt x="1062" y="1319"/>
                    </a:lnTo>
                    <a:lnTo>
                      <a:pt x="1365" y="1789"/>
                    </a:lnTo>
                    <a:lnTo>
                      <a:pt x="1653" y="2275"/>
                    </a:lnTo>
                    <a:lnTo>
                      <a:pt x="1896" y="2775"/>
                    </a:lnTo>
                    <a:lnTo>
                      <a:pt x="2123" y="3275"/>
                    </a:lnTo>
                    <a:lnTo>
                      <a:pt x="2320" y="3806"/>
                    </a:lnTo>
                    <a:lnTo>
                      <a:pt x="2775" y="3821"/>
                    </a:lnTo>
                    <a:lnTo>
                      <a:pt x="2745" y="3321"/>
                    </a:lnTo>
                    <a:lnTo>
                      <a:pt x="2669" y="2820"/>
                    </a:lnTo>
                    <a:lnTo>
                      <a:pt x="2563" y="2320"/>
                    </a:lnTo>
                    <a:lnTo>
                      <a:pt x="2441" y="1835"/>
                    </a:lnTo>
                    <a:lnTo>
                      <a:pt x="2275" y="1365"/>
                    </a:lnTo>
                    <a:lnTo>
                      <a:pt x="2078" y="895"/>
                    </a:lnTo>
                    <a:lnTo>
                      <a:pt x="1850" y="440"/>
                    </a:lnTo>
                    <a:lnTo>
                      <a:pt x="1608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8"/>
              <p:cNvSpPr/>
              <p:nvPr/>
            </p:nvSpPr>
            <p:spPr>
              <a:xfrm>
                <a:off x="7522067" y="5113606"/>
                <a:ext cx="93448" cy="128672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3821" fill="none" extrusionOk="0">
                    <a:moveTo>
                      <a:pt x="1608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380" y="425"/>
                    </a:lnTo>
                    <a:lnTo>
                      <a:pt x="728" y="865"/>
                    </a:lnTo>
                    <a:lnTo>
                      <a:pt x="1062" y="1319"/>
                    </a:lnTo>
                    <a:lnTo>
                      <a:pt x="1365" y="1789"/>
                    </a:lnTo>
                    <a:lnTo>
                      <a:pt x="1653" y="2275"/>
                    </a:lnTo>
                    <a:lnTo>
                      <a:pt x="1896" y="2775"/>
                    </a:lnTo>
                    <a:lnTo>
                      <a:pt x="2123" y="3275"/>
                    </a:lnTo>
                    <a:lnTo>
                      <a:pt x="2320" y="3806"/>
                    </a:lnTo>
                    <a:lnTo>
                      <a:pt x="2320" y="3806"/>
                    </a:lnTo>
                    <a:lnTo>
                      <a:pt x="2775" y="3821"/>
                    </a:lnTo>
                    <a:lnTo>
                      <a:pt x="2775" y="3821"/>
                    </a:lnTo>
                    <a:lnTo>
                      <a:pt x="2745" y="3321"/>
                    </a:lnTo>
                    <a:lnTo>
                      <a:pt x="2669" y="2820"/>
                    </a:lnTo>
                    <a:lnTo>
                      <a:pt x="2563" y="2320"/>
                    </a:lnTo>
                    <a:lnTo>
                      <a:pt x="2441" y="1835"/>
                    </a:lnTo>
                    <a:lnTo>
                      <a:pt x="2275" y="1365"/>
                    </a:lnTo>
                    <a:lnTo>
                      <a:pt x="2078" y="895"/>
                    </a:lnTo>
                    <a:lnTo>
                      <a:pt x="1850" y="440"/>
                    </a:lnTo>
                    <a:lnTo>
                      <a:pt x="160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8"/>
              <p:cNvSpPr/>
              <p:nvPr/>
            </p:nvSpPr>
            <p:spPr>
              <a:xfrm>
                <a:off x="6854271" y="4944114"/>
                <a:ext cx="721925" cy="169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5034" extrusionOk="0">
                    <a:moveTo>
                      <a:pt x="11416" y="0"/>
                    </a:moveTo>
                    <a:lnTo>
                      <a:pt x="10749" y="15"/>
                    </a:lnTo>
                    <a:lnTo>
                      <a:pt x="10082" y="46"/>
                    </a:lnTo>
                    <a:lnTo>
                      <a:pt x="9415" y="121"/>
                    </a:lnTo>
                    <a:lnTo>
                      <a:pt x="8748" y="197"/>
                    </a:lnTo>
                    <a:lnTo>
                      <a:pt x="8187" y="303"/>
                    </a:lnTo>
                    <a:lnTo>
                      <a:pt x="7611" y="410"/>
                    </a:lnTo>
                    <a:lnTo>
                      <a:pt x="7050" y="531"/>
                    </a:lnTo>
                    <a:lnTo>
                      <a:pt x="6504" y="667"/>
                    </a:lnTo>
                    <a:lnTo>
                      <a:pt x="5943" y="819"/>
                    </a:lnTo>
                    <a:lnTo>
                      <a:pt x="5382" y="986"/>
                    </a:lnTo>
                    <a:lnTo>
                      <a:pt x="4837" y="1168"/>
                    </a:lnTo>
                    <a:lnTo>
                      <a:pt x="4291" y="1349"/>
                    </a:lnTo>
                    <a:lnTo>
                      <a:pt x="3199" y="1744"/>
                    </a:lnTo>
                    <a:lnTo>
                      <a:pt x="2123" y="2168"/>
                    </a:lnTo>
                    <a:lnTo>
                      <a:pt x="1062" y="2608"/>
                    </a:lnTo>
                    <a:lnTo>
                      <a:pt x="0" y="3078"/>
                    </a:lnTo>
                    <a:lnTo>
                      <a:pt x="577" y="2896"/>
                    </a:lnTo>
                    <a:lnTo>
                      <a:pt x="1168" y="2744"/>
                    </a:lnTo>
                    <a:lnTo>
                      <a:pt x="1774" y="2608"/>
                    </a:lnTo>
                    <a:lnTo>
                      <a:pt x="2396" y="2487"/>
                    </a:lnTo>
                    <a:lnTo>
                      <a:pt x="3321" y="2168"/>
                    </a:lnTo>
                    <a:lnTo>
                      <a:pt x="3791" y="2017"/>
                    </a:lnTo>
                    <a:lnTo>
                      <a:pt x="4276" y="1880"/>
                    </a:lnTo>
                    <a:lnTo>
                      <a:pt x="4776" y="1744"/>
                    </a:lnTo>
                    <a:lnTo>
                      <a:pt x="5276" y="1622"/>
                    </a:lnTo>
                    <a:lnTo>
                      <a:pt x="5792" y="1501"/>
                    </a:lnTo>
                    <a:lnTo>
                      <a:pt x="6307" y="1395"/>
                    </a:lnTo>
                    <a:lnTo>
                      <a:pt x="6823" y="1304"/>
                    </a:lnTo>
                    <a:lnTo>
                      <a:pt x="7353" y="1228"/>
                    </a:lnTo>
                    <a:lnTo>
                      <a:pt x="7869" y="1168"/>
                    </a:lnTo>
                    <a:lnTo>
                      <a:pt x="8399" y="1122"/>
                    </a:lnTo>
                    <a:lnTo>
                      <a:pt x="9021" y="1001"/>
                    </a:lnTo>
                    <a:lnTo>
                      <a:pt x="9643" y="925"/>
                    </a:lnTo>
                    <a:lnTo>
                      <a:pt x="10219" y="864"/>
                    </a:lnTo>
                    <a:lnTo>
                      <a:pt x="10492" y="849"/>
                    </a:lnTo>
                    <a:lnTo>
                      <a:pt x="11068" y="849"/>
                    </a:lnTo>
                    <a:lnTo>
                      <a:pt x="11356" y="879"/>
                    </a:lnTo>
                    <a:lnTo>
                      <a:pt x="11644" y="910"/>
                    </a:lnTo>
                    <a:lnTo>
                      <a:pt x="11902" y="955"/>
                    </a:lnTo>
                    <a:lnTo>
                      <a:pt x="12159" y="1031"/>
                    </a:lnTo>
                    <a:lnTo>
                      <a:pt x="12402" y="1107"/>
                    </a:lnTo>
                    <a:lnTo>
                      <a:pt x="12629" y="1198"/>
                    </a:lnTo>
                    <a:lnTo>
                      <a:pt x="12841" y="1319"/>
                    </a:lnTo>
                    <a:lnTo>
                      <a:pt x="13493" y="1456"/>
                    </a:lnTo>
                    <a:lnTo>
                      <a:pt x="14145" y="1622"/>
                    </a:lnTo>
                    <a:lnTo>
                      <a:pt x="14797" y="1819"/>
                    </a:lnTo>
                    <a:lnTo>
                      <a:pt x="15419" y="2047"/>
                    </a:lnTo>
                    <a:lnTo>
                      <a:pt x="15737" y="2183"/>
                    </a:lnTo>
                    <a:lnTo>
                      <a:pt x="16040" y="2320"/>
                    </a:lnTo>
                    <a:lnTo>
                      <a:pt x="16344" y="2456"/>
                    </a:lnTo>
                    <a:lnTo>
                      <a:pt x="16647" y="2608"/>
                    </a:lnTo>
                    <a:lnTo>
                      <a:pt x="16935" y="2775"/>
                    </a:lnTo>
                    <a:lnTo>
                      <a:pt x="17223" y="2941"/>
                    </a:lnTo>
                    <a:lnTo>
                      <a:pt x="17511" y="3123"/>
                    </a:lnTo>
                    <a:lnTo>
                      <a:pt x="17799" y="3305"/>
                    </a:lnTo>
                    <a:lnTo>
                      <a:pt x="18072" y="3487"/>
                    </a:lnTo>
                    <a:lnTo>
                      <a:pt x="18345" y="3699"/>
                    </a:lnTo>
                    <a:lnTo>
                      <a:pt x="18603" y="3896"/>
                    </a:lnTo>
                    <a:lnTo>
                      <a:pt x="18860" y="4109"/>
                    </a:lnTo>
                    <a:lnTo>
                      <a:pt x="19118" y="4336"/>
                    </a:lnTo>
                    <a:lnTo>
                      <a:pt x="19361" y="4564"/>
                    </a:lnTo>
                    <a:lnTo>
                      <a:pt x="19603" y="4791"/>
                    </a:lnTo>
                    <a:lnTo>
                      <a:pt x="19831" y="5034"/>
                    </a:lnTo>
                    <a:lnTo>
                      <a:pt x="21438" y="5034"/>
                    </a:lnTo>
                    <a:lnTo>
                      <a:pt x="21271" y="4761"/>
                    </a:lnTo>
                    <a:lnTo>
                      <a:pt x="21089" y="4488"/>
                    </a:lnTo>
                    <a:lnTo>
                      <a:pt x="20892" y="4230"/>
                    </a:lnTo>
                    <a:lnTo>
                      <a:pt x="20695" y="3972"/>
                    </a:lnTo>
                    <a:lnTo>
                      <a:pt x="20498" y="3730"/>
                    </a:lnTo>
                    <a:lnTo>
                      <a:pt x="20285" y="3487"/>
                    </a:lnTo>
                    <a:lnTo>
                      <a:pt x="20058" y="3245"/>
                    </a:lnTo>
                    <a:lnTo>
                      <a:pt x="19831" y="3017"/>
                    </a:lnTo>
                    <a:lnTo>
                      <a:pt x="19588" y="2805"/>
                    </a:lnTo>
                    <a:lnTo>
                      <a:pt x="19345" y="2593"/>
                    </a:lnTo>
                    <a:lnTo>
                      <a:pt x="19088" y="2380"/>
                    </a:lnTo>
                    <a:lnTo>
                      <a:pt x="18830" y="2183"/>
                    </a:lnTo>
                    <a:lnTo>
                      <a:pt x="18557" y="2001"/>
                    </a:lnTo>
                    <a:lnTo>
                      <a:pt x="18299" y="1819"/>
                    </a:lnTo>
                    <a:lnTo>
                      <a:pt x="18011" y="1653"/>
                    </a:lnTo>
                    <a:lnTo>
                      <a:pt x="17738" y="1486"/>
                    </a:lnTo>
                    <a:lnTo>
                      <a:pt x="17374" y="1304"/>
                    </a:lnTo>
                    <a:lnTo>
                      <a:pt x="16995" y="1122"/>
                    </a:lnTo>
                    <a:lnTo>
                      <a:pt x="16632" y="970"/>
                    </a:lnTo>
                    <a:lnTo>
                      <a:pt x="16253" y="819"/>
                    </a:lnTo>
                    <a:lnTo>
                      <a:pt x="15858" y="682"/>
                    </a:lnTo>
                    <a:lnTo>
                      <a:pt x="15479" y="561"/>
                    </a:lnTo>
                    <a:lnTo>
                      <a:pt x="15085" y="440"/>
                    </a:lnTo>
                    <a:lnTo>
                      <a:pt x="14676" y="349"/>
                    </a:lnTo>
                    <a:lnTo>
                      <a:pt x="14282" y="258"/>
                    </a:lnTo>
                    <a:lnTo>
                      <a:pt x="13872" y="197"/>
                    </a:lnTo>
                    <a:lnTo>
                      <a:pt x="13478" y="137"/>
                    </a:lnTo>
                    <a:lnTo>
                      <a:pt x="13069" y="76"/>
                    </a:lnTo>
                    <a:lnTo>
                      <a:pt x="12660" y="46"/>
                    </a:lnTo>
                    <a:lnTo>
                      <a:pt x="12235" y="15"/>
                    </a:lnTo>
                    <a:lnTo>
                      <a:pt x="11826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8"/>
              <p:cNvSpPr/>
              <p:nvPr/>
            </p:nvSpPr>
            <p:spPr>
              <a:xfrm>
                <a:off x="6854271" y="4944114"/>
                <a:ext cx="721925" cy="169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5034" fill="none" extrusionOk="0">
                    <a:moveTo>
                      <a:pt x="11416" y="0"/>
                    </a:moveTo>
                    <a:lnTo>
                      <a:pt x="11416" y="0"/>
                    </a:lnTo>
                    <a:lnTo>
                      <a:pt x="10749" y="15"/>
                    </a:lnTo>
                    <a:lnTo>
                      <a:pt x="10082" y="46"/>
                    </a:lnTo>
                    <a:lnTo>
                      <a:pt x="9415" y="121"/>
                    </a:lnTo>
                    <a:lnTo>
                      <a:pt x="8748" y="197"/>
                    </a:lnTo>
                    <a:lnTo>
                      <a:pt x="8748" y="197"/>
                    </a:lnTo>
                    <a:lnTo>
                      <a:pt x="8187" y="303"/>
                    </a:lnTo>
                    <a:lnTo>
                      <a:pt x="7611" y="410"/>
                    </a:lnTo>
                    <a:lnTo>
                      <a:pt x="7050" y="531"/>
                    </a:lnTo>
                    <a:lnTo>
                      <a:pt x="6504" y="667"/>
                    </a:lnTo>
                    <a:lnTo>
                      <a:pt x="5943" y="819"/>
                    </a:lnTo>
                    <a:lnTo>
                      <a:pt x="5382" y="986"/>
                    </a:lnTo>
                    <a:lnTo>
                      <a:pt x="4837" y="1168"/>
                    </a:lnTo>
                    <a:lnTo>
                      <a:pt x="4291" y="1349"/>
                    </a:lnTo>
                    <a:lnTo>
                      <a:pt x="3199" y="1744"/>
                    </a:lnTo>
                    <a:lnTo>
                      <a:pt x="2123" y="2168"/>
                    </a:lnTo>
                    <a:lnTo>
                      <a:pt x="1062" y="2608"/>
                    </a:lnTo>
                    <a:lnTo>
                      <a:pt x="0" y="3078"/>
                    </a:lnTo>
                    <a:lnTo>
                      <a:pt x="0" y="3078"/>
                    </a:lnTo>
                    <a:lnTo>
                      <a:pt x="577" y="2896"/>
                    </a:lnTo>
                    <a:lnTo>
                      <a:pt x="1168" y="2744"/>
                    </a:lnTo>
                    <a:lnTo>
                      <a:pt x="1774" y="2608"/>
                    </a:lnTo>
                    <a:lnTo>
                      <a:pt x="2396" y="2487"/>
                    </a:lnTo>
                    <a:lnTo>
                      <a:pt x="2396" y="2487"/>
                    </a:lnTo>
                    <a:lnTo>
                      <a:pt x="3321" y="2168"/>
                    </a:lnTo>
                    <a:lnTo>
                      <a:pt x="3791" y="2017"/>
                    </a:lnTo>
                    <a:lnTo>
                      <a:pt x="4276" y="1880"/>
                    </a:lnTo>
                    <a:lnTo>
                      <a:pt x="4276" y="1880"/>
                    </a:lnTo>
                    <a:lnTo>
                      <a:pt x="4776" y="1744"/>
                    </a:lnTo>
                    <a:lnTo>
                      <a:pt x="5276" y="1622"/>
                    </a:lnTo>
                    <a:lnTo>
                      <a:pt x="5792" y="1501"/>
                    </a:lnTo>
                    <a:lnTo>
                      <a:pt x="6307" y="1395"/>
                    </a:lnTo>
                    <a:lnTo>
                      <a:pt x="6823" y="1304"/>
                    </a:lnTo>
                    <a:lnTo>
                      <a:pt x="7353" y="1228"/>
                    </a:lnTo>
                    <a:lnTo>
                      <a:pt x="7869" y="1168"/>
                    </a:lnTo>
                    <a:lnTo>
                      <a:pt x="8399" y="1122"/>
                    </a:lnTo>
                    <a:lnTo>
                      <a:pt x="8399" y="1122"/>
                    </a:lnTo>
                    <a:lnTo>
                      <a:pt x="9021" y="1001"/>
                    </a:lnTo>
                    <a:lnTo>
                      <a:pt x="9643" y="925"/>
                    </a:lnTo>
                    <a:lnTo>
                      <a:pt x="10219" y="864"/>
                    </a:lnTo>
                    <a:lnTo>
                      <a:pt x="10492" y="849"/>
                    </a:lnTo>
                    <a:lnTo>
                      <a:pt x="10764" y="849"/>
                    </a:lnTo>
                    <a:lnTo>
                      <a:pt x="10764" y="849"/>
                    </a:lnTo>
                    <a:lnTo>
                      <a:pt x="11068" y="849"/>
                    </a:lnTo>
                    <a:lnTo>
                      <a:pt x="11356" y="879"/>
                    </a:lnTo>
                    <a:lnTo>
                      <a:pt x="11644" y="910"/>
                    </a:lnTo>
                    <a:lnTo>
                      <a:pt x="11902" y="955"/>
                    </a:lnTo>
                    <a:lnTo>
                      <a:pt x="12159" y="1031"/>
                    </a:lnTo>
                    <a:lnTo>
                      <a:pt x="12402" y="1107"/>
                    </a:lnTo>
                    <a:lnTo>
                      <a:pt x="12629" y="1198"/>
                    </a:lnTo>
                    <a:lnTo>
                      <a:pt x="12841" y="1319"/>
                    </a:lnTo>
                    <a:lnTo>
                      <a:pt x="12841" y="1319"/>
                    </a:lnTo>
                    <a:lnTo>
                      <a:pt x="13493" y="1456"/>
                    </a:lnTo>
                    <a:lnTo>
                      <a:pt x="14145" y="1622"/>
                    </a:lnTo>
                    <a:lnTo>
                      <a:pt x="14797" y="1819"/>
                    </a:lnTo>
                    <a:lnTo>
                      <a:pt x="15419" y="2047"/>
                    </a:lnTo>
                    <a:lnTo>
                      <a:pt x="15419" y="2047"/>
                    </a:lnTo>
                    <a:lnTo>
                      <a:pt x="15737" y="2183"/>
                    </a:lnTo>
                    <a:lnTo>
                      <a:pt x="16040" y="2320"/>
                    </a:lnTo>
                    <a:lnTo>
                      <a:pt x="16344" y="2456"/>
                    </a:lnTo>
                    <a:lnTo>
                      <a:pt x="16647" y="2608"/>
                    </a:lnTo>
                    <a:lnTo>
                      <a:pt x="16935" y="2775"/>
                    </a:lnTo>
                    <a:lnTo>
                      <a:pt x="17223" y="2941"/>
                    </a:lnTo>
                    <a:lnTo>
                      <a:pt x="17511" y="3123"/>
                    </a:lnTo>
                    <a:lnTo>
                      <a:pt x="17799" y="3305"/>
                    </a:lnTo>
                    <a:lnTo>
                      <a:pt x="18072" y="3487"/>
                    </a:lnTo>
                    <a:lnTo>
                      <a:pt x="18345" y="3699"/>
                    </a:lnTo>
                    <a:lnTo>
                      <a:pt x="18603" y="3896"/>
                    </a:lnTo>
                    <a:lnTo>
                      <a:pt x="18860" y="4109"/>
                    </a:lnTo>
                    <a:lnTo>
                      <a:pt x="19118" y="4336"/>
                    </a:lnTo>
                    <a:lnTo>
                      <a:pt x="19361" y="4564"/>
                    </a:lnTo>
                    <a:lnTo>
                      <a:pt x="19603" y="4791"/>
                    </a:lnTo>
                    <a:lnTo>
                      <a:pt x="19831" y="5034"/>
                    </a:lnTo>
                    <a:lnTo>
                      <a:pt x="21438" y="5034"/>
                    </a:lnTo>
                    <a:lnTo>
                      <a:pt x="21438" y="5034"/>
                    </a:lnTo>
                    <a:lnTo>
                      <a:pt x="21271" y="4761"/>
                    </a:lnTo>
                    <a:lnTo>
                      <a:pt x="21089" y="4488"/>
                    </a:lnTo>
                    <a:lnTo>
                      <a:pt x="20892" y="4230"/>
                    </a:lnTo>
                    <a:lnTo>
                      <a:pt x="20695" y="3972"/>
                    </a:lnTo>
                    <a:lnTo>
                      <a:pt x="20498" y="3730"/>
                    </a:lnTo>
                    <a:lnTo>
                      <a:pt x="20285" y="3487"/>
                    </a:lnTo>
                    <a:lnTo>
                      <a:pt x="20058" y="3245"/>
                    </a:lnTo>
                    <a:lnTo>
                      <a:pt x="19831" y="3017"/>
                    </a:lnTo>
                    <a:lnTo>
                      <a:pt x="19588" y="2805"/>
                    </a:lnTo>
                    <a:lnTo>
                      <a:pt x="19345" y="2593"/>
                    </a:lnTo>
                    <a:lnTo>
                      <a:pt x="19088" y="2380"/>
                    </a:lnTo>
                    <a:lnTo>
                      <a:pt x="18830" y="2183"/>
                    </a:lnTo>
                    <a:lnTo>
                      <a:pt x="18557" y="2001"/>
                    </a:lnTo>
                    <a:lnTo>
                      <a:pt x="18299" y="1819"/>
                    </a:lnTo>
                    <a:lnTo>
                      <a:pt x="18011" y="1653"/>
                    </a:lnTo>
                    <a:lnTo>
                      <a:pt x="17738" y="1486"/>
                    </a:lnTo>
                    <a:lnTo>
                      <a:pt x="17738" y="1486"/>
                    </a:lnTo>
                    <a:lnTo>
                      <a:pt x="17374" y="1304"/>
                    </a:lnTo>
                    <a:lnTo>
                      <a:pt x="16995" y="1122"/>
                    </a:lnTo>
                    <a:lnTo>
                      <a:pt x="16632" y="970"/>
                    </a:lnTo>
                    <a:lnTo>
                      <a:pt x="16253" y="819"/>
                    </a:lnTo>
                    <a:lnTo>
                      <a:pt x="15858" y="682"/>
                    </a:lnTo>
                    <a:lnTo>
                      <a:pt x="15479" y="561"/>
                    </a:lnTo>
                    <a:lnTo>
                      <a:pt x="15085" y="440"/>
                    </a:lnTo>
                    <a:lnTo>
                      <a:pt x="14676" y="349"/>
                    </a:lnTo>
                    <a:lnTo>
                      <a:pt x="14282" y="258"/>
                    </a:lnTo>
                    <a:lnTo>
                      <a:pt x="13872" y="197"/>
                    </a:lnTo>
                    <a:lnTo>
                      <a:pt x="13478" y="137"/>
                    </a:lnTo>
                    <a:lnTo>
                      <a:pt x="13069" y="76"/>
                    </a:lnTo>
                    <a:lnTo>
                      <a:pt x="12660" y="46"/>
                    </a:lnTo>
                    <a:lnTo>
                      <a:pt x="12235" y="15"/>
                    </a:lnTo>
                    <a:lnTo>
                      <a:pt x="11826" y="0"/>
                    </a:lnTo>
                    <a:lnTo>
                      <a:pt x="114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7137116" y="4972705"/>
                <a:ext cx="149618" cy="15861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471" extrusionOk="0">
                    <a:moveTo>
                      <a:pt x="2093" y="0"/>
                    </a:moveTo>
                    <a:lnTo>
                      <a:pt x="1820" y="15"/>
                    </a:lnTo>
                    <a:lnTo>
                      <a:pt x="1244" y="76"/>
                    </a:lnTo>
                    <a:lnTo>
                      <a:pt x="622" y="152"/>
                    </a:lnTo>
                    <a:lnTo>
                      <a:pt x="0" y="273"/>
                    </a:lnTo>
                    <a:lnTo>
                      <a:pt x="743" y="228"/>
                    </a:lnTo>
                    <a:lnTo>
                      <a:pt x="1486" y="212"/>
                    </a:lnTo>
                    <a:lnTo>
                      <a:pt x="2229" y="228"/>
                    </a:lnTo>
                    <a:lnTo>
                      <a:pt x="2972" y="273"/>
                    </a:lnTo>
                    <a:lnTo>
                      <a:pt x="3715" y="349"/>
                    </a:lnTo>
                    <a:lnTo>
                      <a:pt x="4442" y="470"/>
                    </a:lnTo>
                    <a:lnTo>
                      <a:pt x="4230" y="349"/>
                    </a:lnTo>
                    <a:lnTo>
                      <a:pt x="4003" y="258"/>
                    </a:lnTo>
                    <a:lnTo>
                      <a:pt x="3760" y="182"/>
                    </a:lnTo>
                    <a:lnTo>
                      <a:pt x="3503" y="106"/>
                    </a:lnTo>
                    <a:lnTo>
                      <a:pt x="3245" y="61"/>
                    </a:lnTo>
                    <a:lnTo>
                      <a:pt x="2957" y="30"/>
                    </a:lnTo>
                    <a:lnTo>
                      <a:pt x="2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6653628" y="5113606"/>
                <a:ext cx="958289" cy="213432"/>
              </a:xfrm>
              <a:custGeom>
                <a:avLst/>
                <a:gdLst/>
                <a:ahLst/>
                <a:cxnLst/>
                <a:rect l="l" t="t" r="r" b="b"/>
                <a:pathLst>
                  <a:path w="28457" h="6338" extrusionOk="0">
                    <a:moveTo>
                      <a:pt x="2926" y="1"/>
                    </a:moveTo>
                    <a:lnTo>
                      <a:pt x="2184" y="410"/>
                    </a:lnTo>
                    <a:lnTo>
                      <a:pt x="1456" y="834"/>
                    </a:lnTo>
                    <a:lnTo>
                      <a:pt x="0" y="1698"/>
                    </a:lnTo>
                    <a:lnTo>
                      <a:pt x="0" y="1698"/>
                    </a:lnTo>
                    <a:lnTo>
                      <a:pt x="622" y="1426"/>
                    </a:lnTo>
                    <a:lnTo>
                      <a:pt x="1274" y="1153"/>
                    </a:lnTo>
                    <a:lnTo>
                      <a:pt x="1941" y="910"/>
                    </a:lnTo>
                    <a:lnTo>
                      <a:pt x="2623" y="683"/>
                    </a:lnTo>
                    <a:lnTo>
                      <a:pt x="3321" y="486"/>
                    </a:lnTo>
                    <a:lnTo>
                      <a:pt x="4033" y="304"/>
                    </a:lnTo>
                    <a:lnTo>
                      <a:pt x="4761" y="137"/>
                    </a:lnTo>
                    <a:lnTo>
                      <a:pt x="5489" y="1"/>
                    </a:lnTo>
                    <a:close/>
                    <a:moveTo>
                      <a:pt x="13175" y="1"/>
                    </a:moveTo>
                    <a:lnTo>
                      <a:pt x="13872" y="167"/>
                    </a:lnTo>
                    <a:lnTo>
                      <a:pt x="14555" y="349"/>
                    </a:lnTo>
                    <a:lnTo>
                      <a:pt x="15237" y="577"/>
                    </a:lnTo>
                    <a:lnTo>
                      <a:pt x="15889" y="819"/>
                    </a:lnTo>
                    <a:lnTo>
                      <a:pt x="16525" y="1107"/>
                    </a:lnTo>
                    <a:lnTo>
                      <a:pt x="16844" y="1259"/>
                    </a:lnTo>
                    <a:lnTo>
                      <a:pt x="17147" y="1426"/>
                    </a:lnTo>
                    <a:lnTo>
                      <a:pt x="17450" y="1592"/>
                    </a:lnTo>
                    <a:lnTo>
                      <a:pt x="17738" y="1774"/>
                    </a:lnTo>
                    <a:lnTo>
                      <a:pt x="18041" y="1956"/>
                    </a:lnTo>
                    <a:lnTo>
                      <a:pt x="18314" y="2153"/>
                    </a:lnTo>
                    <a:lnTo>
                      <a:pt x="18602" y="2350"/>
                    </a:lnTo>
                    <a:lnTo>
                      <a:pt x="18875" y="2563"/>
                    </a:lnTo>
                    <a:lnTo>
                      <a:pt x="19133" y="2775"/>
                    </a:lnTo>
                    <a:lnTo>
                      <a:pt x="19391" y="3002"/>
                    </a:lnTo>
                    <a:lnTo>
                      <a:pt x="19648" y="3245"/>
                    </a:lnTo>
                    <a:lnTo>
                      <a:pt x="19891" y="3487"/>
                    </a:lnTo>
                    <a:lnTo>
                      <a:pt x="20134" y="3730"/>
                    </a:lnTo>
                    <a:lnTo>
                      <a:pt x="20361" y="3988"/>
                    </a:lnTo>
                    <a:lnTo>
                      <a:pt x="20573" y="4245"/>
                    </a:lnTo>
                    <a:lnTo>
                      <a:pt x="20786" y="4518"/>
                    </a:lnTo>
                    <a:lnTo>
                      <a:pt x="20998" y="4806"/>
                    </a:lnTo>
                    <a:lnTo>
                      <a:pt x="21195" y="5094"/>
                    </a:lnTo>
                    <a:lnTo>
                      <a:pt x="21377" y="5398"/>
                    </a:lnTo>
                    <a:lnTo>
                      <a:pt x="21544" y="5701"/>
                    </a:lnTo>
                    <a:lnTo>
                      <a:pt x="21710" y="6019"/>
                    </a:lnTo>
                    <a:lnTo>
                      <a:pt x="21877" y="6338"/>
                    </a:lnTo>
                    <a:lnTo>
                      <a:pt x="22256" y="6216"/>
                    </a:lnTo>
                    <a:lnTo>
                      <a:pt x="22650" y="6095"/>
                    </a:lnTo>
                    <a:lnTo>
                      <a:pt x="23044" y="6004"/>
                    </a:lnTo>
                    <a:lnTo>
                      <a:pt x="23454" y="5898"/>
                    </a:lnTo>
                    <a:lnTo>
                      <a:pt x="24288" y="5746"/>
                    </a:lnTo>
                    <a:lnTo>
                      <a:pt x="25137" y="5595"/>
                    </a:lnTo>
                    <a:lnTo>
                      <a:pt x="25970" y="5489"/>
                    </a:lnTo>
                    <a:lnTo>
                      <a:pt x="26819" y="5398"/>
                    </a:lnTo>
                    <a:lnTo>
                      <a:pt x="27653" y="5322"/>
                    </a:lnTo>
                    <a:lnTo>
                      <a:pt x="28457" y="5246"/>
                    </a:lnTo>
                    <a:lnTo>
                      <a:pt x="28396" y="4882"/>
                    </a:lnTo>
                    <a:lnTo>
                      <a:pt x="28305" y="4518"/>
                    </a:lnTo>
                    <a:lnTo>
                      <a:pt x="28214" y="4155"/>
                    </a:lnTo>
                    <a:lnTo>
                      <a:pt x="28108" y="3806"/>
                    </a:lnTo>
                    <a:lnTo>
                      <a:pt x="27244" y="3775"/>
                    </a:lnTo>
                    <a:lnTo>
                      <a:pt x="26365" y="3760"/>
                    </a:lnTo>
                    <a:lnTo>
                      <a:pt x="25531" y="3775"/>
                    </a:lnTo>
                    <a:lnTo>
                      <a:pt x="24712" y="3821"/>
                    </a:lnTo>
                    <a:lnTo>
                      <a:pt x="24303" y="3851"/>
                    </a:lnTo>
                    <a:lnTo>
                      <a:pt x="23909" y="3897"/>
                    </a:lnTo>
                    <a:lnTo>
                      <a:pt x="23514" y="3957"/>
                    </a:lnTo>
                    <a:lnTo>
                      <a:pt x="23135" y="4018"/>
                    </a:lnTo>
                    <a:lnTo>
                      <a:pt x="23029" y="3715"/>
                    </a:lnTo>
                    <a:lnTo>
                      <a:pt x="22923" y="3427"/>
                    </a:lnTo>
                    <a:lnTo>
                      <a:pt x="22787" y="3139"/>
                    </a:lnTo>
                    <a:lnTo>
                      <a:pt x="22665" y="2851"/>
                    </a:lnTo>
                    <a:lnTo>
                      <a:pt x="22514" y="2578"/>
                    </a:lnTo>
                    <a:lnTo>
                      <a:pt x="22362" y="2305"/>
                    </a:lnTo>
                    <a:lnTo>
                      <a:pt x="22195" y="2047"/>
                    </a:lnTo>
                    <a:lnTo>
                      <a:pt x="22029" y="1789"/>
                    </a:lnTo>
                    <a:lnTo>
                      <a:pt x="21847" y="1547"/>
                    </a:lnTo>
                    <a:lnTo>
                      <a:pt x="21665" y="1304"/>
                    </a:lnTo>
                    <a:lnTo>
                      <a:pt x="21468" y="1077"/>
                    </a:lnTo>
                    <a:lnTo>
                      <a:pt x="21256" y="849"/>
                    </a:lnTo>
                    <a:lnTo>
                      <a:pt x="21043" y="622"/>
                    </a:lnTo>
                    <a:lnTo>
                      <a:pt x="20831" y="410"/>
                    </a:lnTo>
                    <a:lnTo>
                      <a:pt x="20604" y="198"/>
                    </a:lnTo>
                    <a:lnTo>
                      <a:pt x="20376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8"/>
              <p:cNvSpPr/>
              <p:nvPr/>
            </p:nvSpPr>
            <p:spPr>
              <a:xfrm>
                <a:off x="6653628" y="5113606"/>
                <a:ext cx="184842" cy="57214"/>
              </a:xfrm>
              <a:custGeom>
                <a:avLst/>
                <a:gdLst/>
                <a:ahLst/>
                <a:cxnLst/>
                <a:rect l="l" t="t" r="r" b="b"/>
                <a:pathLst>
                  <a:path w="5489" h="1699" fill="none" extrusionOk="0">
                    <a:moveTo>
                      <a:pt x="5489" y="1"/>
                    </a:moveTo>
                    <a:lnTo>
                      <a:pt x="2926" y="1"/>
                    </a:lnTo>
                    <a:lnTo>
                      <a:pt x="2926" y="1"/>
                    </a:lnTo>
                    <a:lnTo>
                      <a:pt x="2184" y="410"/>
                    </a:lnTo>
                    <a:lnTo>
                      <a:pt x="1456" y="834"/>
                    </a:lnTo>
                    <a:lnTo>
                      <a:pt x="0" y="1698"/>
                    </a:lnTo>
                    <a:lnTo>
                      <a:pt x="0" y="1698"/>
                    </a:lnTo>
                    <a:lnTo>
                      <a:pt x="622" y="1426"/>
                    </a:lnTo>
                    <a:lnTo>
                      <a:pt x="1274" y="1153"/>
                    </a:lnTo>
                    <a:lnTo>
                      <a:pt x="1941" y="910"/>
                    </a:lnTo>
                    <a:lnTo>
                      <a:pt x="2623" y="683"/>
                    </a:lnTo>
                    <a:lnTo>
                      <a:pt x="3321" y="486"/>
                    </a:lnTo>
                    <a:lnTo>
                      <a:pt x="4033" y="304"/>
                    </a:lnTo>
                    <a:lnTo>
                      <a:pt x="4761" y="137"/>
                    </a:lnTo>
                    <a:lnTo>
                      <a:pt x="548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7097277" y="5113606"/>
                <a:ext cx="514655" cy="213432"/>
              </a:xfrm>
              <a:custGeom>
                <a:avLst/>
                <a:gdLst/>
                <a:ahLst/>
                <a:cxnLst/>
                <a:rect l="l" t="t" r="r" b="b"/>
                <a:pathLst>
                  <a:path w="15283" h="6338" fill="none" extrusionOk="0">
                    <a:moveTo>
                      <a:pt x="7202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698" y="167"/>
                    </a:lnTo>
                    <a:lnTo>
                      <a:pt x="1381" y="349"/>
                    </a:lnTo>
                    <a:lnTo>
                      <a:pt x="2063" y="577"/>
                    </a:lnTo>
                    <a:lnTo>
                      <a:pt x="2715" y="819"/>
                    </a:lnTo>
                    <a:lnTo>
                      <a:pt x="3351" y="1107"/>
                    </a:lnTo>
                    <a:lnTo>
                      <a:pt x="3670" y="1259"/>
                    </a:lnTo>
                    <a:lnTo>
                      <a:pt x="3973" y="1426"/>
                    </a:lnTo>
                    <a:lnTo>
                      <a:pt x="4276" y="1592"/>
                    </a:lnTo>
                    <a:lnTo>
                      <a:pt x="4564" y="1774"/>
                    </a:lnTo>
                    <a:lnTo>
                      <a:pt x="4867" y="1956"/>
                    </a:lnTo>
                    <a:lnTo>
                      <a:pt x="5140" y="2153"/>
                    </a:lnTo>
                    <a:lnTo>
                      <a:pt x="5428" y="2350"/>
                    </a:lnTo>
                    <a:lnTo>
                      <a:pt x="5701" y="2563"/>
                    </a:lnTo>
                    <a:lnTo>
                      <a:pt x="5959" y="2775"/>
                    </a:lnTo>
                    <a:lnTo>
                      <a:pt x="6217" y="3002"/>
                    </a:lnTo>
                    <a:lnTo>
                      <a:pt x="6474" y="3245"/>
                    </a:lnTo>
                    <a:lnTo>
                      <a:pt x="6717" y="3487"/>
                    </a:lnTo>
                    <a:lnTo>
                      <a:pt x="6960" y="3730"/>
                    </a:lnTo>
                    <a:lnTo>
                      <a:pt x="7187" y="3988"/>
                    </a:lnTo>
                    <a:lnTo>
                      <a:pt x="7399" y="4245"/>
                    </a:lnTo>
                    <a:lnTo>
                      <a:pt x="7612" y="4518"/>
                    </a:lnTo>
                    <a:lnTo>
                      <a:pt x="7824" y="4806"/>
                    </a:lnTo>
                    <a:lnTo>
                      <a:pt x="8021" y="5094"/>
                    </a:lnTo>
                    <a:lnTo>
                      <a:pt x="8203" y="5398"/>
                    </a:lnTo>
                    <a:lnTo>
                      <a:pt x="8370" y="5701"/>
                    </a:lnTo>
                    <a:lnTo>
                      <a:pt x="8536" y="6019"/>
                    </a:lnTo>
                    <a:lnTo>
                      <a:pt x="8703" y="6338"/>
                    </a:lnTo>
                    <a:lnTo>
                      <a:pt x="8703" y="6338"/>
                    </a:lnTo>
                    <a:lnTo>
                      <a:pt x="9082" y="6216"/>
                    </a:lnTo>
                    <a:lnTo>
                      <a:pt x="9476" y="6095"/>
                    </a:lnTo>
                    <a:lnTo>
                      <a:pt x="9870" y="6004"/>
                    </a:lnTo>
                    <a:lnTo>
                      <a:pt x="10280" y="5898"/>
                    </a:lnTo>
                    <a:lnTo>
                      <a:pt x="11114" y="5746"/>
                    </a:lnTo>
                    <a:lnTo>
                      <a:pt x="11963" y="5595"/>
                    </a:lnTo>
                    <a:lnTo>
                      <a:pt x="12796" y="5489"/>
                    </a:lnTo>
                    <a:lnTo>
                      <a:pt x="13645" y="5398"/>
                    </a:lnTo>
                    <a:lnTo>
                      <a:pt x="14479" y="5322"/>
                    </a:lnTo>
                    <a:lnTo>
                      <a:pt x="15283" y="5246"/>
                    </a:lnTo>
                    <a:lnTo>
                      <a:pt x="15283" y="5246"/>
                    </a:lnTo>
                    <a:lnTo>
                      <a:pt x="15222" y="4882"/>
                    </a:lnTo>
                    <a:lnTo>
                      <a:pt x="15131" y="4518"/>
                    </a:lnTo>
                    <a:lnTo>
                      <a:pt x="15040" y="4155"/>
                    </a:lnTo>
                    <a:lnTo>
                      <a:pt x="14934" y="3806"/>
                    </a:lnTo>
                    <a:lnTo>
                      <a:pt x="14934" y="3806"/>
                    </a:lnTo>
                    <a:lnTo>
                      <a:pt x="14070" y="3775"/>
                    </a:lnTo>
                    <a:lnTo>
                      <a:pt x="13191" y="3760"/>
                    </a:lnTo>
                    <a:lnTo>
                      <a:pt x="13191" y="3760"/>
                    </a:lnTo>
                    <a:lnTo>
                      <a:pt x="12357" y="3775"/>
                    </a:lnTo>
                    <a:lnTo>
                      <a:pt x="11538" y="3821"/>
                    </a:lnTo>
                    <a:lnTo>
                      <a:pt x="11129" y="3851"/>
                    </a:lnTo>
                    <a:lnTo>
                      <a:pt x="10735" y="3897"/>
                    </a:lnTo>
                    <a:lnTo>
                      <a:pt x="10340" y="3957"/>
                    </a:lnTo>
                    <a:lnTo>
                      <a:pt x="9961" y="4018"/>
                    </a:lnTo>
                    <a:lnTo>
                      <a:pt x="9961" y="4018"/>
                    </a:lnTo>
                    <a:lnTo>
                      <a:pt x="9855" y="3715"/>
                    </a:lnTo>
                    <a:lnTo>
                      <a:pt x="9749" y="3427"/>
                    </a:lnTo>
                    <a:lnTo>
                      <a:pt x="9613" y="3139"/>
                    </a:lnTo>
                    <a:lnTo>
                      <a:pt x="9491" y="2851"/>
                    </a:lnTo>
                    <a:lnTo>
                      <a:pt x="9340" y="2578"/>
                    </a:lnTo>
                    <a:lnTo>
                      <a:pt x="9188" y="2305"/>
                    </a:lnTo>
                    <a:lnTo>
                      <a:pt x="9021" y="2047"/>
                    </a:lnTo>
                    <a:lnTo>
                      <a:pt x="8855" y="1789"/>
                    </a:lnTo>
                    <a:lnTo>
                      <a:pt x="8673" y="1547"/>
                    </a:lnTo>
                    <a:lnTo>
                      <a:pt x="8491" y="1304"/>
                    </a:lnTo>
                    <a:lnTo>
                      <a:pt x="8294" y="1077"/>
                    </a:lnTo>
                    <a:lnTo>
                      <a:pt x="8082" y="849"/>
                    </a:lnTo>
                    <a:lnTo>
                      <a:pt x="7869" y="622"/>
                    </a:lnTo>
                    <a:lnTo>
                      <a:pt x="7657" y="410"/>
                    </a:lnTo>
                    <a:lnTo>
                      <a:pt x="7430" y="198"/>
                    </a:lnTo>
                    <a:lnTo>
                      <a:pt x="720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8"/>
              <p:cNvSpPr/>
              <p:nvPr/>
            </p:nvSpPr>
            <p:spPr>
              <a:xfrm>
                <a:off x="6910442" y="5023758"/>
                <a:ext cx="429390" cy="89879"/>
              </a:xfrm>
              <a:custGeom>
                <a:avLst/>
                <a:gdLst/>
                <a:ahLst/>
                <a:cxnLst/>
                <a:rect l="l" t="t" r="r" b="b"/>
                <a:pathLst>
                  <a:path w="12751" h="2669" extrusionOk="0">
                    <a:moveTo>
                      <a:pt x="1713" y="0"/>
                    </a:moveTo>
                    <a:lnTo>
                      <a:pt x="1213" y="46"/>
                    </a:lnTo>
                    <a:lnTo>
                      <a:pt x="728" y="122"/>
                    </a:lnTo>
                    <a:lnTo>
                      <a:pt x="0" y="410"/>
                    </a:lnTo>
                    <a:lnTo>
                      <a:pt x="849" y="212"/>
                    </a:lnTo>
                    <a:lnTo>
                      <a:pt x="1713" y="0"/>
                    </a:lnTo>
                    <a:close/>
                    <a:moveTo>
                      <a:pt x="12447" y="2426"/>
                    </a:moveTo>
                    <a:lnTo>
                      <a:pt x="12432" y="2669"/>
                    </a:lnTo>
                    <a:lnTo>
                      <a:pt x="12750" y="2669"/>
                    </a:lnTo>
                    <a:lnTo>
                      <a:pt x="12447" y="242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8"/>
              <p:cNvSpPr/>
              <p:nvPr/>
            </p:nvSpPr>
            <p:spPr>
              <a:xfrm>
                <a:off x="7097277" y="5105423"/>
                <a:ext cx="242561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7203" h="244" fill="none" extrusionOk="0">
                    <a:moveTo>
                      <a:pt x="6899" y="1"/>
                    </a:moveTo>
                    <a:lnTo>
                      <a:pt x="6899" y="1"/>
                    </a:lnTo>
                    <a:lnTo>
                      <a:pt x="6884" y="244"/>
                    </a:lnTo>
                    <a:lnTo>
                      <a:pt x="2533" y="244"/>
                    </a:lnTo>
                    <a:lnTo>
                      <a:pt x="1" y="244"/>
                    </a:lnTo>
                    <a:lnTo>
                      <a:pt x="1" y="244"/>
                    </a:lnTo>
                    <a:lnTo>
                      <a:pt x="7202" y="244"/>
                    </a:lnTo>
                    <a:lnTo>
                      <a:pt x="7202" y="244"/>
                    </a:lnTo>
                    <a:lnTo>
                      <a:pt x="689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6752165" y="5019650"/>
                <a:ext cx="577425" cy="93987"/>
              </a:xfrm>
              <a:custGeom>
                <a:avLst/>
                <a:gdLst/>
                <a:ahLst/>
                <a:cxnLst/>
                <a:rect l="l" t="t" r="r" b="b"/>
                <a:pathLst>
                  <a:path w="17147" h="2791" extrusionOk="0">
                    <a:moveTo>
                      <a:pt x="7990" y="1"/>
                    </a:moveTo>
                    <a:lnTo>
                      <a:pt x="7459" y="31"/>
                    </a:lnTo>
                    <a:lnTo>
                      <a:pt x="6929" y="62"/>
                    </a:lnTo>
                    <a:lnTo>
                      <a:pt x="6413" y="122"/>
                    </a:lnTo>
                    <a:lnTo>
                      <a:pt x="5549" y="334"/>
                    </a:lnTo>
                    <a:lnTo>
                      <a:pt x="4700" y="532"/>
                    </a:lnTo>
                    <a:lnTo>
                      <a:pt x="4094" y="774"/>
                    </a:lnTo>
                    <a:lnTo>
                      <a:pt x="3487" y="1032"/>
                    </a:lnTo>
                    <a:lnTo>
                      <a:pt x="2896" y="1305"/>
                    </a:lnTo>
                    <a:lnTo>
                      <a:pt x="2320" y="1578"/>
                    </a:lnTo>
                    <a:lnTo>
                      <a:pt x="1729" y="1881"/>
                    </a:lnTo>
                    <a:lnTo>
                      <a:pt x="1153" y="2169"/>
                    </a:lnTo>
                    <a:lnTo>
                      <a:pt x="0" y="2791"/>
                    </a:lnTo>
                    <a:lnTo>
                      <a:pt x="2563" y="2791"/>
                    </a:lnTo>
                    <a:lnTo>
                      <a:pt x="3063" y="2715"/>
                    </a:lnTo>
                    <a:lnTo>
                      <a:pt x="3563" y="2639"/>
                    </a:lnTo>
                    <a:lnTo>
                      <a:pt x="4063" y="2578"/>
                    </a:lnTo>
                    <a:lnTo>
                      <a:pt x="4579" y="2533"/>
                    </a:lnTo>
                    <a:lnTo>
                      <a:pt x="5079" y="2487"/>
                    </a:lnTo>
                    <a:lnTo>
                      <a:pt x="5579" y="2457"/>
                    </a:lnTo>
                    <a:lnTo>
                      <a:pt x="6080" y="2442"/>
                    </a:lnTo>
                    <a:lnTo>
                      <a:pt x="6580" y="2442"/>
                    </a:lnTo>
                    <a:lnTo>
                      <a:pt x="7368" y="2457"/>
                    </a:lnTo>
                    <a:lnTo>
                      <a:pt x="8157" y="2502"/>
                    </a:lnTo>
                    <a:lnTo>
                      <a:pt x="8915" y="2578"/>
                    </a:lnTo>
                    <a:lnTo>
                      <a:pt x="9658" y="2684"/>
                    </a:lnTo>
                    <a:lnTo>
                      <a:pt x="10249" y="2791"/>
                    </a:lnTo>
                    <a:lnTo>
                      <a:pt x="17132" y="2791"/>
                    </a:lnTo>
                    <a:lnTo>
                      <a:pt x="17147" y="2548"/>
                    </a:lnTo>
                    <a:lnTo>
                      <a:pt x="16722" y="2245"/>
                    </a:lnTo>
                    <a:lnTo>
                      <a:pt x="16283" y="1957"/>
                    </a:lnTo>
                    <a:lnTo>
                      <a:pt x="15828" y="1684"/>
                    </a:lnTo>
                    <a:lnTo>
                      <a:pt x="15358" y="1441"/>
                    </a:lnTo>
                    <a:lnTo>
                      <a:pt x="14888" y="1214"/>
                    </a:lnTo>
                    <a:lnTo>
                      <a:pt x="14388" y="1017"/>
                    </a:lnTo>
                    <a:lnTo>
                      <a:pt x="13887" y="835"/>
                    </a:lnTo>
                    <a:lnTo>
                      <a:pt x="13372" y="668"/>
                    </a:lnTo>
                    <a:lnTo>
                      <a:pt x="12811" y="501"/>
                    </a:lnTo>
                    <a:lnTo>
                      <a:pt x="12235" y="365"/>
                    </a:lnTo>
                    <a:lnTo>
                      <a:pt x="11644" y="259"/>
                    </a:lnTo>
                    <a:lnTo>
                      <a:pt x="11037" y="168"/>
                    </a:lnTo>
                    <a:lnTo>
                      <a:pt x="10416" y="92"/>
                    </a:lnTo>
                    <a:lnTo>
                      <a:pt x="9794" y="46"/>
                    </a:lnTo>
                    <a:lnTo>
                      <a:pt x="9157" y="16"/>
                    </a:lnTo>
                    <a:lnTo>
                      <a:pt x="8521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7339812" y="5113606"/>
                <a:ext cx="260409" cy="135340"/>
              </a:xfrm>
              <a:custGeom>
                <a:avLst/>
                <a:gdLst/>
                <a:ahLst/>
                <a:cxnLst/>
                <a:rect l="l" t="t" r="r" b="b"/>
                <a:pathLst>
                  <a:path w="7733" h="4019" extrusionOk="0">
                    <a:moveTo>
                      <a:pt x="0" y="1"/>
                    </a:moveTo>
                    <a:lnTo>
                      <a:pt x="228" y="198"/>
                    </a:lnTo>
                    <a:lnTo>
                      <a:pt x="455" y="410"/>
                    </a:lnTo>
                    <a:lnTo>
                      <a:pt x="667" y="622"/>
                    </a:lnTo>
                    <a:lnTo>
                      <a:pt x="880" y="849"/>
                    </a:lnTo>
                    <a:lnTo>
                      <a:pt x="1092" y="1077"/>
                    </a:lnTo>
                    <a:lnTo>
                      <a:pt x="1289" y="1304"/>
                    </a:lnTo>
                    <a:lnTo>
                      <a:pt x="1471" y="1547"/>
                    </a:lnTo>
                    <a:lnTo>
                      <a:pt x="1653" y="1789"/>
                    </a:lnTo>
                    <a:lnTo>
                      <a:pt x="1819" y="2047"/>
                    </a:lnTo>
                    <a:lnTo>
                      <a:pt x="1986" y="2305"/>
                    </a:lnTo>
                    <a:lnTo>
                      <a:pt x="2138" y="2578"/>
                    </a:lnTo>
                    <a:lnTo>
                      <a:pt x="2289" y="2851"/>
                    </a:lnTo>
                    <a:lnTo>
                      <a:pt x="2411" y="3139"/>
                    </a:lnTo>
                    <a:lnTo>
                      <a:pt x="2547" y="3427"/>
                    </a:lnTo>
                    <a:lnTo>
                      <a:pt x="2653" y="3715"/>
                    </a:lnTo>
                    <a:lnTo>
                      <a:pt x="2759" y="4018"/>
                    </a:lnTo>
                    <a:lnTo>
                      <a:pt x="3138" y="3957"/>
                    </a:lnTo>
                    <a:lnTo>
                      <a:pt x="3533" y="3897"/>
                    </a:lnTo>
                    <a:lnTo>
                      <a:pt x="3927" y="3851"/>
                    </a:lnTo>
                    <a:lnTo>
                      <a:pt x="4336" y="3821"/>
                    </a:lnTo>
                    <a:lnTo>
                      <a:pt x="5155" y="3775"/>
                    </a:lnTo>
                    <a:lnTo>
                      <a:pt x="5989" y="3760"/>
                    </a:lnTo>
                    <a:lnTo>
                      <a:pt x="6868" y="3775"/>
                    </a:lnTo>
                    <a:lnTo>
                      <a:pt x="7732" y="3806"/>
                    </a:lnTo>
                    <a:lnTo>
                      <a:pt x="7535" y="3275"/>
                    </a:lnTo>
                    <a:lnTo>
                      <a:pt x="7308" y="2775"/>
                    </a:lnTo>
                    <a:lnTo>
                      <a:pt x="7065" y="2275"/>
                    </a:lnTo>
                    <a:lnTo>
                      <a:pt x="6777" y="1789"/>
                    </a:lnTo>
                    <a:lnTo>
                      <a:pt x="6474" y="1319"/>
                    </a:lnTo>
                    <a:lnTo>
                      <a:pt x="6140" y="865"/>
                    </a:lnTo>
                    <a:lnTo>
                      <a:pt x="5792" y="425"/>
                    </a:lnTo>
                    <a:lnTo>
                      <a:pt x="54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7339812" y="5113606"/>
                <a:ext cx="260409" cy="135340"/>
              </a:xfrm>
              <a:custGeom>
                <a:avLst/>
                <a:gdLst/>
                <a:ahLst/>
                <a:cxnLst/>
                <a:rect l="l" t="t" r="r" b="b"/>
                <a:pathLst>
                  <a:path w="7733" h="4019" fill="none" extrusionOk="0">
                    <a:moveTo>
                      <a:pt x="5413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228" y="198"/>
                    </a:lnTo>
                    <a:lnTo>
                      <a:pt x="455" y="410"/>
                    </a:lnTo>
                    <a:lnTo>
                      <a:pt x="667" y="622"/>
                    </a:lnTo>
                    <a:lnTo>
                      <a:pt x="880" y="849"/>
                    </a:lnTo>
                    <a:lnTo>
                      <a:pt x="1092" y="1077"/>
                    </a:lnTo>
                    <a:lnTo>
                      <a:pt x="1289" y="1304"/>
                    </a:lnTo>
                    <a:lnTo>
                      <a:pt x="1471" y="1547"/>
                    </a:lnTo>
                    <a:lnTo>
                      <a:pt x="1653" y="1789"/>
                    </a:lnTo>
                    <a:lnTo>
                      <a:pt x="1819" y="2047"/>
                    </a:lnTo>
                    <a:lnTo>
                      <a:pt x="1986" y="2305"/>
                    </a:lnTo>
                    <a:lnTo>
                      <a:pt x="2138" y="2578"/>
                    </a:lnTo>
                    <a:lnTo>
                      <a:pt x="2289" y="2851"/>
                    </a:lnTo>
                    <a:lnTo>
                      <a:pt x="2411" y="3139"/>
                    </a:lnTo>
                    <a:lnTo>
                      <a:pt x="2547" y="3427"/>
                    </a:lnTo>
                    <a:lnTo>
                      <a:pt x="2653" y="3715"/>
                    </a:lnTo>
                    <a:lnTo>
                      <a:pt x="2759" y="4018"/>
                    </a:lnTo>
                    <a:lnTo>
                      <a:pt x="2759" y="4018"/>
                    </a:lnTo>
                    <a:lnTo>
                      <a:pt x="3138" y="3957"/>
                    </a:lnTo>
                    <a:lnTo>
                      <a:pt x="3533" y="3897"/>
                    </a:lnTo>
                    <a:lnTo>
                      <a:pt x="3927" y="3851"/>
                    </a:lnTo>
                    <a:lnTo>
                      <a:pt x="4336" y="3821"/>
                    </a:lnTo>
                    <a:lnTo>
                      <a:pt x="5155" y="3775"/>
                    </a:lnTo>
                    <a:lnTo>
                      <a:pt x="5989" y="3760"/>
                    </a:lnTo>
                    <a:lnTo>
                      <a:pt x="5989" y="3760"/>
                    </a:lnTo>
                    <a:lnTo>
                      <a:pt x="6868" y="3775"/>
                    </a:lnTo>
                    <a:lnTo>
                      <a:pt x="7732" y="3806"/>
                    </a:lnTo>
                    <a:lnTo>
                      <a:pt x="7732" y="3806"/>
                    </a:lnTo>
                    <a:lnTo>
                      <a:pt x="7535" y="3275"/>
                    </a:lnTo>
                    <a:lnTo>
                      <a:pt x="7308" y="2775"/>
                    </a:lnTo>
                    <a:lnTo>
                      <a:pt x="7065" y="2275"/>
                    </a:lnTo>
                    <a:lnTo>
                      <a:pt x="6777" y="1789"/>
                    </a:lnTo>
                    <a:lnTo>
                      <a:pt x="6474" y="1319"/>
                    </a:lnTo>
                    <a:lnTo>
                      <a:pt x="6140" y="865"/>
                    </a:lnTo>
                    <a:lnTo>
                      <a:pt x="5792" y="425"/>
                    </a:lnTo>
                    <a:lnTo>
                      <a:pt x="541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6934925" y="4981899"/>
                <a:ext cx="587157" cy="131737"/>
              </a:xfrm>
              <a:custGeom>
                <a:avLst/>
                <a:gdLst/>
                <a:ahLst/>
                <a:cxnLst/>
                <a:rect l="l" t="t" r="r" b="b"/>
                <a:pathLst>
                  <a:path w="17436" h="3912" extrusionOk="0">
                    <a:moveTo>
                      <a:pt x="6004" y="0"/>
                    </a:moveTo>
                    <a:lnTo>
                      <a:pt x="5474" y="46"/>
                    </a:lnTo>
                    <a:lnTo>
                      <a:pt x="4958" y="106"/>
                    </a:lnTo>
                    <a:lnTo>
                      <a:pt x="4428" y="182"/>
                    </a:lnTo>
                    <a:lnTo>
                      <a:pt x="3912" y="273"/>
                    </a:lnTo>
                    <a:lnTo>
                      <a:pt x="3397" y="379"/>
                    </a:lnTo>
                    <a:lnTo>
                      <a:pt x="2881" y="500"/>
                    </a:lnTo>
                    <a:lnTo>
                      <a:pt x="2381" y="622"/>
                    </a:lnTo>
                    <a:lnTo>
                      <a:pt x="1881" y="758"/>
                    </a:lnTo>
                    <a:lnTo>
                      <a:pt x="1396" y="895"/>
                    </a:lnTo>
                    <a:lnTo>
                      <a:pt x="926" y="1046"/>
                    </a:lnTo>
                    <a:lnTo>
                      <a:pt x="1" y="1365"/>
                    </a:lnTo>
                    <a:lnTo>
                      <a:pt x="1" y="1365"/>
                    </a:lnTo>
                    <a:lnTo>
                      <a:pt x="486" y="1289"/>
                    </a:lnTo>
                    <a:lnTo>
                      <a:pt x="986" y="1243"/>
                    </a:lnTo>
                    <a:lnTo>
                      <a:pt x="1926" y="986"/>
                    </a:lnTo>
                    <a:lnTo>
                      <a:pt x="2987" y="713"/>
                    </a:lnTo>
                    <a:lnTo>
                      <a:pt x="4034" y="440"/>
                    </a:lnTo>
                    <a:lnTo>
                      <a:pt x="5034" y="197"/>
                    </a:lnTo>
                    <a:lnTo>
                      <a:pt x="6004" y="0"/>
                    </a:lnTo>
                    <a:close/>
                    <a:moveTo>
                      <a:pt x="10446" y="197"/>
                    </a:moveTo>
                    <a:lnTo>
                      <a:pt x="10598" y="303"/>
                    </a:lnTo>
                    <a:lnTo>
                      <a:pt x="10750" y="425"/>
                    </a:lnTo>
                    <a:lnTo>
                      <a:pt x="10901" y="561"/>
                    </a:lnTo>
                    <a:lnTo>
                      <a:pt x="11023" y="713"/>
                    </a:lnTo>
                    <a:lnTo>
                      <a:pt x="11144" y="864"/>
                    </a:lnTo>
                    <a:lnTo>
                      <a:pt x="11265" y="1046"/>
                    </a:lnTo>
                    <a:lnTo>
                      <a:pt x="11356" y="1243"/>
                    </a:lnTo>
                    <a:lnTo>
                      <a:pt x="11447" y="1440"/>
                    </a:lnTo>
                    <a:lnTo>
                      <a:pt x="11523" y="1668"/>
                    </a:lnTo>
                    <a:lnTo>
                      <a:pt x="11584" y="1895"/>
                    </a:lnTo>
                    <a:lnTo>
                      <a:pt x="11644" y="2153"/>
                    </a:lnTo>
                    <a:lnTo>
                      <a:pt x="11674" y="2426"/>
                    </a:lnTo>
                    <a:lnTo>
                      <a:pt x="11705" y="2699"/>
                    </a:lnTo>
                    <a:lnTo>
                      <a:pt x="11720" y="3017"/>
                    </a:lnTo>
                    <a:lnTo>
                      <a:pt x="11720" y="3335"/>
                    </a:lnTo>
                    <a:lnTo>
                      <a:pt x="11720" y="3669"/>
                    </a:lnTo>
                    <a:lnTo>
                      <a:pt x="12023" y="3912"/>
                    </a:lnTo>
                    <a:lnTo>
                      <a:pt x="17436" y="3912"/>
                    </a:lnTo>
                    <a:lnTo>
                      <a:pt x="17208" y="3669"/>
                    </a:lnTo>
                    <a:lnTo>
                      <a:pt x="16966" y="3442"/>
                    </a:lnTo>
                    <a:lnTo>
                      <a:pt x="16723" y="3214"/>
                    </a:lnTo>
                    <a:lnTo>
                      <a:pt x="16465" y="2987"/>
                    </a:lnTo>
                    <a:lnTo>
                      <a:pt x="16208" y="2774"/>
                    </a:lnTo>
                    <a:lnTo>
                      <a:pt x="15950" y="2577"/>
                    </a:lnTo>
                    <a:lnTo>
                      <a:pt x="15677" y="2365"/>
                    </a:lnTo>
                    <a:lnTo>
                      <a:pt x="15404" y="2183"/>
                    </a:lnTo>
                    <a:lnTo>
                      <a:pt x="15116" y="2001"/>
                    </a:lnTo>
                    <a:lnTo>
                      <a:pt x="14828" y="1819"/>
                    </a:lnTo>
                    <a:lnTo>
                      <a:pt x="14540" y="1653"/>
                    </a:lnTo>
                    <a:lnTo>
                      <a:pt x="14252" y="1486"/>
                    </a:lnTo>
                    <a:lnTo>
                      <a:pt x="13949" y="1334"/>
                    </a:lnTo>
                    <a:lnTo>
                      <a:pt x="13645" y="1198"/>
                    </a:lnTo>
                    <a:lnTo>
                      <a:pt x="13342" y="1061"/>
                    </a:lnTo>
                    <a:lnTo>
                      <a:pt x="13024" y="925"/>
                    </a:lnTo>
                    <a:lnTo>
                      <a:pt x="12402" y="697"/>
                    </a:lnTo>
                    <a:lnTo>
                      <a:pt x="11750" y="500"/>
                    </a:lnTo>
                    <a:lnTo>
                      <a:pt x="11098" y="334"/>
                    </a:lnTo>
                    <a:lnTo>
                      <a:pt x="10446" y="1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7286705" y="4988533"/>
                <a:ext cx="235388" cy="125103"/>
              </a:xfrm>
              <a:custGeom>
                <a:avLst/>
                <a:gdLst/>
                <a:ahLst/>
                <a:cxnLst/>
                <a:rect l="l" t="t" r="r" b="b"/>
                <a:pathLst>
                  <a:path w="6990" h="3715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52" y="106"/>
                    </a:lnTo>
                    <a:lnTo>
                      <a:pt x="304" y="228"/>
                    </a:lnTo>
                    <a:lnTo>
                      <a:pt x="455" y="364"/>
                    </a:lnTo>
                    <a:lnTo>
                      <a:pt x="577" y="516"/>
                    </a:lnTo>
                    <a:lnTo>
                      <a:pt x="698" y="667"/>
                    </a:lnTo>
                    <a:lnTo>
                      <a:pt x="819" y="849"/>
                    </a:lnTo>
                    <a:lnTo>
                      <a:pt x="910" y="1046"/>
                    </a:lnTo>
                    <a:lnTo>
                      <a:pt x="1001" y="1243"/>
                    </a:lnTo>
                    <a:lnTo>
                      <a:pt x="1077" y="1471"/>
                    </a:lnTo>
                    <a:lnTo>
                      <a:pt x="1138" y="1698"/>
                    </a:lnTo>
                    <a:lnTo>
                      <a:pt x="1198" y="1956"/>
                    </a:lnTo>
                    <a:lnTo>
                      <a:pt x="1228" y="2229"/>
                    </a:lnTo>
                    <a:lnTo>
                      <a:pt x="1259" y="2502"/>
                    </a:lnTo>
                    <a:lnTo>
                      <a:pt x="1274" y="2820"/>
                    </a:lnTo>
                    <a:lnTo>
                      <a:pt x="1274" y="3138"/>
                    </a:lnTo>
                    <a:lnTo>
                      <a:pt x="1274" y="3472"/>
                    </a:lnTo>
                    <a:lnTo>
                      <a:pt x="1274" y="3472"/>
                    </a:lnTo>
                    <a:lnTo>
                      <a:pt x="1577" y="3715"/>
                    </a:lnTo>
                    <a:lnTo>
                      <a:pt x="6990" y="3715"/>
                    </a:lnTo>
                    <a:lnTo>
                      <a:pt x="6990" y="3715"/>
                    </a:lnTo>
                    <a:lnTo>
                      <a:pt x="6762" y="3472"/>
                    </a:lnTo>
                    <a:lnTo>
                      <a:pt x="6520" y="3245"/>
                    </a:lnTo>
                    <a:lnTo>
                      <a:pt x="6277" y="3017"/>
                    </a:lnTo>
                    <a:lnTo>
                      <a:pt x="6019" y="2790"/>
                    </a:lnTo>
                    <a:lnTo>
                      <a:pt x="5762" y="2577"/>
                    </a:lnTo>
                    <a:lnTo>
                      <a:pt x="5504" y="2380"/>
                    </a:lnTo>
                    <a:lnTo>
                      <a:pt x="5231" y="2168"/>
                    </a:lnTo>
                    <a:lnTo>
                      <a:pt x="4958" y="1986"/>
                    </a:lnTo>
                    <a:lnTo>
                      <a:pt x="4670" y="1804"/>
                    </a:lnTo>
                    <a:lnTo>
                      <a:pt x="4382" y="1622"/>
                    </a:lnTo>
                    <a:lnTo>
                      <a:pt x="4094" y="1456"/>
                    </a:lnTo>
                    <a:lnTo>
                      <a:pt x="3806" y="1289"/>
                    </a:lnTo>
                    <a:lnTo>
                      <a:pt x="3503" y="1137"/>
                    </a:lnTo>
                    <a:lnTo>
                      <a:pt x="3199" y="1001"/>
                    </a:lnTo>
                    <a:lnTo>
                      <a:pt x="2896" y="864"/>
                    </a:lnTo>
                    <a:lnTo>
                      <a:pt x="2578" y="728"/>
                    </a:lnTo>
                    <a:lnTo>
                      <a:pt x="2578" y="728"/>
                    </a:lnTo>
                    <a:lnTo>
                      <a:pt x="1956" y="500"/>
                    </a:lnTo>
                    <a:lnTo>
                      <a:pt x="1304" y="303"/>
                    </a:lnTo>
                    <a:lnTo>
                      <a:pt x="652" y="13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6968129" y="4979844"/>
                <a:ext cx="361467" cy="125608"/>
              </a:xfrm>
              <a:custGeom>
                <a:avLst/>
                <a:gdLst/>
                <a:ahLst/>
                <a:cxnLst/>
                <a:rect l="l" t="t" r="r" b="b"/>
                <a:pathLst>
                  <a:path w="10734" h="3730" extrusionOk="0">
                    <a:moveTo>
                      <a:pt x="6504" y="0"/>
                    </a:moveTo>
                    <a:lnTo>
                      <a:pt x="5761" y="16"/>
                    </a:lnTo>
                    <a:lnTo>
                      <a:pt x="5018" y="61"/>
                    </a:lnTo>
                    <a:lnTo>
                      <a:pt x="4048" y="258"/>
                    </a:lnTo>
                    <a:lnTo>
                      <a:pt x="3048" y="501"/>
                    </a:lnTo>
                    <a:lnTo>
                      <a:pt x="2001" y="774"/>
                    </a:lnTo>
                    <a:lnTo>
                      <a:pt x="940" y="1047"/>
                    </a:lnTo>
                    <a:lnTo>
                      <a:pt x="0" y="1304"/>
                    </a:lnTo>
                    <a:lnTo>
                      <a:pt x="0" y="1304"/>
                    </a:lnTo>
                    <a:lnTo>
                      <a:pt x="516" y="1244"/>
                    </a:lnTo>
                    <a:lnTo>
                      <a:pt x="1046" y="1213"/>
                    </a:lnTo>
                    <a:lnTo>
                      <a:pt x="1577" y="1183"/>
                    </a:lnTo>
                    <a:lnTo>
                      <a:pt x="2108" y="1183"/>
                    </a:lnTo>
                    <a:lnTo>
                      <a:pt x="2744" y="1198"/>
                    </a:lnTo>
                    <a:lnTo>
                      <a:pt x="3381" y="1228"/>
                    </a:lnTo>
                    <a:lnTo>
                      <a:pt x="4003" y="1274"/>
                    </a:lnTo>
                    <a:lnTo>
                      <a:pt x="4624" y="1350"/>
                    </a:lnTo>
                    <a:lnTo>
                      <a:pt x="5231" y="1441"/>
                    </a:lnTo>
                    <a:lnTo>
                      <a:pt x="5822" y="1547"/>
                    </a:lnTo>
                    <a:lnTo>
                      <a:pt x="6398" y="1683"/>
                    </a:lnTo>
                    <a:lnTo>
                      <a:pt x="6959" y="1850"/>
                    </a:lnTo>
                    <a:lnTo>
                      <a:pt x="7474" y="2017"/>
                    </a:lnTo>
                    <a:lnTo>
                      <a:pt x="7975" y="2199"/>
                    </a:lnTo>
                    <a:lnTo>
                      <a:pt x="8475" y="2396"/>
                    </a:lnTo>
                    <a:lnTo>
                      <a:pt x="8945" y="2623"/>
                    </a:lnTo>
                    <a:lnTo>
                      <a:pt x="9415" y="2866"/>
                    </a:lnTo>
                    <a:lnTo>
                      <a:pt x="9870" y="3139"/>
                    </a:lnTo>
                    <a:lnTo>
                      <a:pt x="10309" y="3427"/>
                    </a:lnTo>
                    <a:lnTo>
                      <a:pt x="10734" y="3730"/>
                    </a:lnTo>
                    <a:lnTo>
                      <a:pt x="10734" y="3396"/>
                    </a:lnTo>
                    <a:lnTo>
                      <a:pt x="10734" y="3078"/>
                    </a:lnTo>
                    <a:lnTo>
                      <a:pt x="10719" y="2760"/>
                    </a:lnTo>
                    <a:lnTo>
                      <a:pt x="10688" y="2487"/>
                    </a:lnTo>
                    <a:lnTo>
                      <a:pt x="10658" y="2214"/>
                    </a:lnTo>
                    <a:lnTo>
                      <a:pt x="10598" y="1956"/>
                    </a:lnTo>
                    <a:lnTo>
                      <a:pt x="10537" y="1729"/>
                    </a:lnTo>
                    <a:lnTo>
                      <a:pt x="10461" y="1501"/>
                    </a:lnTo>
                    <a:lnTo>
                      <a:pt x="10370" y="1304"/>
                    </a:lnTo>
                    <a:lnTo>
                      <a:pt x="10279" y="1107"/>
                    </a:lnTo>
                    <a:lnTo>
                      <a:pt x="10158" y="925"/>
                    </a:lnTo>
                    <a:lnTo>
                      <a:pt x="10037" y="774"/>
                    </a:lnTo>
                    <a:lnTo>
                      <a:pt x="9915" y="622"/>
                    </a:lnTo>
                    <a:lnTo>
                      <a:pt x="9764" y="486"/>
                    </a:lnTo>
                    <a:lnTo>
                      <a:pt x="9612" y="364"/>
                    </a:lnTo>
                    <a:lnTo>
                      <a:pt x="9460" y="258"/>
                    </a:lnTo>
                    <a:lnTo>
                      <a:pt x="8733" y="137"/>
                    </a:lnTo>
                    <a:lnTo>
                      <a:pt x="7990" y="61"/>
                    </a:lnTo>
                    <a:lnTo>
                      <a:pt x="7247" y="16"/>
                    </a:lnTo>
                    <a:lnTo>
                      <a:pt x="65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6509124" y="1955861"/>
                <a:ext cx="14346" cy="13223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9267" extrusionOk="0">
                    <a:moveTo>
                      <a:pt x="380" y="0"/>
                    </a:moveTo>
                    <a:lnTo>
                      <a:pt x="334" y="3260"/>
                    </a:lnTo>
                    <a:lnTo>
                      <a:pt x="228" y="11932"/>
                    </a:lnTo>
                    <a:lnTo>
                      <a:pt x="153" y="17799"/>
                    </a:lnTo>
                    <a:lnTo>
                      <a:pt x="92" y="24424"/>
                    </a:lnTo>
                    <a:lnTo>
                      <a:pt x="46" y="31580"/>
                    </a:lnTo>
                    <a:lnTo>
                      <a:pt x="1" y="39084"/>
                    </a:lnTo>
                    <a:lnTo>
                      <a:pt x="122" y="39114"/>
                    </a:lnTo>
                    <a:lnTo>
                      <a:pt x="228" y="39160"/>
                    </a:lnTo>
                    <a:lnTo>
                      <a:pt x="334" y="39205"/>
                    </a:lnTo>
                    <a:lnTo>
                      <a:pt x="425" y="39266"/>
                    </a:lnTo>
                    <a:lnTo>
                      <a:pt x="425" y="25152"/>
                    </a:lnTo>
                    <a:lnTo>
                      <a:pt x="410" y="12538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6484137" y="1955861"/>
                <a:ext cx="37783" cy="1317703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39130" extrusionOk="0">
                    <a:moveTo>
                      <a:pt x="0" y="0"/>
                    </a:moveTo>
                    <a:lnTo>
                      <a:pt x="76" y="12492"/>
                    </a:lnTo>
                    <a:lnTo>
                      <a:pt x="167" y="25045"/>
                    </a:lnTo>
                    <a:lnTo>
                      <a:pt x="273" y="39130"/>
                    </a:lnTo>
                    <a:lnTo>
                      <a:pt x="425" y="39084"/>
                    </a:lnTo>
                    <a:lnTo>
                      <a:pt x="743" y="39084"/>
                    </a:lnTo>
                    <a:lnTo>
                      <a:pt x="788" y="31580"/>
                    </a:lnTo>
                    <a:lnTo>
                      <a:pt x="834" y="24424"/>
                    </a:lnTo>
                    <a:lnTo>
                      <a:pt x="895" y="17799"/>
                    </a:lnTo>
                    <a:lnTo>
                      <a:pt x="970" y="11932"/>
                    </a:lnTo>
                    <a:lnTo>
                      <a:pt x="1076" y="3260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6508114" y="3355779"/>
                <a:ext cx="15356" cy="99300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9488" extrusionOk="0">
                    <a:moveTo>
                      <a:pt x="455" y="1"/>
                    </a:moveTo>
                    <a:lnTo>
                      <a:pt x="349" y="76"/>
                    </a:lnTo>
                    <a:lnTo>
                      <a:pt x="243" y="122"/>
                    </a:lnTo>
                    <a:lnTo>
                      <a:pt x="137" y="167"/>
                    </a:lnTo>
                    <a:lnTo>
                      <a:pt x="16" y="198"/>
                    </a:lnTo>
                    <a:lnTo>
                      <a:pt x="1" y="7930"/>
                    </a:lnTo>
                    <a:lnTo>
                      <a:pt x="16" y="15525"/>
                    </a:lnTo>
                    <a:lnTo>
                      <a:pt x="31" y="19209"/>
                    </a:lnTo>
                    <a:lnTo>
                      <a:pt x="61" y="22787"/>
                    </a:lnTo>
                    <a:lnTo>
                      <a:pt x="92" y="26228"/>
                    </a:lnTo>
                    <a:lnTo>
                      <a:pt x="137" y="29488"/>
                    </a:lnTo>
                    <a:lnTo>
                      <a:pt x="152" y="29488"/>
                    </a:lnTo>
                    <a:lnTo>
                      <a:pt x="152" y="29473"/>
                    </a:lnTo>
                    <a:lnTo>
                      <a:pt x="167" y="29442"/>
                    </a:lnTo>
                    <a:lnTo>
                      <a:pt x="183" y="29321"/>
                    </a:lnTo>
                    <a:lnTo>
                      <a:pt x="228" y="28866"/>
                    </a:lnTo>
                    <a:lnTo>
                      <a:pt x="258" y="28093"/>
                    </a:lnTo>
                    <a:lnTo>
                      <a:pt x="289" y="27062"/>
                    </a:lnTo>
                    <a:lnTo>
                      <a:pt x="334" y="24257"/>
                    </a:lnTo>
                    <a:lnTo>
                      <a:pt x="380" y="20573"/>
                    </a:lnTo>
                    <a:lnTo>
                      <a:pt x="410" y="16162"/>
                    </a:lnTo>
                    <a:lnTo>
                      <a:pt x="425" y="11174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rgbClr val="93CC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8"/>
              <p:cNvSpPr/>
              <p:nvPr/>
            </p:nvSpPr>
            <p:spPr>
              <a:xfrm>
                <a:off x="6508114" y="3355779"/>
                <a:ext cx="15356" cy="99300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9488" fill="none" extrusionOk="0">
                    <a:moveTo>
                      <a:pt x="455" y="1"/>
                    </a:moveTo>
                    <a:lnTo>
                      <a:pt x="455" y="1"/>
                    </a:lnTo>
                    <a:lnTo>
                      <a:pt x="349" y="76"/>
                    </a:lnTo>
                    <a:lnTo>
                      <a:pt x="243" y="122"/>
                    </a:lnTo>
                    <a:lnTo>
                      <a:pt x="137" y="167"/>
                    </a:lnTo>
                    <a:lnTo>
                      <a:pt x="16" y="198"/>
                    </a:lnTo>
                    <a:lnTo>
                      <a:pt x="16" y="198"/>
                    </a:lnTo>
                    <a:lnTo>
                      <a:pt x="1" y="7930"/>
                    </a:lnTo>
                    <a:lnTo>
                      <a:pt x="16" y="15525"/>
                    </a:lnTo>
                    <a:lnTo>
                      <a:pt x="31" y="19209"/>
                    </a:lnTo>
                    <a:lnTo>
                      <a:pt x="61" y="22787"/>
                    </a:lnTo>
                    <a:lnTo>
                      <a:pt x="92" y="2622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52" y="29488"/>
                    </a:lnTo>
                    <a:lnTo>
                      <a:pt x="152" y="29488"/>
                    </a:lnTo>
                    <a:lnTo>
                      <a:pt x="152" y="29473"/>
                    </a:lnTo>
                    <a:lnTo>
                      <a:pt x="167" y="29442"/>
                    </a:lnTo>
                    <a:lnTo>
                      <a:pt x="183" y="29321"/>
                    </a:lnTo>
                    <a:lnTo>
                      <a:pt x="228" y="28866"/>
                    </a:lnTo>
                    <a:lnTo>
                      <a:pt x="258" y="28093"/>
                    </a:lnTo>
                    <a:lnTo>
                      <a:pt x="289" y="27062"/>
                    </a:lnTo>
                    <a:lnTo>
                      <a:pt x="334" y="24257"/>
                    </a:lnTo>
                    <a:lnTo>
                      <a:pt x="380" y="20573"/>
                    </a:lnTo>
                    <a:lnTo>
                      <a:pt x="410" y="16162"/>
                    </a:lnTo>
                    <a:lnTo>
                      <a:pt x="425" y="11174"/>
                    </a:lnTo>
                    <a:lnTo>
                      <a:pt x="455" y="1"/>
                    </a:lnTo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8"/>
              <p:cNvSpPr/>
              <p:nvPr/>
            </p:nvSpPr>
            <p:spPr>
              <a:xfrm>
                <a:off x="6494341" y="3360897"/>
                <a:ext cx="18420" cy="98789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9336" extrusionOk="0">
                    <a:moveTo>
                      <a:pt x="0" y="0"/>
                    </a:moveTo>
                    <a:lnTo>
                      <a:pt x="122" y="11083"/>
                    </a:lnTo>
                    <a:lnTo>
                      <a:pt x="182" y="16040"/>
                    </a:lnTo>
                    <a:lnTo>
                      <a:pt x="243" y="20421"/>
                    </a:lnTo>
                    <a:lnTo>
                      <a:pt x="319" y="24090"/>
                    </a:lnTo>
                    <a:lnTo>
                      <a:pt x="394" y="26880"/>
                    </a:lnTo>
                    <a:lnTo>
                      <a:pt x="440" y="27911"/>
                    </a:lnTo>
                    <a:lnTo>
                      <a:pt x="470" y="28684"/>
                    </a:lnTo>
                    <a:lnTo>
                      <a:pt x="516" y="29154"/>
                    </a:lnTo>
                    <a:lnTo>
                      <a:pt x="531" y="29290"/>
                    </a:lnTo>
                    <a:lnTo>
                      <a:pt x="546" y="29336"/>
                    </a:lnTo>
                    <a:lnTo>
                      <a:pt x="501" y="26076"/>
                    </a:lnTo>
                    <a:lnTo>
                      <a:pt x="470" y="22635"/>
                    </a:lnTo>
                    <a:lnTo>
                      <a:pt x="440" y="19057"/>
                    </a:lnTo>
                    <a:lnTo>
                      <a:pt x="425" y="15373"/>
                    </a:lnTo>
                    <a:lnTo>
                      <a:pt x="410" y="7778"/>
                    </a:lnTo>
                    <a:lnTo>
                      <a:pt x="425" y="46"/>
                    </a:lnTo>
                    <a:lnTo>
                      <a:pt x="137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8"/>
              <p:cNvSpPr/>
              <p:nvPr/>
            </p:nvSpPr>
            <p:spPr>
              <a:xfrm>
                <a:off x="6494341" y="3360897"/>
                <a:ext cx="18420" cy="98789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9336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22" y="11083"/>
                    </a:lnTo>
                    <a:lnTo>
                      <a:pt x="182" y="16040"/>
                    </a:lnTo>
                    <a:lnTo>
                      <a:pt x="243" y="20421"/>
                    </a:lnTo>
                    <a:lnTo>
                      <a:pt x="319" y="24090"/>
                    </a:lnTo>
                    <a:lnTo>
                      <a:pt x="394" y="26880"/>
                    </a:lnTo>
                    <a:lnTo>
                      <a:pt x="440" y="27911"/>
                    </a:lnTo>
                    <a:lnTo>
                      <a:pt x="470" y="28684"/>
                    </a:lnTo>
                    <a:lnTo>
                      <a:pt x="516" y="29154"/>
                    </a:lnTo>
                    <a:lnTo>
                      <a:pt x="531" y="29290"/>
                    </a:lnTo>
                    <a:lnTo>
                      <a:pt x="546" y="29336"/>
                    </a:lnTo>
                    <a:lnTo>
                      <a:pt x="546" y="29336"/>
                    </a:lnTo>
                    <a:lnTo>
                      <a:pt x="501" y="26076"/>
                    </a:lnTo>
                    <a:lnTo>
                      <a:pt x="470" y="22635"/>
                    </a:lnTo>
                    <a:lnTo>
                      <a:pt x="440" y="19057"/>
                    </a:lnTo>
                    <a:lnTo>
                      <a:pt x="425" y="15373"/>
                    </a:lnTo>
                    <a:lnTo>
                      <a:pt x="410" y="7778"/>
                    </a:lnTo>
                    <a:lnTo>
                      <a:pt x="425" y="46"/>
                    </a:lnTo>
                    <a:lnTo>
                      <a:pt x="425" y="46"/>
                    </a:lnTo>
                    <a:lnTo>
                      <a:pt x="288" y="46"/>
                    </a:lnTo>
                    <a:lnTo>
                      <a:pt x="288" y="46"/>
                    </a:lnTo>
                    <a:lnTo>
                      <a:pt x="137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8"/>
              <p:cNvSpPr/>
              <p:nvPr/>
            </p:nvSpPr>
            <p:spPr>
              <a:xfrm>
                <a:off x="6466255" y="3273575"/>
                <a:ext cx="28119" cy="87353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4" extrusionOk="0">
                    <a:moveTo>
                      <a:pt x="804" y="1"/>
                    </a:moveTo>
                    <a:lnTo>
                      <a:pt x="637" y="76"/>
                    </a:lnTo>
                    <a:lnTo>
                      <a:pt x="486" y="183"/>
                    </a:lnTo>
                    <a:lnTo>
                      <a:pt x="349" y="319"/>
                    </a:lnTo>
                    <a:lnTo>
                      <a:pt x="228" y="486"/>
                    </a:lnTo>
                    <a:lnTo>
                      <a:pt x="137" y="653"/>
                    </a:lnTo>
                    <a:lnTo>
                      <a:pt x="61" y="865"/>
                    </a:lnTo>
                    <a:lnTo>
                      <a:pt x="16" y="1077"/>
                    </a:lnTo>
                    <a:lnTo>
                      <a:pt x="0" y="1289"/>
                    </a:lnTo>
                    <a:lnTo>
                      <a:pt x="16" y="1532"/>
                    </a:lnTo>
                    <a:lnTo>
                      <a:pt x="61" y="1744"/>
                    </a:lnTo>
                    <a:lnTo>
                      <a:pt x="137" y="1941"/>
                    </a:lnTo>
                    <a:lnTo>
                      <a:pt x="243" y="2123"/>
                    </a:lnTo>
                    <a:lnTo>
                      <a:pt x="364" y="2290"/>
                    </a:lnTo>
                    <a:lnTo>
                      <a:pt x="501" y="2411"/>
                    </a:lnTo>
                    <a:lnTo>
                      <a:pt x="652" y="2517"/>
                    </a:lnTo>
                    <a:lnTo>
                      <a:pt x="834" y="2593"/>
                    </a:lnTo>
                    <a:lnTo>
                      <a:pt x="80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8"/>
              <p:cNvSpPr/>
              <p:nvPr/>
            </p:nvSpPr>
            <p:spPr>
              <a:xfrm>
                <a:off x="6466255" y="3273575"/>
                <a:ext cx="28119" cy="87353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4" fill="none" extrusionOk="0">
                    <a:moveTo>
                      <a:pt x="804" y="1"/>
                    </a:moveTo>
                    <a:lnTo>
                      <a:pt x="804" y="1"/>
                    </a:lnTo>
                    <a:lnTo>
                      <a:pt x="637" y="76"/>
                    </a:lnTo>
                    <a:lnTo>
                      <a:pt x="486" y="183"/>
                    </a:lnTo>
                    <a:lnTo>
                      <a:pt x="349" y="319"/>
                    </a:lnTo>
                    <a:lnTo>
                      <a:pt x="228" y="486"/>
                    </a:lnTo>
                    <a:lnTo>
                      <a:pt x="137" y="653"/>
                    </a:lnTo>
                    <a:lnTo>
                      <a:pt x="61" y="865"/>
                    </a:lnTo>
                    <a:lnTo>
                      <a:pt x="16" y="1077"/>
                    </a:lnTo>
                    <a:lnTo>
                      <a:pt x="0" y="1289"/>
                    </a:lnTo>
                    <a:lnTo>
                      <a:pt x="0" y="1289"/>
                    </a:lnTo>
                    <a:lnTo>
                      <a:pt x="16" y="1532"/>
                    </a:lnTo>
                    <a:lnTo>
                      <a:pt x="61" y="1744"/>
                    </a:lnTo>
                    <a:lnTo>
                      <a:pt x="137" y="1941"/>
                    </a:lnTo>
                    <a:lnTo>
                      <a:pt x="243" y="2123"/>
                    </a:lnTo>
                    <a:lnTo>
                      <a:pt x="364" y="2290"/>
                    </a:lnTo>
                    <a:lnTo>
                      <a:pt x="501" y="2411"/>
                    </a:lnTo>
                    <a:lnTo>
                      <a:pt x="652" y="2517"/>
                    </a:lnTo>
                    <a:lnTo>
                      <a:pt x="834" y="2593"/>
                    </a:lnTo>
                    <a:lnTo>
                      <a:pt x="834" y="2593"/>
                    </a:lnTo>
                    <a:lnTo>
                      <a:pt x="80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6523437" y="3278189"/>
                <a:ext cx="18420" cy="77621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05" extrusionOk="0">
                    <a:moveTo>
                      <a:pt x="0" y="0"/>
                    </a:moveTo>
                    <a:lnTo>
                      <a:pt x="0" y="2305"/>
                    </a:lnTo>
                    <a:lnTo>
                      <a:pt x="122" y="2214"/>
                    </a:lnTo>
                    <a:lnTo>
                      <a:pt x="228" y="2107"/>
                    </a:lnTo>
                    <a:lnTo>
                      <a:pt x="319" y="1971"/>
                    </a:lnTo>
                    <a:lnTo>
                      <a:pt x="395" y="1835"/>
                    </a:lnTo>
                    <a:lnTo>
                      <a:pt x="455" y="1683"/>
                    </a:lnTo>
                    <a:lnTo>
                      <a:pt x="501" y="1516"/>
                    </a:lnTo>
                    <a:lnTo>
                      <a:pt x="531" y="1334"/>
                    </a:lnTo>
                    <a:lnTo>
                      <a:pt x="546" y="1152"/>
                    </a:lnTo>
                    <a:lnTo>
                      <a:pt x="531" y="986"/>
                    </a:lnTo>
                    <a:lnTo>
                      <a:pt x="501" y="804"/>
                    </a:lnTo>
                    <a:lnTo>
                      <a:pt x="455" y="637"/>
                    </a:lnTo>
                    <a:lnTo>
                      <a:pt x="395" y="485"/>
                    </a:lnTo>
                    <a:lnTo>
                      <a:pt x="319" y="349"/>
                    </a:lnTo>
                    <a:lnTo>
                      <a:pt x="228" y="212"/>
                    </a:lnTo>
                    <a:lnTo>
                      <a:pt x="122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6523437" y="3278189"/>
                <a:ext cx="18420" cy="77621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05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305"/>
                    </a:lnTo>
                    <a:lnTo>
                      <a:pt x="0" y="2305"/>
                    </a:lnTo>
                    <a:lnTo>
                      <a:pt x="122" y="2214"/>
                    </a:lnTo>
                    <a:lnTo>
                      <a:pt x="228" y="2107"/>
                    </a:lnTo>
                    <a:lnTo>
                      <a:pt x="319" y="1971"/>
                    </a:lnTo>
                    <a:lnTo>
                      <a:pt x="395" y="1835"/>
                    </a:lnTo>
                    <a:lnTo>
                      <a:pt x="455" y="1683"/>
                    </a:lnTo>
                    <a:lnTo>
                      <a:pt x="501" y="1516"/>
                    </a:lnTo>
                    <a:lnTo>
                      <a:pt x="531" y="1334"/>
                    </a:lnTo>
                    <a:lnTo>
                      <a:pt x="546" y="1152"/>
                    </a:lnTo>
                    <a:lnTo>
                      <a:pt x="546" y="1152"/>
                    </a:lnTo>
                    <a:lnTo>
                      <a:pt x="531" y="986"/>
                    </a:lnTo>
                    <a:lnTo>
                      <a:pt x="501" y="804"/>
                    </a:lnTo>
                    <a:lnTo>
                      <a:pt x="455" y="637"/>
                    </a:lnTo>
                    <a:lnTo>
                      <a:pt x="395" y="485"/>
                    </a:lnTo>
                    <a:lnTo>
                      <a:pt x="319" y="349"/>
                    </a:lnTo>
                    <a:lnTo>
                      <a:pt x="228" y="212"/>
                    </a:lnTo>
                    <a:lnTo>
                      <a:pt x="122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8"/>
              <p:cNvSpPr/>
              <p:nvPr/>
            </p:nvSpPr>
            <p:spPr>
              <a:xfrm>
                <a:off x="6508619" y="3272060"/>
                <a:ext cx="1485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684" extrusionOk="0">
                    <a:moveTo>
                      <a:pt x="16" y="0"/>
                    </a:moveTo>
                    <a:lnTo>
                      <a:pt x="1" y="2684"/>
                    </a:lnTo>
                    <a:lnTo>
                      <a:pt x="122" y="2653"/>
                    </a:lnTo>
                    <a:lnTo>
                      <a:pt x="228" y="2608"/>
                    </a:lnTo>
                    <a:lnTo>
                      <a:pt x="334" y="2562"/>
                    </a:lnTo>
                    <a:lnTo>
                      <a:pt x="440" y="2487"/>
                    </a:lnTo>
                    <a:lnTo>
                      <a:pt x="440" y="182"/>
                    </a:lnTo>
                    <a:lnTo>
                      <a:pt x="349" y="121"/>
                    </a:lnTo>
                    <a:lnTo>
                      <a:pt x="243" y="76"/>
                    </a:lnTo>
                    <a:lnTo>
                      <a:pt x="137" y="3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>
                <a:off x="6508619" y="3272060"/>
                <a:ext cx="1485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684" fill="none" extrusionOk="0">
                    <a:moveTo>
                      <a:pt x="16" y="0"/>
                    </a:moveTo>
                    <a:lnTo>
                      <a:pt x="16" y="0"/>
                    </a:lnTo>
                    <a:lnTo>
                      <a:pt x="1" y="2684"/>
                    </a:lnTo>
                    <a:lnTo>
                      <a:pt x="1" y="2684"/>
                    </a:lnTo>
                    <a:lnTo>
                      <a:pt x="122" y="2653"/>
                    </a:lnTo>
                    <a:lnTo>
                      <a:pt x="228" y="2608"/>
                    </a:lnTo>
                    <a:lnTo>
                      <a:pt x="334" y="2562"/>
                    </a:lnTo>
                    <a:lnTo>
                      <a:pt x="440" y="2487"/>
                    </a:lnTo>
                    <a:lnTo>
                      <a:pt x="440" y="2487"/>
                    </a:lnTo>
                    <a:lnTo>
                      <a:pt x="440" y="182"/>
                    </a:lnTo>
                    <a:lnTo>
                      <a:pt x="440" y="182"/>
                    </a:lnTo>
                    <a:lnTo>
                      <a:pt x="349" y="121"/>
                    </a:lnTo>
                    <a:lnTo>
                      <a:pt x="243" y="76"/>
                    </a:lnTo>
                    <a:lnTo>
                      <a:pt x="137" y="30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>
                <a:off x="6493297" y="3272060"/>
                <a:ext cx="1586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71" h="2684" extrusionOk="0">
                    <a:moveTo>
                      <a:pt x="153" y="0"/>
                    </a:moveTo>
                    <a:lnTo>
                      <a:pt x="1" y="46"/>
                    </a:lnTo>
                    <a:lnTo>
                      <a:pt x="31" y="2638"/>
                    </a:lnTo>
                    <a:lnTo>
                      <a:pt x="168" y="2684"/>
                    </a:lnTo>
                    <a:lnTo>
                      <a:pt x="456" y="2684"/>
                    </a:lnTo>
                    <a:lnTo>
                      <a:pt x="4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8"/>
              <p:cNvSpPr/>
              <p:nvPr/>
            </p:nvSpPr>
            <p:spPr>
              <a:xfrm>
                <a:off x="6493297" y="3272060"/>
                <a:ext cx="1586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71" h="2684" fill="none" extrusionOk="0">
                    <a:moveTo>
                      <a:pt x="319" y="0"/>
                    </a:moveTo>
                    <a:lnTo>
                      <a:pt x="319" y="0"/>
                    </a:lnTo>
                    <a:lnTo>
                      <a:pt x="153" y="0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1" y="2638"/>
                    </a:lnTo>
                    <a:lnTo>
                      <a:pt x="31" y="2638"/>
                    </a:lnTo>
                    <a:lnTo>
                      <a:pt x="168" y="2684"/>
                    </a:lnTo>
                    <a:lnTo>
                      <a:pt x="319" y="2684"/>
                    </a:lnTo>
                    <a:lnTo>
                      <a:pt x="319" y="2684"/>
                    </a:lnTo>
                    <a:lnTo>
                      <a:pt x="456" y="2684"/>
                    </a:lnTo>
                    <a:lnTo>
                      <a:pt x="456" y="2684"/>
                    </a:lnTo>
                    <a:lnTo>
                      <a:pt x="471" y="0"/>
                    </a:lnTo>
                    <a:lnTo>
                      <a:pt x="471" y="0"/>
                    </a:lnTo>
                    <a:lnTo>
                      <a:pt x="31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>
                <a:off x="6395804" y="3693752"/>
                <a:ext cx="20441" cy="8071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97" extrusionOk="0">
                    <a:moveTo>
                      <a:pt x="607" y="1"/>
                    </a:moveTo>
                    <a:lnTo>
                      <a:pt x="470" y="92"/>
                    </a:lnTo>
                    <a:lnTo>
                      <a:pt x="349" y="198"/>
                    </a:lnTo>
                    <a:lnTo>
                      <a:pt x="258" y="334"/>
                    </a:lnTo>
                    <a:lnTo>
                      <a:pt x="167" y="486"/>
                    </a:lnTo>
                    <a:lnTo>
                      <a:pt x="91" y="653"/>
                    </a:lnTo>
                    <a:lnTo>
                      <a:pt x="31" y="820"/>
                    </a:lnTo>
                    <a:lnTo>
                      <a:pt x="0" y="1001"/>
                    </a:lnTo>
                    <a:lnTo>
                      <a:pt x="0" y="1199"/>
                    </a:lnTo>
                    <a:lnTo>
                      <a:pt x="0" y="1396"/>
                    </a:lnTo>
                    <a:lnTo>
                      <a:pt x="31" y="1578"/>
                    </a:lnTo>
                    <a:lnTo>
                      <a:pt x="91" y="1744"/>
                    </a:lnTo>
                    <a:lnTo>
                      <a:pt x="167" y="1911"/>
                    </a:lnTo>
                    <a:lnTo>
                      <a:pt x="243" y="2063"/>
                    </a:lnTo>
                    <a:lnTo>
                      <a:pt x="349" y="2184"/>
                    </a:lnTo>
                    <a:lnTo>
                      <a:pt x="470" y="2305"/>
                    </a:lnTo>
                    <a:lnTo>
                      <a:pt x="607" y="2396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>
                <a:off x="6395804" y="3693752"/>
                <a:ext cx="20441" cy="8071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97" fill="none" extrusionOk="0">
                    <a:moveTo>
                      <a:pt x="607" y="1"/>
                    </a:moveTo>
                    <a:lnTo>
                      <a:pt x="607" y="1"/>
                    </a:lnTo>
                    <a:lnTo>
                      <a:pt x="470" y="92"/>
                    </a:lnTo>
                    <a:lnTo>
                      <a:pt x="349" y="198"/>
                    </a:lnTo>
                    <a:lnTo>
                      <a:pt x="258" y="334"/>
                    </a:lnTo>
                    <a:lnTo>
                      <a:pt x="167" y="486"/>
                    </a:lnTo>
                    <a:lnTo>
                      <a:pt x="91" y="653"/>
                    </a:lnTo>
                    <a:lnTo>
                      <a:pt x="31" y="820"/>
                    </a:lnTo>
                    <a:lnTo>
                      <a:pt x="0" y="1001"/>
                    </a:lnTo>
                    <a:lnTo>
                      <a:pt x="0" y="1199"/>
                    </a:lnTo>
                    <a:lnTo>
                      <a:pt x="0" y="1199"/>
                    </a:lnTo>
                    <a:lnTo>
                      <a:pt x="0" y="1396"/>
                    </a:lnTo>
                    <a:lnTo>
                      <a:pt x="31" y="1578"/>
                    </a:lnTo>
                    <a:lnTo>
                      <a:pt x="91" y="1744"/>
                    </a:lnTo>
                    <a:lnTo>
                      <a:pt x="167" y="1911"/>
                    </a:lnTo>
                    <a:lnTo>
                      <a:pt x="243" y="2063"/>
                    </a:lnTo>
                    <a:lnTo>
                      <a:pt x="349" y="2184"/>
                    </a:lnTo>
                    <a:lnTo>
                      <a:pt x="470" y="2305"/>
                    </a:lnTo>
                    <a:lnTo>
                      <a:pt x="607" y="2396"/>
                    </a:lnTo>
                    <a:lnTo>
                      <a:pt x="607" y="2396"/>
                    </a:lnTo>
                    <a:lnTo>
                      <a:pt x="60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>
                <a:off x="6416212" y="3688667"/>
                <a:ext cx="5465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2699" extrusionOk="0">
                    <a:moveTo>
                      <a:pt x="501" y="0"/>
                    </a:moveTo>
                    <a:lnTo>
                      <a:pt x="365" y="15"/>
                    </a:lnTo>
                    <a:lnTo>
                      <a:pt x="243" y="46"/>
                    </a:lnTo>
                    <a:lnTo>
                      <a:pt x="122" y="91"/>
                    </a:lnTo>
                    <a:lnTo>
                      <a:pt x="1" y="152"/>
                    </a:lnTo>
                    <a:lnTo>
                      <a:pt x="1" y="2547"/>
                    </a:lnTo>
                    <a:lnTo>
                      <a:pt x="107" y="2608"/>
                    </a:lnTo>
                    <a:lnTo>
                      <a:pt x="243" y="2653"/>
                    </a:lnTo>
                    <a:lnTo>
                      <a:pt x="365" y="2684"/>
                    </a:lnTo>
                    <a:lnTo>
                      <a:pt x="501" y="2699"/>
                    </a:lnTo>
                    <a:lnTo>
                      <a:pt x="622" y="2684"/>
                    </a:lnTo>
                    <a:lnTo>
                      <a:pt x="728" y="2668"/>
                    </a:lnTo>
                    <a:lnTo>
                      <a:pt x="835" y="2638"/>
                    </a:lnTo>
                    <a:lnTo>
                      <a:pt x="941" y="2593"/>
                    </a:lnTo>
                    <a:lnTo>
                      <a:pt x="1047" y="2532"/>
                    </a:lnTo>
                    <a:lnTo>
                      <a:pt x="1138" y="2471"/>
                    </a:lnTo>
                    <a:lnTo>
                      <a:pt x="1214" y="2396"/>
                    </a:lnTo>
                    <a:lnTo>
                      <a:pt x="1305" y="2305"/>
                    </a:lnTo>
                    <a:lnTo>
                      <a:pt x="1365" y="2199"/>
                    </a:lnTo>
                    <a:lnTo>
                      <a:pt x="1441" y="2108"/>
                    </a:lnTo>
                    <a:lnTo>
                      <a:pt x="1486" y="1986"/>
                    </a:lnTo>
                    <a:lnTo>
                      <a:pt x="1532" y="1880"/>
                    </a:lnTo>
                    <a:lnTo>
                      <a:pt x="1577" y="1744"/>
                    </a:lnTo>
                    <a:lnTo>
                      <a:pt x="1608" y="1622"/>
                    </a:lnTo>
                    <a:lnTo>
                      <a:pt x="1623" y="1486"/>
                    </a:lnTo>
                    <a:lnTo>
                      <a:pt x="1623" y="1350"/>
                    </a:lnTo>
                    <a:lnTo>
                      <a:pt x="1623" y="1213"/>
                    </a:lnTo>
                    <a:lnTo>
                      <a:pt x="1608" y="1077"/>
                    </a:lnTo>
                    <a:lnTo>
                      <a:pt x="1577" y="955"/>
                    </a:lnTo>
                    <a:lnTo>
                      <a:pt x="1532" y="819"/>
                    </a:lnTo>
                    <a:lnTo>
                      <a:pt x="1486" y="713"/>
                    </a:lnTo>
                    <a:lnTo>
                      <a:pt x="1441" y="591"/>
                    </a:lnTo>
                    <a:lnTo>
                      <a:pt x="1365" y="485"/>
                    </a:lnTo>
                    <a:lnTo>
                      <a:pt x="1305" y="394"/>
                    </a:lnTo>
                    <a:lnTo>
                      <a:pt x="1214" y="303"/>
                    </a:lnTo>
                    <a:lnTo>
                      <a:pt x="1138" y="228"/>
                    </a:lnTo>
                    <a:lnTo>
                      <a:pt x="1047" y="167"/>
                    </a:lnTo>
                    <a:lnTo>
                      <a:pt x="941" y="106"/>
                    </a:lnTo>
                    <a:lnTo>
                      <a:pt x="835" y="61"/>
                    </a:lnTo>
                    <a:lnTo>
                      <a:pt x="728" y="31"/>
                    </a:lnTo>
                    <a:lnTo>
                      <a:pt x="622" y="15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>
                <a:off x="6416212" y="3688667"/>
                <a:ext cx="5465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2699" fill="none" extrusionOk="0">
                    <a:moveTo>
                      <a:pt x="501" y="0"/>
                    </a:moveTo>
                    <a:lnTo>
                      <a:pt x="501" y="0"/>
                    </a:lnTo>
                    <a:lnTo>
                      <a:pt x="365" y="15"/>
                    </a:lnTo>
                    <a:lnTo>
                      <a:pt x="243" y="46"/>
                    </a:lnTo>
                    <a:lnTo>
                      <a:pt x="122" y="91"/>
                    </a:lnTo>
                    <a:lnTo>
                      <a:pt x="1" y="152"/>
                    </a:lnTo>
                    <a:lnTo>
                      <a:pt x="1" y="152"/>
                    </a:lnTo>
                    <a:lnTo>
                      <a:pt x="1" y="2547"/>
                    </a:lnTo>
                    <a:lnTo>
                      <a:pt x="1" y="2547"/>
                    </a:lnTo>
                    <a:lnTo>
                      <a:pt x="107" y="2608"/>
                    </a:lnTo>
                    <a:lnTo>
                      <a:pt x="243" y="2653"/>
                    </a:lnTo>
                    <a:lnTo>
                      <a:pt x="365" y="2684"/>
                    </a:lnTo>
                    <a:lnTo>
                      <a:pt x="501" y="2699"/>
                    </a:lnTo>
                    <a:lnTo>
                      <a:pt x="501" y="2699"/>
                    </a:lnTo>
                    <a:lnTo>
                      <a:pt x="622" y="2684"/>
                    </a:lnTo>
                    <a:lnTo>
                      <a:pt x="728" y="2668"/>
                    </a:lnTo>
                    <a:lnTo>
                      <a:pt x="835" y="2638"/>
                    </a:lnTo>
                    <a:lnTo>
                      <a:pt x="941" y="2593"/>
                    </a:lnTo>
                    <a:lnTo>
                      <a:pt x="1047" y="2532"/>
                    </a:lnTo>
                    <a:lnTo>
                      <a:pt x="1138" y="2471"/>
                    </a:lnTo>
                    <a:lnTo>
                      <a:pt x="1214" y="2396"/>
                    </a:lnTo>
                    <a:lnTo>
                      <a:pt x="1305" y="2305"/>
                    </a:lnTo>
                    <a:lnTo>
                      <a:pt x="1365" y="2199"/>
                    </a:lnTo>
                    <a:lnTo>
                      <a:pt x="1441" y="2108"/>
                    </a:lnTo>
                    <a:lnTo>
                      <a:pt x="1486" y="1986"/>
                    </a:lnTo>
                    <a:lnTo>
                      <a:pt x="1532" y="1880"/>
                    </a:lnTo>
                    <a:lnTo>
                      <a:pt x="1577" y="1744"/>
                    </a:lnTo>
                    <a:lnTo>
                      <a:pt x="1608" y="1622"/>
                    </a:lnTo>
                    <a:lnTo>
                      <a:pt x="1623" y="1486"/>
                    </a:lnTo>
                    <a:lnTo>
                      <a:pt x="1623" y="1350"/>
                    </a:lnTo>
                    <a:lnTo>
                      <a:pt x="1623" y="1350"/>
                    </a:lnTo>
                    <a:lnTo>
                      <a:pt x="1623" y="1213"/>
                    </a:lnTo>
                    <a:lnTo>
                      <a:pt x="1608" y="1077"/>
                    </a:lnTo>
                    <a:lnTo>
                      <a:pt x="1577" y="955"/>
                    </a:lnTo>
                    <a:lnTo>
                      <a:pt x="1532" y="819"/>
                    </a:lnTo>
                    <a:lnTo>
                      <a:pt x="1486" y="713"/>
                    </a:lnTo>
                    <a:lnTo>
                      <a:pt x="1441" y="591"/>
                    </a:lnTo>
                    <a:lnTo>
                      <a:pt x="1365" y="485"/>
                    </a:lnTo>
                    <a:lnTo>
                      <a:pt x="1305" y="394"/>
                    </a:lnTo>
                    <a:lnTo>
                      <a:pt x="1214" y="303"/>
                    </a:lnTo>
                    <a:lnTo>
                      <a:pt x="1138" y="228"/>
                    </a:lnTo>
                    <a:lnTo>
                      <a:pt x="1047" y="167"/>
                    </a:lnTo>
                    <a:lnTo>
                      <a:pt x="941" y="106"/>
                    </a:lnTo>
                    <a:lnTo>
                      <a:pt x="835" y="61"/>
                    </a:lnTo>
                    <a:lnTo>
                      <a:pt x="728" y="31"/>
                    </a:lnTo>
                    <a:lnTo>
                      <a:pt x="622" y="15"/>
                    </a:lnTo>
                    <a:lnTo>
                      <a:pt x="50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0"/>
                    </a:move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37"/>
                    </a:lnTo>
                    <a:lnTo>
                      <a:pt x="182" y="228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46" y="1046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43" y="1486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46"/>
                    </a:lnTo>
                    <a:lnTo>
                      <a:pt x="1228" y="910"/>
                    </a:lnTo>
                    <a:lnTo>
                      <a:pt x="1243" y="758"/>
                    </a:lnTo>
                    <a:lnTo>
                      <a:pt x="1228" y="607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37"/>
                    </a:lnTo>
                    <a:lnTo>
                      <a:pt x="182" y="228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46" y="1046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43" y="1486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46"/>
                    </a:lnTo>
                    <a:lnTo>
                      <a:pt x="1228" y="910"/>
                    </a:lnTo>
                    <a:lnTo>
                      <a:pt x="1243" y="758"/>
                    </a:lnTo>
                    <a:lnTo>
                      <a:pt x="1243" y="758"/>
                    </a:lnTo>
                    <a:lnTo>
                      <a:pt x="1228" y="607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>
                <a:off x="6391191" y="3205179"/>
                <a:ext cx="24044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2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2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62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5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13" y="1486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6391191" y="3205179"/>
                <a:ext cx="24044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2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2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62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5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13" y="1486"/>
                    </a:lnTo>
                    <a:lnTo>
                      <a:pt x="713" y="1486"/>
                    </a:lnTo>
                    <a:lnTo>
                      <a:pt x="713" y="0"/>
                    </a:lnTo>
                    <a:lnTo>
                      <a:pt x="713" y="0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6415202" y="3205179"/>
                <a:ext cx="17915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1486" extrusionOk="0">
                    <a:moveTo>
                      <a:pt x="0" y="0"/>
                    </a:moveTo>
                    <a:lnTo>
                      <a:pt x="0" y="1486"/>
                    </a:lnTo>
                    <a:lnTo>
                      <a:pt x="107" y="1456"/>
                    </a:lnTo>
                    <a:lnTo>
                      <a:pt x="213" y="1410"/>
                    </a:lnTo>
                    <a:lnTo>
                      <a:pt x="304" y="1334"/>
                    </a:lnTo>
                    <a:lnTo>
                      <a:pt x="379" y="1243"/>
                    </a:lnTo>
                    <a:lnTo>
                      <a:pt x="440" y="1137"/>
                    </a:lnTo>
                    <a:lnTo>
                      <a:pt x="501" y="1016"/>
                    </a:lnTo>
                    <a:lnTo>
                      <a:pt x="531" y="895"/>
                    </a:lnTo>
                    <a:lnTo>
                      <a:pt x="531" y="743"/>
                    </a:lnTo>
                    <a:lnTo>
                      <a:pt x="531" y="607"/>
                    </a:lnTo>
                    <a:lnTo>
                      <a:pt x="501" y="485"/>
                    </a:lnTo>
                    <a:lnTo>
                      <a:pt x="440" y="364"/>
                    </a:lnTo>
                    <a:lnTo>
                      <a:pt x="379" y="258"/>
                    </a:lnTo>
                    <a:lnTo>
                      <a:pt x="304" y="167"/>
                    </a:lnTo>
                    <a:lnTo>
                      <a:pt x="213" y="91"/>
                    </a:lnTo>
                    <a:lnTo>
                      <a:pt x="10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6415202" y="3205179"/>
                <a:ext cx="17915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1486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486"/>
                    </a:lnTo>
                    <a:lnTo>
                      <a:pt x="0" y="1486"/>
                    </a:lnTo>
                    <a:lnTo>
                      <a:pt x="107" y="1456"/>
                    </a:lnTo>
                    <a:lnTo>
                      <a:pt x="213" y="1410"/>
                    </a:lnTo>
                    <a:lnTo>
                      <a:pt x="304" y="1334"/>
                    </a:lnTo>
                    <a:lnTo>
                      <a:pt x="379" y="1243"/>
                    </a:lnTo>
                    <a:lnTo>
                      <a:pt x="440" y="1137"/>
                    </a:lnTo>
                    <a:lnTo>
                      <a:pt x="501" y="1016"/>
                    </a:lnTo>
                    <a:lnTo>
                      <a:pt x="531" y="895"/>
                    </a:lnTo>
                    <a:lnTo>
                      <a:pt x="531" y="743"/>
                    </a:lnTo>
                    <a:lnTo>
                      <a:pt x="531" y="743"/>
                    </a:lnTo>
                    <a:lnTo>
                      <a:pt x="531" y="607"/>
                    </a:lnTo>
                    <a:lnTo>
                      <a:pt x="501" y="485"/>
                    </a:lnTo>
                    <a:lnTo>
                      <a:pt x="440" y="364"/>
                    </a:lnTo>
                    <a:lnTo>
                      <a:pt x="379" y="258"/>
                    </a:lnTo>
                    <a:lnTo>
                      <a:pt x="304" y="167"/>
                    </a:lnTo>
                    <a:lnTo>
                      <a:pt x="213" y="91"/>
                    </a:lnTo>
                    <a:lnTo>
                      <a:pt x="107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>
                <a:off x="6374858" y="3936793"/>
                <a:ext cx="539" cy="1431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5" extrusionOk="0">
                    <a:moveTo>
                      <a:pt x="16" y="0"/>
                    </a:moveTo>
                    <a:lnTo>
                      <a:pt x="1" y="228"/>
                    </a:lnTo>
                    <a:lnTo>
                      <a:pt x="1" y="42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6374858" y="3936793"/>
                <a:ext cx="539" cy="1431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5" fill="none" extrusionOk="0">
                    <a:moveTo>
                      <a:pt x="16" y="0"/>
                    </a:moveTo>
                    <a:lnTo>
                      <a:pt x="16" y="0"/>
                    </a:lnTo>
                    <a:lnTo>
                      <a:pt x="1" y="228"/>
                    </a:lnTo>
                    <a:lnTo>
                      <a:pt x="1" y="228"/>
                    </a:lnTo>
                    <a:lnTo>
                      <a:pt x="1" y="425"/>
                    </a:lnTo>
                    <a:lnTo>
                      <a:pt x="1" y="425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>
                <a:off x="6374858" y="3899008"/>
                <a:ext cx="40881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2699" extrusionOk="0">
                    <a:moveTo>
                      <a:pt x="1107" y="0"/>
                    </a:moveTo>
                    <a:lnTo>
                      <a:pt x="1016" y="16"/>
                    </a:lnTo>
                    <a:lnTo>
                      <a:pt x="910" y="31"/>
                    </a:lnTo>
                    <a:lnTo>
                      <a:pt x="819" y="61"/>
                    </a:lnTo>
                    <a:lnTo>
                      <a:pt x="713" y="91"/>
                    </a:lnTo>
                    <a:lnTo>
                      <a:pt x="637" y="137"/>
                    </a:lnTo>
                    <a:lnTo>
                      <a:pt x="547" y="197"/>
                    </a:lnTo>
                    <a:lnTo>
                      <a:pt x="471" y="258"/>
                    </a:lnTo>
                    <a:lnTo>
                      <a:pt x="395" y="334"/>
                    </a:lnTo>
                    <a:lnTo>
                      <a:pt x="258" y="501"/>
                    </a:lnTo>
                    <a:lnTo>
                      <a:pt x="137" y="683"/>
                    </a:lnTo>
                    <a:lnTo>
                      <a:pt x="61" y="895"/>
                    </a:lnTo>
                    <a:lnTo>
                      <a:pt x="16" y="1122"/>
                    </a:lnTo>
                    <a:lnTo>
                      <a:pt x="1" y="1547"/>
                    </a:lnTo>
                    <a:lnTo>
                      <a:pt x="31" y="1668"/>
                    </a:lnTo>
                    <a:lnTo>
                      <a:pt x="46" y="1789"/>
                    </a:lnTo>
                    <a:lnTo>
                      <a:pt x="92" y="1895"/>
                    </a:lnTo>
                    <a:lnTo>
                      <a:pt x="137" y="2002"/>
                    </a:lnTo>
                    <a:lnTo>
                      <a:pt x="243" y="2199"/>
                    </a:lnTo>
                    <a:lnTo>
                      <a:pt x="304" y="2290"/>
                    </a:lnTo>
                    <a:lnTo>
                      <a:pt x="380" y="2365"/>
                    </a:lnTo>
                    <a:lnTo>
                      <a:pt x="456" y="2441"/>
                    </a:lnTo>
                    <a:lnTo>
                      <a:pt x="531" y="2517"/>
                    </a:lnTo>
                    <a:lnTo>
                      <a:pt x="622" y="2563"/>
                    </a:lnTo>
                    <a:lnTo>
                      <a:pt x="713" y="2608"/>
                    </a:lnTo>
                    <a:lnTo>
                      <a:pt x="804" y="2654"/>
                    </a:lnTo>
                    <a:lnTo>
                      <a:pt x="910" y="2684"/>
                    </a:lnTo>
                    <a:lnTo>
                      <a:pt x="1016" y="2699"/>
                    </a:lnTo>
                    <a:lnTo>
                      <a:pt x="1198" y="2699"/>
                    </a:lnTo>
                    <a:lnTo>
                      <a:pt x="1214" y="16"/>
                    </a:lnTo>
                    <a:lnTo>
                      <a:pt x="110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>
                <a:off x="6374858" y="3899008"/>
                <a:ext cx="40881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2699" fill="none" extrusionOk="0">
                    <a:moveTo>
                      <a:pt x="1107" y="0"/>
                    </a:moveTo>
                    <a:lnTo>
                      <a:pt x="1107" y="0"/>
                    </a:lnTo>
                    <a:lnTo>
                      <a:pt x="1016" y="16"/>
                    </a:lnTo>
                    <a:lnTo>
                      <a:pt x="910" y="31"/>
                    </a:lnTo>
                    <a:lnTo>
                      <a:pt x="819" y="61"/>
                    </a:lnTo>
                    <a:lnTo>
                      <a:pt x="713" y="91"/>
                    </a:lnTo>
                    <a:lnTo>
                      <a:pt x="637" y="137"/>
                    </a:lnTo>
                    <a:lnTo>
                      <a:pt x="547" y="197"/>
                    </a:lnTo>
                    <a:lnTo>
                      <a:pt x="471" y="258"/>
                    </a:lnTo>
                    <a:lnTo>
                      <a:pt x="395" y="334"/>
                    </a:lnTo>
                    <a:lnTo>
                      <a:pt x="258" y="501"/>
                    </a:lnTo>
                    <a:lnTo>
                      <a:pt x="137" y="683"/>
                    </a:lnTo>
                    <a:lnTo>
                      <a:pt x="61" y="895"/>
                    </a:lnTo>
                    <a:lnTo>
                      <a:pt x="16" y="1122"/>
                    </a:lnTo>
                    <a:lnTo>
                      <a:pt x="16" y="1122"/>
                    </a:lnTo>
                    <a:lnTo>
                      <a:pt x="1" y="1547"/>
                    </a:lnTo>
                    <a:lnTo>
                      <a:pt x="1" y="1547"/>
                    </a:lnTo>
                    <a:lnTo>
                      <a:pt x="31" y="1668"/>
                    </a:lnTo>
                    <a:lnTo>
                      <a:pt x="46" y="1789"/>
                    </a:lnTo>
                    <a:lnTo>
                      <a:pt x="92" y="1895"/>
                    </a:lnTo>
                    <a:lnTo>
                      <a:pt x="137" y="2002"/>
                    </a:lnTo>
                    <a:lnTo>
                      <a:pt x="243" y="2199"/>
                    </a:lnTo>
                    <a:lnTo>
                      <a:pt x="304" y="2290"/>
                    </a:lnTo>
                    <a:lnTo>
                      <a:pt x="380" y="2365"/>
                    </a:lnTo>
                    <a:lnTo>
                      <a:pt x="456" y="2441"/>
                    </a:lnTo>
                    <a:lnTo>
                      <a:pt x="531" y="2517"/>
                    </a:lnTo>
                    <a:lnTo>
                      <a:pt x="622" y="2563"/>
                    </a:lnTo>
                    <a:lnTo>
                      <a:pt x="713" y="2608"/>
                    </a:lnTo>
                    <a:lnTo>
                      <a:pt x="804" y="2654"/>
                    </a:lnTo>
                    <a:lnTo>
                      <a:pt x="910" y="2684"/>
                    </a:lnTo>
                    <a:lnTo>
                      <a:pt x="1016" y="2699"/>
                    </a:lnTo>
                    <a:lnTo>
                      <a:pt x="1107" y="2699"/>
                    </a:lnTo>
                    <a:lnTo>
                      <a:pt x="1107" y="2699"/>
                    </a:lnTo>
                    <a:lnTo>
                      <a:pt x="1198" y="2699"/>
                    </a:lnTo>
                    <a:lnTo>
                      <a:pt x="1198" y="2699"/>
                    </a:lnTo>
                    <a:lnTo>
                      <a:pt x="1214" y="16"/>
                    </a:lnTo>
                    <a:lnTo>
                      <a:pt x="1214" y="16"/>
                    </a:lnTo>
                    <a:lnTo>
                      <a:pt x="110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6415202" y="3899514"/>
                <a:ext cx="34753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684" extrusionOk="0">
                    <a:moveTo>
                      <a:pt x="16" y="1"/>
                    </a:moveTo>
                    <a:lnTo>
                      <a:pt x="0" y="2684"/>
                    </a:lnTo>
                    <a:lnTo>
                      <a:pt x="107" y="2669"/>
                    </a:lnTo>
                    <a:lnTo>
                      <a:pt x="213" y="2639"/>
                    </a:lnTo>
                    <a:lnTo>
                      <a:pt x="319" y="2608"/>
                    </a:lnTo>
                    <a:lnTo>
                      <a:pt x="410" y="2548"/>
                    </a:lnTo>
                    <a:lnTo>
                      <a:pt x="501" y="2487"/>
                    </a:lnTo>
                    <a:lnTo>
                      <a:pt x="577" y="2426"/>
                    </a:lnTo>
                    <a:lnTo>
                      <a:pt x="667" y="2350"/>
                    </a:lnTo>
                    <a:lnTo>
                      <a:pt x="728" y="2259"/>
                    </a:lnTo>
                    <a:lnTo>
                      <a:pt x="804" y="2169"/>
                    </a:lnTo>
                    <a:lnTo>
                      <a:pt x="865" y="2062"/>
                    </a:lnTo>
                    <a:lnTo>
                      <a:pt x="910" y="1956"/>
                    </a:lnTo>
                    <a:lnTo>
                      <a:pt x="956" y="1835"/>
                    </a:lnTo>
                    <a:lnTo>
                      <a:pt x="986" y="1729"/>
                    </a:lnTo>
                    <a:lnTo>
                      <a:pt x="1016" y="1592"/>
                    </a:lnTo>
                    <a:lnTo>
                      <a:pt x="1031" y="1471"/>
                    </a:lnTo>
                    <a:lnTo>
                      <a:pt x="1031" y="1335"/>
                    </a:lnTo>
                    <a:lnTo>
                      <a:pt x="1031" y="1213"/>
                    </a:lnTo>
                    <a:lnTo>
                      <a:pt x="1016" y="1077"/>
                    </a:lnTo>
                    <a:lnTo>
                      <a:pt x="986" y="956"/>
                    </a:lnTo>
                    <a:lnTo>
                      <a:pt x="956" y="834"/>
                    </a:lnTo>
                    <a:lnTo>
                      <a:pt x="910" y="728"/>
                    </a:lnTo>
                    <a:lnTo>
                      <a:pt x="865" y="622"/>
                    </a:lnTo>
                    <a:lnTo>
                      <a:pt x="804" y="516"/>
                    </a:lnTo>
                    <a:lnTo>
                      <a:pt x="743" y="425"/>
                    </a:lnTo>
                    <a:lnTo>
                      <a:pt x="667" y="334"/>
                    </a:lnTo>
                    <a:lnTo>
                      <a:pt x="592" y="258"/>
                    </a:lnTo>
                    <a:lnTo>
                      <a:pt x="501" y="198"/>
                    </a:lnTo>
                    <a:lnTo>
                      <a:pt x="410" y="137"/>
                    </a:lnTo>
                    <a:lnTo>
                      <a:pt x="319" y="76"/>
                    </a:lnTo>
                    <a:lnTo>
                      <a:pt x="228" y="46"/>
                    </a:lnTo>
                    <a:lnTo>
                      <a:pt x="122" y="16"/>
                    </a:ln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6415202" y="3899514"/>
                <a:ext cx="34753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684" fill="none" extrusionOk="0">
                    <a:moveTo>
                      <a:pt x="16" y="1"/>
                    </a:moveTo>
                    <a:lnTo>
                      <a:pt x="16" y="1"/>
                    </a:lnTo>
                    <a:lnTo>
                      <a:pt x="0" y="2684"/>
                    </a:lnTo>
                    <a:lnTo>
                      <a:pt x="0" y="2684"/>
                    </a:lnTo>
                    <a:lnTo>
                      <a:pt x="107" y="2669"/>
                    </a:lnTo>
                    <a:lnTo>
                      <a:pt x="213" y="2639"/>
                    </a:lnTo>
                    <a:lnTo>
                      <a:pt x="319" y="2608"/>
                    </a:lnTo>
                    <a:lnTo>
                      <a:pt x="410" y="2548"/>
                    </a:lnTo>
                    <a:lnTo>
                      <a:pt x="501" y="2487"/>
                    </a:lnTo>
                    <a:lnTo>
                      <a:pt x="577" y="2426"/>
                    </a:lnTo>
                    <a:lnTo>
                      <a:pt x="667" y="2350"/>
                    </a:lnTo>
                    <a:lnTo>
                      <a:pt x="728" y="2259"/>
                    </a:lnTo>
                    <a:lnTo>
                      <a:pt x="804" y="2169"/>
                    </a:lnTo>
                    <a:lnTo>
                      <a:pt x="865" y="2062"/>
                    </a:lnTo>
                    <a:lnTo>
                      <a:pt x="910" y="1956"/>
                    </a:lnTo>
                    <a:lnTo>
                      <a:pt x="956" y="1835"/>
                    </a:lnTo>
                    <a:lnTo>
                      <a:pt x="986" y="1729"/>
                    </a:lnTo>
                    <a:lnTo>
                      <a:pt x="1016" y="1592"/>
                    </a:lnTo>
                    <a:lnTo>
                      <a:pt x="1031" y="1471"/>
                    </a:lnTo>
                    <a:lnTo>
                      <a:pt x="1031" y="1335"/>
                    </a:lnTo>
                    <a:lnTo>
                      <a:pt x="1031" y="1335"/>
                    </a:lnTo>
                    <a:lnTo>
                      <a:pt x="1031" y="1213"/>
                    </a:lnTo>
                    <a:lnTo>
                      <a:pt x="1016" y="1077"/>
                    </a:lnTo>
                    <a:lnTo>
                      <a:pt x="986" y="956"/>
                    </a:lnTo>
                    <a:lnTo>
                      <a:pt x="956" y="834"/>
                    </a:lnTo>
                    <a:lnTo>
                      <a:pt x="910" y="728"/>
                    </a:lnTo>
                    <a:lnTo>
                      <a:pt x="865" y="622"/>
                    </a:lnTo>
                    <a:lnTo>
                      <a:pt x="804" y="516"/>
                    </a:lnTo>
                    <a:lnTo>
                      <a:pt x="743" y="425"/>
                    </a:lnTo>
                    <a:lnTo>
                      <a:pt x="667" y="334"/>
                    </a:lnTo>
                    <a:lnTo>
                      <a:pt x="592" y="258"/>
                    </a:lnTo>
                    <a:lnTo>
                      <a:pt x="501" y="198"/>
                    </a:lnTo>
                    <a:lnTo>
                      <a:pt x="410" y="137"/>
                    </a:lnTo>
                    <a:lnTo>
                      <a:pt x="319" y="76"/>
                    </a:lnTo>
                    <a:lnTo>
                      <a:pt x="228" y="46"/>
                    </a:lnTo>
                    <a:lnTo>
                      <a:pt x="122" y="16"/>
                    </a:lnTo>
                    <a:lnTo>
                      <a:pt x="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6515253" y="4468775"/>
                <a:ext cx="26603" cy="85804"/>
              </a:xfrm>
              <a:custGeom>
                <a:avLst/>
                <a:gdLst/>
                <a:ahLst/>
                <a:cxnLst/>
                <a:rect l="l" t="t" r="r" b="b"/>
                <a:pathLst>
                  <a:path w="790" h="2548" extrusionOk="0">
                    <a:moveTo>
                      <a:pt x="1" y="1"/>
                    </a:moveTo>
                    <a:lnTo>
                      <a:pt x="62" y="2548"/>
                    </a:lnTo>
                    <a:lnTo>
                      <a:pt x="213" y="2457"/>
                    </a:lnTo>
                    <a:lnTo>
                      <a:pt x="350" y="2351"/>
                    </a:lnTo>
                    <a:lnTo>
                      <a:pt x="471" y="2214"/>
                    </a:lnTo>
                    <a:lnTo>
                      <a:pt x="577" y="2062"/>
                    </a:lnTo>
                    <a:lnTo>
                      <a:pt x="668" y="1896"/>
                    </a:lnTo>
                    <a:lnTo>
                      <a:pt x="729" y="1699"/>
                    </a:lnTo>
                    <a:lnTo>
                      <a:pt x="774" y="1502"/>
                    </a:lnTo>
                    <a:lnTo>
                      <a:pt x="789" y="1289"/>
                    </a:lnTo>
                    <a:lnTo>
                      <a:pt x="774" y="1062"/>
                    </a:lnTo>
                    <a:lnTo>
                      <a:pt x="729" y="850"/>
                    </a:lnTo>
                    <a:lnTo>
                      <a:pt x="653" y="668"/>
                    </a:lnTo>
                    <a:lnTo>
                      <a:pt x="562" y="486"/>
                    </a:lnTo>
                    <a:lnTo>
                      <a:pt x="456" y="319"/>
                    </a:lnTo>
                    <a:lnTo>
                      <a:pt x="319" y="183"/>
                    </a:lnTo>
                    <a:lnTo>
                      <a:pt x="168" y="7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8"/>
              <p:cNvSpPr/>
              <p:nvPr/>
            </p:nvSpPr>
            <p:spPr>
              <a:xfrm>
                <a:off x="6515253" y="4468775"/>
                <a:ext cx="26603" cy="85804"/>
              </a:xfrm>
              <a:custGeom>
                <a:avLst/>
                <a:gdLst/>
                <a:ahLst/>
                <a:cxnLst/>
                <a:rect l="l" t="t" r="r" b="b"/>
                <a:pathLst>
                  <a:path w="790" h="2548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62" y="2548"/>
                    </a:lnTo>
                    <a:lnTo>
                      <a:pt x="62" y="2548"/>
                    </a:lnTo>
                    <a:lnTo>
                      <a:pt x="213" y="2457"/>
                    </a:lnTo>
                    <a:lnTo>
                      <a:pt x="350" y="2351"/>
                    </a:lnTo>
                    <a:lnTo>
                      <a:pt x="471" y="2214"/>
                    </a:lnTo>
                    <a:lnTo>
                      <a:pt x="577" y="2062"/>
                    </a:lnTo>
                    <a:lnTo>
                      <a:pt x="668" y="1896"/>
                    </a:lnTo>
                    <a:lnTo>
                      <a:pt x="729" y="1699"/>
                    </a:lnTo>
                    <a:lnTo>
                      <a:pt x="774" y="1502"/>
                    </a:lnTo>
                    <a:lnTo>
                      <a:pt x="789" y="1289"/>
                    </a:lnTo>
                    <a:lnTo>
                      <a:pt x="789" y="1289"/>
                    </a:lnTo>
                    <a:lnTo>
                      <a:pt x="774" y="1062"/>
                    </a:lnTo>
                    <a:lnTo>
                      <a:pt x="729" y="850"/>
                    </a:lnTo>
                    <a:lnTo>
                      <a:pt x="653" y="668"/>
                    </a:lnTo>
                    <a:lnTo>
                      <a:pt x="562" y="486"/>
                    </a:lnTo>
                    <a:lnTo>
                      <a:pt x="456" y="319"/>
                    </a:lnTo>
                    <a:lnTo>
                      <a:pt x="319" y="183"/>
                    </a:lnTo>
                    <a:lnTo>
                      <a:pt x="168" y="76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6466255" y="4466755"/>
                <a:ext cx="5108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99" extrusionOk="0">
                    <a:moveTo>
                      <a:pt x="1122" y="0"/>
                    </a:moveTo>
                    <a:lnTo>
                      <a:pt x="1001" y="15"/>
                    </a:lnTo>
                    <a:lnTo>
                      <a:pt x="895" y="30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27"/>
                    </a:lnTo>
                    <a:lnTo>
                      <a:pt x="410" y="303"/>
                    </a:lnTo>
                    <a:lnTo>
                      <a:pt x="334" y="394"/>
                    </a:lnTo>
                    <a:lnTo>
                      <a:pt x="258" y="485"/>
                    </a:lnTo>
                    <a:lnTo>
                      <a:pt x="198" y="591"/>
                    </a:lnTo>
                    <a:lnTo>
                      <a:pt x="137" y="713"/>
                    </a:lnTo>
                    <a:lnTo>
                      <a:pt x="91" y="819"/>
                    </a:lnTo>
                    <a:lnTo>
                      <a:pt x="46" y="955"/>
                    </a:lnTo>
                    <a:lnTo>
                      <a:pt x="31" y="1076"/>
                    </a:lnTo>
                    <a:lnTo>
                      <a:pt x="0" y="1213"/>
                    </a:lnTo>
                    <a:lnTo>
                      <a:pt x="0" y="1349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43"/>
                    </a:lnTo>
                    <a:lnTo>
                      <a:pt x="91" y="1880"/>
                    </a:lnTo>
                    <a:lnTo>
                      <a:pt x="137" y="1986"/>
                    </a:lnTo>
                    <a:lnTo>
                      <a:pt x="198" y="2107"/>
                    </a:lnTo>
                    <a:lnTo>
                      <a:pt x="258" y="2198"/>
                    </a:lnTo>
                    <a:lnTo>
                      <a:pt x="334" y="2304"/>
                    </a:lnTo>
                    <a:lnTo>
                      <a:pt x="410" y="2395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2"/>
                    </a:lnTo>
                    <a:lnTo>
                      <a:pt x="789" y="2638"/>
                    </a:lnTo>
                    <a:lnTo>
                      <a:pt x="895" y="2668"/>
                    </a:lnTo>
                    <a:lnTo>
                      <a:pt x="1001" y="2683"/>
                    </a:lnTo>
                    <a:lnTo>
                      <a:pt x="1122" y="2699"/>
                    </a:lnTo>
                    <a:lnTo>
                      <a:pt x="1228" y="2683"/>
                    </a:lnTo>
                    <a:lnTo>
                      <a:pt x="1319" y="2668"/>
                    </a:lnTo>
                    <a:lnTo>
                      <a:pt x="1426" y="2653"/>
                    </a:lnTo>
                    <a:lnTo>
                      <a:pt x="1517" y="2608"/>
                    </a:lnTo>
                    <a:lnTo>
                      <a:pt x="1456" y="61"/>
                    </a:lnTo>
                    <a:lnTo>
                      <a:pt x="1289" y="15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8"/>
              <p:cNvSpPr/>
              <p:nvPr/>
            </p:nvSpPr>
            <p:spPr>
              <a:xfrm>
                <a:off x="6466255" y="4466755"/>
                <a:ext cx="5108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99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15"/>
                    </a:lnTo>
                    <a:lnTo>
                      <a:pt x="895" y="30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27"/>
                    </a:lnTo>
                    <a:lnTo>
                      <a:pt x="410" y="303"/>
                    </a:lnTo>
                    <a:lnTo>
                      <a:pt x="334" y="394"/>
                    </a:lnTo>
                    <a:lnTo>
                      <a:pt x="258" y="485"/>
                    </a:lnTo>
                    <a:lnTo>
                      <a:pt x="198" y="591"/>
                    </a:lnTo>
                    <a:lnTo>
                      <a:pt x="137" y="713"/>
                    </a:lnTo>
                    <a:lnTo>
                      <a:pt x="91" y="819"/>
                    </a:lnTo>
                    <a:lnTo>
                      <a:pt x="46" y="955"/>
                    </a:lnTo>
                    <a:lnTo>
                      <a:pt x="31" y="1076"/>
                    </a:lnTo>
                    <a:lnTo>
                      <a:pt x="0" y="1213"/>
                    </a:lnTo>
                    <a:lnTo>
                      <a:pt x="0" y="1349"/>
                    </a:lnTo>
                    <a:lnTo>
                      <a:pt x="0" y="1349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43"/>
                    </a:lnTo>
                    <a:lnTo>
                      <a:pt x="91" y="1880"/>
                    </a:lnTo>
                    <a:lnTo>
                      <a:pt x="137" y="1986"/>
                    </a:lnTo>
                    <a:lnTo>
                      <a:pt x="198" y="2107"/>
                    </a:lnTo>
                    <a:lnTo>
                      <a:pt x="258" y="2198"/>
                    </a:lnTo>
                    <a:lnTo>
                      <a:pt x="334" y="2304"/>
                    </a:lnTo>
                    <a:lnTo>
                      <a:pt x="410" y="2395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2"/>
                    </a:lnTo>
                    <a:lnTo>
                      <a:pt x="789" y="2638"/>
                    </a:lnTo>
                    <a:lnTo>
                      <a:pt x="895" y="2668"/>
                    </a:lnTo>
                    <a:lnTo>
                      <a:pt x="1001" y="2683"/>
                    </a:lnTo>
                    <a:lnTo>
                      <a:pt x="1122" y="2699"/>
                    </a:lnTo>
                    <a:lnTo>
                      <a:pt x="1122" y="2699"/>
                    </a:lnTo>
                    <a:lnTo>
                      <a:pt x="1228" y="2683"/>
                    </a:lnTo>
                    <a:lnTo>
                      <a:pt x="1319" y="2668"/>
                    </a:lnTo>
                    <a:lnTo>
                      <a:pt x="1426" y="2653"/>
                    </a:lnTo>
                    <a:lnTo>
                      <a:pt x="1517" y="2608"/>
                    </a:lnTo>
                    <a:lnTo>
                      <a:pt x="1517" y="2608"/>
                    </a:lnTo>
                    <a:lnTo>
                      <a:pt x="1456" y="61"/>
                    </a:lnTo>
                    <a:lnTo>
                      <a:pt x="1456" y="61"/>
                    </a:lnTo>
                    <a:lnTo>
                      <a:pt x="1289" y="15"/>
                    </a:lnTo>
                    <a:lnTo>
                      <a:pt x="1122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8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extrusionOk="0">
                    <a:moveTo>
                      <a:pt x="1122" y="0"/>
                    </a:moveTo>
                    <a:lnTo>
                      <a:pt x="1001" y="15"/>
                    </a:lnTo>
                    <a:lnTo>
                      <a:pt x="895" y="31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43"/>
                    </a:lnTo>
                    <a:lnTo>
                      <a:pt x="410" y="319"/>
                    </a:lnTo>
                    <a:lnTo>
                      <a:pt x="334" y="394"/>
                    </a:lnTo>
                    <a:lnTo>
                      <a:pt x="258" y="501"/>
                    </a:lnTo>
                    <a:lnTo>
                      <a:pt x="198" y="607"/>
                    </a:lnTo>
                    <a:lnTo>
                      <a:pt x="137" y="713"/>
                    </a:lnTo>
                    <a:lnTo>
                      <a:pt x="91" y="834"/>
                    </a:lnTo>
                    <a:lnTo>
                      <a:pt x="46" y="955"/>
                    </a:lnTo>
                    <a:lnTo>
                      <a:pt x="31" y="1077"/>
                    </a:lnTo>
                    <a:lnTo>
                      <a:pt x="0" y="1213"/>
                    </a:lnTo>
                    <a:lnTo>
                      <a:pt x="0" y="1350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59"/>
                    </a:lnTo>
                    <a:lnTo>
                      <a:pt x="91" y="1880"/>
                    </a:lnTo>
                    <a:lnTo>
                      <a:pt x="137" y="2001"/>
                    </a:lnTo>
                    <a:lnTo>
                      <a:pt x="198" y="2108"/>
                    </a:lnTo>
                    <a:lnTo>
                      <a:pt x="258" y="2214"/>
                    </a:lnTo>
                    <a:lnTo>
                      <a:pt x="334" y="2305"/>
                    </a:lnTo>
                    <a:lnTo>
                      <a:pt x="410" y="2396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3"/>
                    </a:lnTo>
                    <a:lnTo>
                      <a:pt x="789" y="2638"/>
                    </a:lnTo>
                    <a:lnTo>
                      <a:pt x="895" y="2669"/>
                    </a:lnTo>
                    <a:lnTo>
                      <a:pt x="1001" y="2699"/>
                    </a:lnTo>
                    <a:lnTo>
                      <a:pt x="1228" y="2699"/>
                    </a:lnTo>
                    <a:lnTo>
                      <a:pt x="1350" y="2669"/>
                    </a:lnTo>
                    <a:lnTo>
                      <a:pt x="1456" y="2638"/>
                    </a:lnTo>
                    <a:lnTo>
                      <a:pt x="1562" y="2593"/>
                    </a:lnTo>
                    <a:lnTo>
                      <a:pt x="1653" y="2532"/>
                    </a:lnTo>
                    <a:lnTo>
                      <a:pt x="1744" y="2471"/>
                    </a:lnTo>
                    <a:lnTo>
                      <a:pt x="1835" y="2396"/>
                    </a:lnTo>
                    <a:lnTo>
                      <a:pt x="1911" y="2305"/>
                    </a:lnTo>
                    <a:lnTo>
                      <a:pt x="1987" y="2214"/>
                    </a:lnTo>
                    <a:lnTo>
                      <a:pt x="2047" y="2108"/>
                    </a:lnTo>
                    <a:lnTo>
                      <a:pt x="2108" y="2001"/>
                    </a:lnTo>
                    <a:lnTo>
                      <a:pt x="2153" y="1880"/>
                    </a:lnTo>
                    <a:lnTo>
                      <a:pt x="2184" y="1759"/>
                    </a:lnTo>
                    <a:lnTo>
                      <a:pt x="2214" y="1622"/>
                    </a:lnTo>
                    <a:lnTo>
                      <a:pt x="2229" y="1486"/>
                    </a:lnTo>
                    <a:lnTo>
                      <a:pt x="2244" y="1350"/>
                    </a:lnTo>
                    <a:lnTo>
                      <a:pt x="2229" y="1213"/>
                    </a:lnTo>
                    <a:lnTo>
                      <a:pt x="2214" y="1077"/>
                    </a:lnTo>
                    <a:lnTo>
                      <a:pt x="2184" y="955"/>
                    </a:lnTo>
                    <a:lnTo>
                      <a:pt x="2153" y="834"/>
                    </a:lnTo>
                    <a:lnTo>
                      <a:pt x="2108" y="713"/>
                    </a:lnTo>
                    <a:lnTo>
                      <a:pt x="2047" y="607"/>
                    </a:lnTo>
                    <a:lnTo>
                      <a:pt x="1987" y="501"/>
                    </a:lnTo>
                    <a:lnTo>
                      <a:pt x="1911" y="394"/>
                    </a:lnTo>
                    <a:lnTo>
                      <a:pt x="1835" y="319"/>
                    </a:lnTo>
                    <a:lnTo>
                      <a:pt x="1744" y="243"/>
                    </a:lnTo>
                    <a:lnTo>
                      <a:pt x="1653" y="167"/>
                    </a:lnTo>
                    <a:lnTo>
                      <a:pt x="1562" y="106"/>
                    </a:lnTo>
                    <a:lnTo>
                      <a:pt x="1456" y="61"/>
                    </a:lnTo>
                    <a:lnTo>
                      <a:pt x="1350" y="31"/>
                    </a:lnTo>
                    <a:lnTo>
                      <a:pt x="1228" y="15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8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15"/>
                    </a:lnTo>
                    <a:lnTo>
                      <a:pt x="895" y="31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43"/>
                    </a:lnTo>
                    <a:lnTo>
                      <a:pt x="410" y="319"/>
                    </a:lnTo>
                    <a:lnTo>
                      <a:pt x="334" y="394"/>
                    </a:lnTo>
                    <a:lnTo>
                      <a:pt x="258" y="501"/>
                    </a:lnTo>
                    <a:lnTo>
                      <a:pt x="198" y="607"/>
                    </a:lnTo>
                    <a:lnTo>
                      <a:pt x="137" y="713"/>
                    </a:lnTo>
                    <a:lnTo>
                      <a:pt x="91" y="834"/>
                    </a:lnTo>
                    <a:lnTo>
                      <a:pt x="46" y="955"/>
                    </a:lnTo>
                    <a:lnTo>
                      <a:pt x="31" y="1077"/>
                    </a:lnTo>
                    <a:lnTo>
                      <a:pt x="0" y="1213"/>
                    </a:lnTo>
                    <a:lnTo>
                      <a:pt x="0" y="1350"/>
                    </a:lnTo>
                    <a:lnTo>
                      <a:pt x="0" y="1350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59"/>
                    </a:lnTo>
                    <a:lnTo>
                      <a:pt x="91" y="1880"/>
                    </a:lnTo>
                    <a:lnTo>
                      <a:pt x="137" y="2001"/>
                    </a:lnTo>
                    <a:lnTo>
                      <a:pt x="198" y="2108"/>
                    </a:lnTo>
                    <a:lnTo>
                      <a:pt x="258" y="2214"/>
                    </a:lnTo>
                    <a:lnTo>
                      <a:pt x="334" y="2305"/>
                    </a:lnTo>
                    <a:lnTo>
                      <a:pt x="410" y="2396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3"/>
                    </a:lnTo>
                    <a:lnTo>
                      <a:pt x="789" y="2638"/>
                    </a:lnTo>
                    <a:lnTo>
                      <a:pt x="895" y="2669"/>
                    </a:lnTo>
                    <a:lnTo>
                      <a:pt x="1001" y="2699"/>
                    </a:lnTo>
                    <a:lnTo>
                      <a:pt x="1122" y="2699"/>
                    </a:lnTo>
                    <a:lnTo>
                      <a:pt x="1122" y="2699"/>
                    </a:lnTo>
                    <a:lnTo>
                      <a:pt x="1228" y="2699"/>
                    </a:lnTo>
                    <a:lnTo>
                      <a:pt x="1350" y="2669"/>
                    </a:lnTo>
                    <a:lnTo>
                      <a:pt x="1456" y="2638"/>
                    </a:lnTo>
                    <a:lnTo>
                      <a:pt x="1562" y="2593"/>
                    </a:lnTo>
                    <a:lnTo>
                      <a:pt x="1653" y="2532"/>
                    </a:lnTo>
                    <a:lnTo>
                      <a:pt x="1744" y="2471"/>
                    </a:lnTo>
                    <a:lnTo>
                      <a:pt x="1835" y="2396"/>
                    </a:lnTo>
                    <a:lnTo>
                      <a:pt x="1911" y="2305"/>
                    </a:lnTo>
                    <a:lnTo>
                      <a:pt x="1987" y="2214"/>
                    </a:lnTo>
                    <a:lnTo>
                      <a:pt x="2047" y="2108"/>
                    </a:lnTo>
                    <a:lnTo>
                      <a:pt x="2108" y="2001"/>
                    </a:lnTo>
                    <a:lnTo>
                      <a:pt x="2153" y="1880"/>
                    </a:lnTo>
                    <a:lnTo>
                      <a:pt x="2184" y="1759"/>
                    </a:lnTo>
                    <a:lnTo>
                      <a:pt x="2214" y="1622"/>
                    </a:lnTo>
                    <a:lnTo>
                      <a:pt x="2229" y="1486"/>
                    </a:lnTo>
                    <a:lnTo>
                      <a:pt x="2244" y="1350"/>
                    </a:lnTo>
                    <a:lnTo>
                      <a:pt x="2244" y="1350"/>
                    </a:lnTo>
                    <a:lnTo>
                      <a:pt x="2229" y="1213"/>
                    </a:lnTo>
                    <a:lnTo>
                      <a:pt x="2214" y="1077"/>
                    </a:lnTo>
                    <a:lnTo>
                      <a:pt x="2184" y="955"/>
                    </a:lnTo>
                    <a:lnTo>
                      <a:pt x="2153" y="834"/>
                    </a:lnTo>
                    <a:lnTo>
                      <a:pt x="2108" y="713"/>
                    </a:lnTo>
                    <a:lnTo>
                      <a:pt x="2047" y="607"/>
                    </a:lnTo>
                    <a:lnTo>
                      <a:pt x="1987" y="501"/>
                    </a:lnTo>
                    <a:lnTo>
                      <a:pt x="1911" y="394"/>
                    </a:lnTo>
                    <a:lnTo>
                      <a:pt x="1835" y="319"/>
                    </a:lnTo>
                    <a:lnTo>
                      <a:pt x="1744" y="243"/>
                    </a:lnTo>
                    <a:lnTo>
                      <a:pt x="1653" y="167"/>
                    </a:lnTo>
                    <a:lnTo>
                      <a:pt x="1562" y="106"/>
                    </a:lnTo>
                    <a:lnTo>
                      <a:pt x="1456" y="61"/>
                    </a:lnTo>
                    <a:lnTo>
                      <a:pt x="1350" y="31"/>
                    </a:lnTo>
                    <a:lnTo>
                      <a:pt x="1228" y="15"/>
                    </a:lnTo>
                    <a:lnTo>
                      <a:pt x="11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8"/>
              <p:cNvSpPr/>
              <p:nvPr/>
            </p:nvSpPr>
            <p:spPr>
              <a:xfrm>
                <a:off x="6278376" y="4963006"/>
                <a:ext cx="66407" cy="67417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2002" extrusionOk="0">
                    <a:moveTo>
                      <a:pt x="1001" y="0"/>
                    </a:moveTo>
                    <a:lnTo>
                      <a:pt x="895" y="15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52"/>
                    </a:lnTo>
                    <a:lnTo>
                      <a:pt x="486" y="228"/>
                    </a:lnTo>
                    <a:lnTo>
                      <a:pt x="410" y="303"/>
                    </a:lnTo>
                    <a:lnTo>
                      <a:pt x="319" y="394"/>
                    </a:lnTo>
                    <a:lnTo>
                      <a:pt x="258" y="485"/>
                    </a:lnTo>
                    <a:lnTo>
                      <a:pt x="182" y="591"/>
                    </a:lnTo>
                    <a:lnTo>
                      <a:pt x="137" y="698"/>
                    </a:lnTo>
                    <a:lnTo>
                      <a:pt x="91" y="819"/>
                    </a:lnTo>
                    <a:lnTo>
                      <a:pt x="46" y="940"/>
                    </a:lnTo>
                    <a:lnTo>
                      <a:pt x="16" y="1077"/>
                    </a:lnTo>
                    <a:lnTo>
                      <a:pt x="0" y="1198"/>
                    </a:lnTo>
                    <a:lnTo>
                      <a:pt x="0" y="1334"/>
                    </a:lnTo>
                    <a:lnTo>
                      <a:pt x="0" y="1516"/>
                    </a:lnTo>
                    <a:lnTo>
                      <a:pt x="31" y="1683"/>
                    </a:lnTo>
                    <a:lnTo>
                      <a:pt x="76" y="1850"/>
                    </a:lnTo>
                    <a:lnTo>
                      <a:pt x="137" y="2001"/>
                    </a:lnTo>
                    <a:lnTo>
                      <a:pt x="395" y="1865"/>
                    </a:lnTo>
                    <a:lnTo>
                      <a:pt x="652" y="1713"/>
                    </a:lnTo>
                    <a:lnTo>
                      <a:pt x="895" y="1547"/>
                    </a:lnTo>
                    <a:lnTo>
                      <a:pt x="1122" y="1365"/>
                    </a:lnTo>
                    <a:lnTo>
                      <a:pt x="1350" y="1167"/>
                    </a:lnTo>
                    <a:lnTo>
                      <a:pt x="1562" y="955"/>
                    </a:lnTo>
                    <a:lnTo>
                      <a:pt x="1774" y="728"/>
                    </a:lnTo>
                    <a:lnTo>
                      <a:pt x="1971" y="470"/>
                    </a:lnTo>
                    <a:lnTo>
                      <a:pt x="1895" y="364"/>
                    </a:lnTo>
                    <a:lnTo>
                      <a:pt x="1804" y="273"/>
                    </a:lnTo>
                    <a:lnTo>
                      <a:pt x="1698" y="197"/>
                    </a:lnTo>
                    <a:lnTo>
                      <a:pt x="1592" y="121"/>
                    </a:lnTo>
                    <a:lnTo>
                      <a:pt x="1486" y="61"/>
                    </a:lnTo>
                    <a:lnTo>
                      <a:pt x="1365" y="30"/>
                    </a:lnTo>
                    <a:lnTo>
                      <a:pt x="12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8"/>
              <p:cNvSpPr/>
              <p:nvPr/>
            </p:nvSpPr>
            <p:spPr>
              <a:xfrm>
                <a:off x="6278376" y="4963006"/>
                <a:ext cx="66407" cy="67417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2002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0"/>
                    </a:lnTo>
                    <a:lnTo>
                      <a:pt x="895" y="15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52"/>
                    </a:lnTo>
                    <a:lnTo>
                      <a:pt x="486" y="228"/>
                    </a:lnTo>
                    <a:lnTo>
                      <a:pt x="410" y="303"/>
                    </a:lnTo>
                    <a:lnTo>
                      <a:pt x="319" y="394"/>
                    </a:lnTo>
                    <a:lnTo>
                      <a:pt x="258" y="485"/>
                    </a:lnTo>
                    <a:lnTo>
                      <a:pt x="182" y="591"/>
                    </a:lnTo>
                    <a:lnTo>
                      <a:pt x="137" y="698"/>
                    </a:lnTo>
                    <a:lnTo>
                      <a:pt x="91" y="819"/>
                    </a:lnTo>
                    <a:lnTo>
                      <a:pt x="46" y="940"/>
                    </a:lnTo>
                    <a:lnTo>
                      <a:pt x="16" y="1077"/>
                    </a:lnTo>
                    <a:lnTo>
                      <a:pt x="0" y="1198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0" y="1516"/>
                    </a:lnTo>
                    <a:lnTo>
                      <a:pt x="31" y="1683"/>
                    </a:lnTo>
                    <a:lnTo>
                      <a:pt x="76" y="1850"/>
                    </a:lnTo>
                    <a:lnTo>
                      <a:pt x="137" y="2001"/>
                    </a:lnTo>
                    <a:lnTo>
                      <a:pt x="137" y="2001"/>
                    </a:lnTo>
                    <a:lnTo>
                      <a:pt x="395" y="1865"/>
                    </a:lnTo>
                    <a:lnTo>
                      <a:pt x="652" y="1713"/>
                    </a:lnTo>
                    <a:lnTo>
                      <a:pt x="895" y="1547"/>
                    </a:lnTo>
                    <a:lnTo>
                      <a:pt x="1122" y="1365"/>
                    </a:lnTo>
                    <a:lnTo>
                      <a:pt x="1350" y="1167"/>
                    </a:lnTo>
                    <a:lnTo>
                      <a:pt x="1562" y="955"/>
                    </a:lnTo>
                    <a:lnTo>
                      <a:pt x="1774" y="728"/>
                    </a:lnTo>
                    <a:lnTo>
                      <a:pt x="1971" y="470"/>
                    </a:lnTo>
                    <a:lnTo>
                      <a:pt x="1971" y="470"/>
                    </a:lnTo>
                    <a:lnTo>
                      <a:pt x="1895" y="364"/>
                    </a:lnTo>
                    <a:lnTo>
                      <a:pt x="1804" y="273"/>
                    </a:lnTo>
                    <a:lnTo>
                      <a:pt x="1698" y="197"/>
                    </a:lnTo>
                    <a:lnTo>
                      <a:pt x="1592" y="121"/>
                    </a:lnTo>
                    <a:lnTo>
                      <a:pt x="1486" y="61"/>
                    </a:lnTo>
                    <a:lnTo>
                      <a:pt x="1365" y="30"/>
                    </a:lnTo>
                    <a:lnTo>
                      <a:pt x="1244" y="0"/>
                    </a:lnTo>
                    <a:lnTo>
                      <a:pt x="11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8"/>
              <p:cNvSpPr/>
              <p:nvPr/>
            </p:nvSpPr>
            <p:spPr>
              <a:xfrm>
                <a:off x="6282956" y="4978834"/>
                <a:ext cx="71021" cy="74556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214" extrusionOk="0">
                    <a:moveTo>
                      <a:pt x="1835" y="0"/>
                    </a:moveTo>
                    <a:lnTo>
                      <a:pt x="1638" y="258"/>
                    </a:lnTo>
                    <a:lnTo>
                      <a:pt x="1426" y="485"/>
                    </a:lnTo>
                    <a:lnTo>
                      <a:pt x="1214" y="697"/>
                    </a:lnTo>
                    <a:lnTo>
                      <a:pt x="986" y="895"/>
                    </a:lnTo>
                    <a:lnTo>
                      <a:pt x="759" y="1077"/>
                    </a:lnTo>
                    <a:lnTo>
                      <a:pt x="516" y="1243"/>
                    </a:lnTo>
                    <a:lnTo>
                      <a:pt x="259" y="1395"/>
                    </a:lnTo>
                    <a:lnTo>
                      <a:pt x="1" y="1531"/>
                    </a:lnTo>
                    <a:lnTo>
                      <a:pt x="92" y="1683"/>
                    </a:lnTo>
                    <a:lnTo>
                      <a:pt x="183" y="1804"/>
                    </a:lnTo>
                    <a:lnTo>
                      <a:pt x="289" y="1925"/>
                    </a:lnTo>
                    <a:lnTo>
                      <a:pt x="410" y="2032"/>
                    </a:lnTo>
                    <a:lnTo>
                      <a:pt x="531" y="2107"/>
                    </a:lnTo>
                    <a:lnTo>
                      <a:pt x="683" y="2168"/>
                    </a:lnTo>
                    <a:lnTo>
                      <a:pt x="835" y="2198"/>
                    </a:lnTo>
                    <a:lnTo>
                      <a:pt x="986" y="2214"/>
                    </a:lnTo>
                    <a:lnTo>
                      <a:pt x="1092" y="2214"/>
                    </a:lnTo>
                    <a:lnTo>
                      <a:pt x="1214" y="2198"/>
                    </a:lnTo>
                    <a:lnTo>
                      <a:pt x="1320" y="2153"/>
                    </a:lnTo>
                    <a:lnTo>
                      <a:pt x="1411" y="2107"/>
                    </a:lnTo>
                    <a:lnTo>
                      <a:pt x="1517" y="2062"/>
                    </a:lnTo>
                    <a:lnTo>
                      <a:pt x="1608" y="1986"/>
                    </a:lnTo>
                    <a:lnTo>
                      <a:pt x="1699" y="1910"/>
                    </a:lnTo>
                    <a:lnTo>
                      <a:pt x="1775" y="1819"/>
                    </a:lnTo>
                    <a:lnTo>
                      <a:pt x="1850" y="1728"/>
                    </a:lnTo>
                    <a:lnTo>
                      <a:pt x="1911" y="1622"/>
                    </a:lnTo>
                    <a:lnTo>
                      <a:pt x="1972" y="1516"/>
                    </a:lnTo>
                    <a:lnTo>
                      <a:pt x="2017" y="1395"/>
                    </a:lnTo>
                    <a:lnTo>
                      <a:pt x="2048" y="1274"/>
                    </a:lnTo>
                    <a:lnTo>
                      <a:pt x="2078" y="1137"/>
                    </a:lnTo>
                    <a:lnTo>
                      <a:pt x="2093" y="1016"/>
                    </a:lnTo>
                    <a:lnTo>
                      <a:pt x="2108" y="864"/>
                    </a:lnTo>
                    <a:lnTo>
                      <a:pt x="2093" y="743"/>
                    </a:lnTo>
                    <a:lnTo>
                      <a:pt x="2078" y="622"/>
                    </a:lnTo>
                    <a:lnTo>
                      <a:pt x="2032" y="394"/>
                    </a:lnTo>
                    <a:lnTo>
                      <a:pt x="1941" y="182"/>
                    </a:lnTo>
                    <a:lnTo>
                      <a:pt x="18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8"/>
              <p:cNvSpPr/>
              <p:nvPr/>
            </p:nvSpPr>
            <p:spPr>
              <a:xfrm>
                <a:off x="6282956" y="4978834"/>
                <a:ext cx="71021" cy="74556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214" fill="none" extrusionOk="0">
                    <a:moveTo>
                      <a:pt x="1835" y="0"/>
                    </a:moveTo>
                    <a:lnTo>
                      <a:pt x="1835" y="0"/>
                    </a:lnTo>
                    <a:lnTo>
                      <a:pt x="1638" y="258"/>
                    </a:lnTo>
                    <a:lnTo>
                      <a:pt x="1426" y="485"/>
                    </a:lnTo>
                    <a:lnTo>
                      <a:pt x="1214" y="697"/>
                    </a:lnTo>
                    <a:lnTo>
                      <a:pt x="986" y="895"/>
                    </a:lnTo>
                    <a:lnTo>
                      <a:pt x="759" y="1077"/>
                    </a:lnTo>
                    <a:lnTo>
                      <a:pt x="516" y="1243"/>
                    </a:lnTo>
                    <a:lnTo>
                      <a:pt x="259" y="1395"/>
                    </a:lnTo>
                    <a:lnTo>
                      <a:pt x="1" y="1531"/>
                    </a:lnTo>
                    <a:lnTo>
                      <a:pt x="1" y="1531"/>
                    </a:lnTo>
                    <a:lnTo>
                      <a:pt x="92" y="1683"/>
                    </a:lnTo>
                    <a:lnTo>
                      <a:pt x="183" y="1804"/>
                    </a:lnTo>
                    <a:lnTo>
                      <a:pt x="289" y="1925"/>
                    </a:lnTo>
                    <a:lnTo>
                      <a:pt x="410" y="2032"/>
                    </a:lnTo>
                    <a:lnTo>
                      <a:pt x="531" y="2107"/>
                    </a:lnTo>
                    <a:lnTo>
                      <a:pt x="683" y="2168"/>
                    </a:lnTo>
                    <a:lnTo>
                      <a:pt x="835" y="2198"/>
                    </a:lnTo>
                    <a:lnTo>
                      <a:pt x="986" y="2214"/>
                    </a:lnTo>
                    <a:lnTo>
                      <a:pt x="986" y="2214"/>
                    </a:lnTo>
                    <a:lnTo>
                      <a:pt x="1092" y="2214"/>
                    </a:lnTo>
                    <a:lnTo>
                      <a:pt x="1214" y="2198"/>
                    </a:lnTo>
                    <a:lnTo>
                      <a:pt x="1320" y="2153"/>
                    </a:lnTo>
                    <a:lnTo>
                      <a:pt x="1411" y="2107"/>
                    </a:lnTo>
                    <a:lnTo>
                      <a:pt x="1517" y="2062"/>
                    </a:lnTo>
                    <a:lnTo>
                      <a:pt x="1608" y="1986"/>
                    </a:lnTo>
                    <a:lnTo>
                      <a:pt x="1699" y="1910"/>
                    </a:lnTo>
                    <a:lnTo>
                      <a:pt x="1775" y="1819"/>
                    </a:lnTo>
                    <a:lnTo>
                      <a:pt x="1850" y="1728"/>
                    </a:lnTo>
                    <a:lnTo>
                      <a:pt x="1911" y="1622"/>
                    </a:lnTo>
                    <a:lnTo>
                      <a:pt x="1972" y="1516"/>
                    </a:lnTo>
                    <a:lnTo>
                      <a:pt x="2017" y="1395"/>
                    </a:lnTo>
                    <a:lnTo>
                      <a:pt x="2048" y="1274"/>
                    </a:lnTo>
                    <a:lnTo>
                      <a:pt x="2078" y="1137"/>
                    </a:lnTo>
                    <a:lnTo>
                      <a:pt x="2093" y="1016"/>
                    </a:lnTo>
                    <a:lnTo>
                      <a:pt x="2108" y="864"/>
                    </a:lnTo>
                    <a:lnTo>
                      <a:pt x="2108" y="864"/>
                    </a:lnTo>
                    <a:lnTo>
                      <a:pt x="2093" y="743"/>
                    </a:lnTo>
                    <a:lnTo>
                      <a:pt x="2078" y="622"/>
                    </a:lnTo>
                    <a:lnTo>
                      <a:pt x="2032" y="394"/>
                    </a:lnTo>
                    <a:lnTo>
                      <a:pt x="1941" y="182"/>
                    </a:lnTo>
                    <a:lnTo>
                      <a:pt x="183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6532630" y="4845072"/>
                <a:ext cx="47010" cy="87824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2608" extrusionOk="0">
                    <a:moveTo>
                      <a:pt x="273" y="0"/>
                    </a:moveTo>
                    <a:lnTo>
                      <a:pt x="137" y="15"/>
                    </a:lnTo>
                    <a:lnTo>
                      <a:pt x="0" y="45"/>
                    </a:lnTo>
                    <a:lnTo>
                      <a:pt x="61" y="409"/>
                    </a:lnTo>
                    <a:lnTo>
                      <a:pt x="122" y="758"/>
                    </a:lnTo>
                    <a:lnTo>
                      <a:pt x="197" y="1107"/>
                    </a:lnTo>
                    <a:lnTo>
                      <a:pt x="273" y="1425"/>
                    </a:lnTo>
                    <a:lnTo>
                      <a:pt x="364" y="1743"/>
                    </a:lnTo>
                    <a:lnTo>
                      <a:pt x="455" y="2047"/>
                    </a:lnTo>
                    <a:lnTo>
                      <a:pt x="561" y="2335"/>
                    </a:lnTo>
                    <a:lnTo>
                      <a:pt x="667" y="2608"/>
                    </a:lnTo>
                    <a:lnTo>
                      <a:pt x="819" y="2532"/>
                    </a:lnTo>
                    <a:lnTo>
                      <a:pt x="955" y="2411"/>
                    </a:lnTo>
                    <a:lnTo>
                      <a:pt x="1077" y="2274"/>
                    </a:lnTo>
                    <a:lnTo>
                      <a:pt x="1183" y="2123"/>
                    </a:lnTo>
                    <a:lnTo>
                      <a:pt x="1274" y="1956"/>
                    </a:lnTo>
                    <a:lnTo>
                      <a:pt x="1334" y="1759"/>
                    </a:lnTo>
                    <a:lnTo>
                      <a:pt x="1380" y="1562"/>
                    </a:lnTo>
                    <a:lnTo>
                      <a:pt x="1395" y="1349"/>
                    </a:lnTo>
                    <a:lnTo>
                      <a:pt x="1380" y="1213"/>
                    </a:lnTo>
                    <a:lnTo>
                      <a:pt x="1365" y="1076"/>
                    </a:lnTo>
                    <a:lnTo>
                      <a:pt x="1334" y="955"/>
                    </a:lnTo>
                    <a:lnTo>
                      <a:pt x="1304" y="834"/>
                    </a:lnTo>
                    <a:lnTo>
                      <a:pt x="1259" y="713"/>
                    </a:lnTo>
                    <a:lnTo>
                      <a:pt x="1198" y="591"/>
                    </a:lnTo>
                    <a:lnTo>
                      <a:pt x="1137" y="500"/>
                    </a:lnTo>
                    <a:lnTo>
                      <a:pt x="1062" y="394"/>
                    </a:lnTo>
                    <a:lnTo>
                      <a:pt x="986" y="318"/>
                    </a:lnTo>
                    <a:lnTo>
                      <a:pt x="895" y="227"/>
                    </a:lnTo>
                    <a:lnTo>
                      <a:pt x="804" y="167"/>
                    </a:lnTo>
                    <a:lnTo>
                      <a:pt x="713" y="106"/>
                    </a:lnTo>
                    <a:lnTo>
                      <a:pt x="607" y="61"/>
                    </a:lnTo>
                    <a:lnTo>
                      <a:pt x="501" y="30"/>
                    </a:lnTo>
                    <a:lnTo>
                      <a:pt x="379" y="15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>
                <a:off x="6532630" y="4845072"/>
                <a:ext cx="47010" cy="87824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2608" fill="none" extrusionOk="0">
                    <a:moveTo>
                      <a:pt x="273" y="0"/>
                    </a:moveTo>
                    <a:lnTo>
                      <a:pt x="273" y="0"/>
                    </a:lnTo>
                    <a:lnTo>
                      <a:pt x="137" y="15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61" y="409"/>
                    </a:lnTo>
                    <a:lnTo>
                      <a:pt x="122" y="758"/>
                    </a:lnTo>
                    <a:lnTo>
                      <a:pt x="197" y="1107"/>
                    </a:lnTo>
                    <a:lnTo>
                      <a:pt x="273" y="1425"/>
                    </a:lnTo>
                    <a:lnTo>
                      <a:pt x="364" y="1743"/>
                    </a:lnTo>
                    <a:lnTo>
                      <a:pt x="455" y="2047"/>
                    </a:lnTo>
                    <a:lnTo>
                      <a:pt x="561" y="2335"/>
                    </a:lnTo>
                    <a:lnTo>
                      <a:pt x="667" y="2608"/>
                    </a:lnTo>
                    <a:lnTo>
                      <a:pt x="667" y="2608"/>
                    </a:lnTo>
                    <a:lnTo>
                      <a:pt x="819" y="2532"/>
                    </a:lnTo>
                    <a:lnTo>
                      <a:pt x="955" y="2411"/>
                    </a:lnTo>
                    <a:lnTo>
                      <a:pt x="1077" y="2274"/>
                    </a:lnTo>
                    <a:lnTo>
                      <a:pt x="1183" y="2123"/>
                    </a:lnTo>
                    <a:lnTo>
                      <a:pt x="1274" y="1956"/>
                    </a:lnTo>
                    <a:lnTo>
                      <a:pt x="1334" y="1759"/>
                    </a:lnTo>
                    <a:lnTo>
                      <a:pt x="1380" y="1562"/>
                    </a:lnTo>
                    <a:lnTo>
                      <a:pt x="1395" y="1349"/>
                    </a:lnTo>
                    <a:lnTo>
                      <a:pt x="1395" y="1349"/>
                    </a:lnTo>
                    <a:lnTo>
                      <a:pt x="1380" y="1213"/>
                    </a:lnTo>
                    <a:lnTo>
                      <a:pt x="1365" y="1076"/>
                    </a:lnTo>
                    <a:lnTo>
                      <a:pt x="1334" y="955"/>
                    </a:lnTo>
                    <a:lnTo>
                      <a:pt x="1304" y="834"/>
                    </a:lnTo>
                    <a:lnTo>
                      <a:pt x="1259" y="713"/>
                    </a:lnTo>
                    <a:lnTo>
                      <a:pt x="1198" y="591"/>
                    </a:lnTo>
                    <a:lnTo>
                      <a:pt x="1137" y="500"/>
                    </a:lnTo>
                    <a:lnTo>
                      <a:pt x="1062" y="394"/>
                    </a:lnTo>
                    <a:lnTo>
                      <a:pt x="986" y="318"/>
                    </a:lnTo>
                    <a:lnTo>
                      <a:pt x="895" y="227"/>
                    </a:lnTo>
                    <a:lnTo>
                      <a:pt x="804" y="167"/>
                    </a:lnTo>
                    <a:lnTo>
                      <a:pt x="713" y="106"/>
                    </a:lnTo>
                    <a:lnTo>
                      <a:pt x="607" y="61"/>
                    </a:lnTo>
                    <a:lnTo>
                      <a:pt x="501" y="30"/>
                    </a:lnTo>
                    <a:lnTo>
                      <a:pt x="379" y="15"/>
                    </a:lnTo>
                    <a:lnTo>
                      <a:pt x="273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6504039" y="4846588"/>
                <a:ext cx="51085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54" extrusionOk="0">
                    <a:moveTo>
                      <a:pt x="849" y="0"/>
                    </a:moveTo>
                    <a:lnTo>
                      <a:pt x="758" y="31"/>
                    </a:lnTo>
                    <a:lnTo>
                      <a:pt x="667" y="76"/>
                    </a:lnTo>
                    <a:lnTo>
                      <a:pt x="516" y="182"/>
                    </a:lnTo>
                    <a:lnTo>
                      <a:pt x="364" y="304"/>
                    </a:lnTo>
                    <a:lnTo>
                      <a:pt x="243" y="470"/>
                    </a:lnTo>
                    <a:lnTo>
                      <a:pt x="137" y="652"/>
                    </a:lnTo>
                    <a:lnTo>
                      <a:pt x="61" y="849"/>
                    </a:lnTo>
                    <a:lnTo>
                      <a:pt x="16" y="1077"/>
                    </a:lnTo>
                    <a:lnTo>
                      <a:pt x="0" y="1304"/>
                    </a:lnTo>
                    <a:lnTo>
                      <a:pt x="0" y="1441"/>
                    </a:lnTo>
                    <a:lnTo>
                      <a:pt x="16" y="1577"/>
                    </a:lnTo>
                    <a:lnTo>
                      <a:pt x="46" y="1714"/>
                    </a:lnTo>
                    <a:lnTo>
                      <a:pt x="91" y="1835"/>
                    </a:lnTo>
                    <a:lnTo>
                      <a:pt x="137" y="1956"/>
                    </a:lnTo>
                    <a:lnTo>
                      <a:pt x="197" y="2062"/>
                    </a:lnTo>
                    <a:lnTo>
                      <a:pt x="258" y="2168"/>
                    </a:lnTo>
                    <a:lnTo>
                      <a:pt x="334" y="2259"/>
                    </a:lnTo>
                    <a:lnTo>
                      <a:pt x="410" y="2350"/>
                    </a:lnTo>
                    <a:lnTo>
                      <a:pt x="485" y="2426"/>
                    </a:lnTo>
                    <a:lnTo>
                      <a:pt x="592" y="2487"/>
                    </a:lnTo>
                    <a:lnTo>
                      <a:pt x="683" y="2547"/>
                    </a:lnTo>
                    <a:lnTo>
                      <a:pt x="789" y="2593"/>
                    </a:lnTo>
                    <a:lnTo>
                      <a:pt x="895" y="2623"/>
                    </a:lnTo>
                    <a:lnTo>
                      <a:pt x="1001" y="2654"/>
                    </a:lnTo>
                    <a:lnTo>
                      <a:pt x="1228" y="2654"/>
                    </a:lnTo>
                    <a:lnTo>
                      <a:pt x="1319" y="2638"/>
                    </a:lnTo>
                    <a:lnTo>
                      <a:pt x="1425" y="2608"/>
                    </a:lnTo>
                    <a:lnTo>
                      <a:pt x="1516" y="2563"/>
                    </a:lnTo>
                    <a:lnTo>
                      <a:pt x="1410" y="2290"/>
                    </a:lnTo>
                    <a:lnTo>
                      <a:pt x="1304" y="2002"/>
                    </a:lnTo>
                    <a:lnTo>
                      <a:pt x="1213" y="1698"/>
                    </a:lnTo>
                    <a:lnTo>
                      <a:pt x="1122" y="1380"/>
                    </a:lnTo>
                    <a:lnTo>
                      <a:pt x="1046" y="1062"/>
                    </a:lnTo>
                    <a:lnTo>
                      <a:pt x="971" y="713"/>
                    </a:lnTo>
                    <a:lnTo>
                      <a:pt x="910" y="364"/>
                    </a:lnTo>
                    <a:lnTo>
                      <a:pt x="84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6504039" y="4846588"/>
                <a:ext cx="51085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54" fill="none" extrusionOk="0">
                    <a:moveTo>
                      <a:pt x="849" y="0"/>
                    </a:moveTo>
                    <a:lnTo>
                      <a:pt x="849" y="0"/>
                    </a:lnTo>
                    <a:lnTo>
                      <a:pt x="758" y="31"/>
                    </a:lnTo>
                    <a:lnTo>
                      <a:pt x="667" y="76"/>
                    </a:lnTo>
                    <a:lnTo>
                      <a:pt x="516" y="182"/>
                    </a:lnTo>
                    <a:lnTo>
                      <a:pt x="364" y="304"/>
                    </a:lnTo>
                    <a:lnTo>
                      <a:pt x="243" y="470"/>
                    </a:lnTo>
                    <a:lnTo>
                      <a:pt x="137" y="652"/>
                    </a:lnTo>
                    <a:lnTo>
                      <a:pt x="61" y="849"/>
                    </a:lnTo>
                    <a:lnTo>
                      <a:pt x="16" y="1077"/>
                    </a:lnTo>
                    <a:lnTo>
                      <a:pt x="0" y="1304"/>
                    </a:lnTo>
                    <a:lnTo>
                      <a:pt x="0" y="1304"/>
                    </a:lnTo>
                    <a:lnTo>
                      <a:pt x="0" y="1441"/>
                    </a:lnTo>
                    <a:lnTo>
                      <a:pt x="16" y="1577"/>
                    </a:lnTo>
                    <a:lnTo>
                      <a:pt x="46" y="1714"/>
                    </a:lnTo>
                    <a:lnTo>
                      <a:pt x="91" y="1835"/>
                    </a:lnTo>
                    <a:lnTo>
                      <a:pt x="137" y="1956"/>
                    </a:lnTo>
                    <a:lnTo>
                      <a:pt x="197" y="2062"/>
                    </a:lnTo>
                    <a:lnTo>
                      <a:pt x="258" y="2168"/>
                    </a:lnTo>
                    <a:lnTo>
                      <a:pt x="334" y="2259"/>
                    </a:lnTo>
                    <a:lnTo>
                      <a:pt x="410" y="2350"/>
                    </a:lnTo>
                    <a:lnTo>
                      <a:pt x="485" y="2426"/>
                    </a:lnTo>
                    <a:lnTo>
                      <a:pt x="592" y="2487"/>
                    </a:lnTo>
                    <a:lnTo>
                      <a:pt x="683" y="2547"/>
                    </a:lnTo>
                    <a:lnTo>
                      <a:pt x="789" y="2593"/>
                    </a:lnTo>
                    <a:lnTo>
                      <a:pt x="895" y="2623"/>
                    </a:lnTo>
                    <a:lnTo>
                      <a:pt x="1001" y="2654"/>
                    </a:lnTo>
                    <a:lnTo>
                      <a:pt x="1122" y="2654"/>
                    </a:lnTo>
                    <a:lnTo>
                      <a:pt x="1122" y="2654"/>
                    </a:lnTo>
                    <a:lnTo>
                      <a:pt x="1228" y="2654"/>
                    </a:lnTo>
                    <a:lnTo>
                      <a:pt x="1319" y="2638"/>
                    </a:lnTo>
                    <a:lnTo>
                      <a:pt x="1425" y="2608"/>
                    </a:lnTo>
                    <a:lnTo>
                      <a:pt x="1516" y="2563"/>
                    </a:lnTo>
                    <a:lnTo>
                      <a:pt x="1516" y="2563"/>
                    </a:lnTo>
                    <a:lnTo>
                      <a:pt x="1410" y="2290"/>
                    </a:lnTo>
                    <a:lnTo>
                      <a:pt x="1304" y="2002"/>
                    </a:lnTo>
                    <a:lnTo>
                      <a:pt x="1213" y="1698"/>
                    </a:lnTo>
                    <a:lnTo>
                      <a:pt x="1122" y="1380"/>
                    </a:lnTo>
                    <a:lnTo>
                      <a:pt x="1046" y="1062"/>
                    </a:lnTo>
                    <a:lnTo>
                      <a:pt x="971" y="713"/>
                    </a:lnTo>
                    <a:lnTo>
                      <a:pt x="910" y="364"/>
                    </a:lnTo>
                    <a:lnTo>
                      <a:pt x="84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8"/>
              <p:cNvSpPr/>
              <p:nvPr/>
            </p:nvSpPr>
            <p:spPr>
              <a:xfrm>
                <a:off x="6374858" y="4738353"/>
                <a:ext cx="25054" cy="82739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457" extrusionOk="0">
                    <a:moveTo>
                      <a:pt x="744" y="0"/>
                    </a:moveTo>
                    <a:lnTo>
                      <a:pt x="592" y="76"/>
                    </a:lnTo>
                    <a:lnTo>
                      <a:pt x="440" y="182"/>
                    </a:lnTo>
                    <a:lnTo>
                      <a:pt x="319" y="319"/>
                    </a:lnTo>
                    <a:lnTo>
                      <a:pt x="213" y="486"/>
                    </a:lnTo>
                    <a:lnTo>
                      <a:pt x="122" y="652"/>
                    </a:lnTo>
                    <a:lnTo>
                      <a:pt x="46" y="849"/>
                    </a:lnTo>
                    <a:lnTo>
                      <a:pt x="1" y="1047"/>
                    </a:lnTo>
                    <a:lnTo>
                      <a:pt x="1" y="1274"/>
                    </a:lnTo>
                    <a:lnTo>
                      <a:pt x="1" y="1456"/>
                    </a:lnTo>
                    <a:lnTo>
                      <a:pt x="31" y="1638"/>
                    </a:lnTo>
                    <a:lnTo>
                      <a:pt x="92" y="1820"/>
                    </a:lnTo>
                    <a:lnTo>
                      <a:pt x="152" y="1971"/>
                    </a:lnTo>
                    <a:lnTo>
                      <a:pt x="243" y="2123"/>
                    </a:lnTo>
                    <a:lnTo>
                      <a:pt x="349" y="2259"/>
                    </a:lnTo>
                    <a:lnTo>
                      <a:pt x="471" y="2366"/>
                    </a:lnTo>
                    <a:lnTo>
                      <a:pt x="592" y="2456"/>
                    </a:lnTo>
                    <a:lnTo>
                      <a:pt x="637" y="197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6374858" y="4738353"/>
                <a:ext cx="25054" cy="82739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457" fill="none" extrusionOk="0">
                    <a:moveTo>
                      <a:pt x="744" y="0"/>
                    </a:moveTo>
                    <a:lnTo>
                      <a:pt x="744" y="0"/>
                    </a:lnTo>
                    <a:lnTo>
                      <a:pt x="592" y="76"/>
                    </a:lnTo>
                    <a:lnTo>
                      <a:pt x="440" y="182"/>
                    </a:lnTo>
                    <a:lnTo>
                      <a:pt x="319" y="319"/>
                    </a:lnTo>
                    <a:lnTo>
                      <a:pt x="213" y="486"/>
                    </a:lnTo>
                    <a:lnTo>
                      <a:pt x="122" y="652"/>
                    </a:lnTo>
                    <a:lnTo>
                      <a:pt x="46" y="849"/>
                    </a:lnTo>
                    <a:lnTo>
                      <a:pt x="1" y="1047"/>
                    </a:lnTo>
                    <a:lnTo>
                      <a:pt x="1" y="1274"/>
                    </a:lnTo>
                    <a:lnTo>
                      <a:pt x="1" y="1274"/>
                    </a:lnTo>
                    <a:lnTo>
                      <a:pt x="1" y="1456"/>
                    </a:lnTo>
                    <a:lnTo>
                      <a:pt x="31" y="1638"/>
                    </a:lnTo>
                    <a:lnTo>
                      <a:pt x="92" y="1820"/>
                    </a:lnTo>
                    <a:lnTo>
                      <a:pt x="152" y="1971"/>
                    </a:lnTo>
                    <a:lnTo>
                      <a:pt x="243" y="2123"/>
                    </a:lnTo>
                    <a:lnTo>
                      <a:pt x="349" y="2259"/>
                    </a:lnTo>
                    <a:lnTo>
                      <a:pt x="471" y="2366"/>
                    </a:lnTo>
                    <a:lnTo>
                      <a:pt x="592" y="2456"/>
                    </a:lnTo>
                    <a:lnTo>
                      <a:pt x="592" y="2456"/>
                    </a:lnTo>
                    <a:lnTo>
                      <a:pt x="637" y="1971"/>
                    </a:lnTo>
                    <a:lnTo>
                      <a:pt x="637" y="1971"/>
                    </a:lnTo>
                    <a:lnTo>
                      <a:pt x="74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6394760" y="4735793"/>
                <a:ext cx="55193" cy="90922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2700" extrusionOk="0">
                    <a:moveTo>
                      <a:pt x="425" y="1"/>
                    </a:moveTo>
                    <a:lnTo>
                      <a:pt x="335" y="16"/>
                    </a:lnTo>
                    <a:lnTo>
                      <a:pt x="153" y="76"/>
                    </a:lnTo>
                    <a:lnTo>
                      <a:pt x="46" y="2047"/>
                    </a:lnTo>
                    <a:lnTo>
                      <a:pt x="1" y="2532"/>
                    </a:lnTo>
                    <a:lnTo>
                      <a:pt x="122" y="2608"/>
                    </a:lnTo>
                    <a:lnTo>
                      <a:pt x="244" y="2654"/>
                    </a:lnTo>
                    <a:lnTo>
                      <a:pt x="380" y="2684"/>
                    </a:lnTo>
                    <a:lnTo>
                      <a:pt x="516" y="2699"/>
                    </a:lnTo>
                    <a:lnTo>
                      <a:pt x="638" y="2684"/>
                    </a:lnTo>
                    <a:lnTo>
                      <a:pt x="744" y="2669"/>
                    </a:lnTo>
                    <a:lnTo>
                      <a:pt x="850" y="2639"/>
                    </a:lnTo>
                    <a:lnTo>
                      <a:pt x="956" y="2593"/>
                    </a:lnTo>
                    <a:lnTo>
                      <a:pt x="1062" y="2532"/>
                    </a:lnTo>
                    <a:lnTo>
                      <a:pt x="1153" y="2457"/>
                    </a:lnTo>
                    <a:lnTo>
                      <a:pt x="1229" y="2381"/>
                    </a:lnTo>
                    <a:lnTo>
                      <a:pt x="1320" y="2305"/>
                    </a:lnTo>
                    <a:lnTo>
                      <a:pt x="1381" y="2199"/>
                    </a:lnTo>
                    <a:lnTo>
                      <a:pt x="1456" y="2093"/>
                    </a:lnTo>
                    <a:lnTo>
                      <a:pt x="1502" y="1987"/>
                    </a:lnTo>
                    <a:lnTo>
                      <a:pt x="1547" y="1865"/>
                    </a:lnTo>
                    <a:lnTo>
                      <a:pt x="1593" y="1744"/>
                    </a:lnTo>
                    <a:lnTo>
                      <a:pt x="1623" y="1623"/>
                    </a:lnTo>
                    <a:lnTo>
                      <a:pt x="1638" y="1486"/>
                    </a:lnTo>
                    <a:lnTo>
                      <a:pt x="1638" y="1350"/>
                    </a:lnTo>
                    <a:lnTo>
                      <a:pt x="1638" y="1213"/>
                    </a:lnTo>
                    <a:lnTo>
                      <a:pt x="1623" y="1077"/>
                    </a:lnTo>
                    <a:lnTo>
                      <a:pt x="1593" y="941"/>
                    </a:lnTo>
                    <a:lnTo>
                      <a:pt x="1547" y="819"/>
                    </a:lnTo>
                    <a:lnTo>
                      <a:pt x="1502" y="698"/>
                    </a:lnTo>
                    <a:lnTo>
                      <a:pt x="1456" y="592"/>
                    </a:lnTo>
                    <a:lnTo>
                      <a:pt x="1381" y="486"/>
                    </a:lnTo>
                    <a:lnTo>
                      <a:pt x="1320" y="395"/>
                    </a:lnTo>
                    <a:lnTo>
                      <a:pt x="1229" y="304"/>
                    </a:lnTo>
                    <a:lnTo>
                      <a:pt x="1153" y="228"/>
                    </a:lnTo>
                    <a:lnTo>
                      <a:pt x="1062" y="167"/>
                    </a:lnTo>
                    <a:lnTo>
                      <a:pt x="956" y="107"/>
                    </a:lnTo>
                    <a:lnTo>
                      <a:pt x="850" y="61"/>
                    </a:lnTo>
                    <a:lnTo>
                      <a:pt x="744" y="31"/>
                    </a:lnTo>
                    <a:lnTo>
                      <a:pt x="6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6394760" y="4735793"/>
                <a:ext cx="55193" cy="90922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2700" fill="none" extrusionOk="0">
                    <a:moveTo>
                      <a:pt x="516" y="1"/>
                    </a:moveTo>
                    <a:lnTo>
                      <a:pt x="516" y="1"/>
                    </a:lnTo>
                    <a:lnTo>
                      <a:pt x="425" y="1"/>
                    </a:lnTo>
                    <a:lnTo>
                      <a:pt x="335" y="16"/>
                    </a:lnTo>
                    <a:lnTo>
                      <a:pt x="153" y="76"/>
                    </a:lnTo>
                    <a:lnTo>
                      <a:pt x="153" y="76"/>
                    </a:lnTo>
                    <a:lnTo>
                      <a:pt x="46" y="2047"/>
                    </a:lnTo>
                    <a:lnTo>
                      <a:pt x="46" y="2047"/>
                    </a:lnTo>
                    <a:lnTo>
                      <a:pt x="1" y="2532"/>
                    </a:lnTo>
                    <a:lnTo>
                      <a:pt x="1" y="2532"/>
                    </a:lnTo>
                    <a:lnTo>
                      <a:pt x="122" y="2608"/>
                    </a:lnTo>
                    <a:lnTo>
                      <a:pt x="244" y="2654"/>
                    </a:lnTo>
                    <a:lnTo>
                      <a:pt x="380" y="2684"/>
                    </a:lnTo>
                    <a:lnTo>
                      <a:pt x="516" y="2699"/>
                    </a:lnTo>
                    <a:lnTo>
                      <a:pt x="516" y="2699"/>
                    </a:lnTo>
                    <a:lnTo>
                      <a:pt x="638" y="2684"/>
                    </a:lnTo>
                    <a:lnTo>
                      <a:pt x="744" y="2669"/>
                    </a:lnTo>
                    <a:lnTo>
                      <a:pt x="850" y="2639"/>
                    </a:lnTo>
                    <a:lnTo>
                      <a:pt x="956" y="2593"/>
                    </a:lnTo>
                    <a:lnTo>
                      <a:pt x="1062" y="2532"/>
                    </a:lnTo>
                    <a:lnTo>
                      <a:pt x="1153" y="2457"/>
                    </a:lnTo>
                    <a:lnTo>
                      <a:pt x="1229" y="2381"/>
                    </a:lnTo>
                    <a:lnTo>
                      <a:pt x="1320" y="2305"/>
                    </a:lnTo>
                    <a:lnTo>
                      <a:pt x="1381" y="2199"/>
                    </a:lnTo>
                    <a:lnTo>
                      <a:pt x="1456" y="2093"/>
                    </a:lnTo>
                    <a:lnTo>
                      <a:pt x="1502" y="1987"/>
                    </a:lnTo>
                    <a:lnTo>
                      <a:pt x="1547" y="1865"/>
                    </a:lnTo>
                    <a:lnTo>
                      <a:pt x="1593" y="1744"/>
                    </a:lnTo>
                    <a:lnTo>
                      <a:pt x="1623" y="1623"/>
                    </a:lnTo>
                    <a:lnTo>
                      <a:pt x="1638" y="1486"/>
                    </a:lnTo>
                    <a:lnTo>
                      <a:pt x="1638" y="1350"/>
                    </a:lnTo>
                    <a:lnTo>
                      <a:pt x="1638" y="1350"/>
                    </a:lnTo>
                    <a:lnTo>
                      <a:pt x="1638" y="1213"/>
                    </a:lnTo>
                    <a:lnTo>
                      <a:pt x="1623" y="1077"/>
                    </a:lnTo>
                    <a:lnTo>
                      <a:pt x="1593" y="941"/>
                    </a:lnTo>
                    <a:lnTo>
                      <a:pt x="1547" y="819"/>
                    </a:lnTo>
                    <a:lnTo>
                      <a:pt x="1502" y="698"/>
                    </a:lnTo>
                    <a:lnTo>
                      <a:pt x="1456" y="592"/>
                    </a:lnTo>
                    <a:lnTo>
                      <a:pt x="1381" y="486"/>
                    </a:lnTo>
                    <a:lnTo>
                      <a:pt x="1320" y="395"/>
                    </a:lnTo>
                    <a:lnTo>
                      <a:pt x="1229" y="304"/>
                    </a:lnTo>
                    <a:lnTo>
                      <a:pt x="1153" y="228"/>
                    </a:lnTo>
                    <a:lnTo>
                      <a:pt x="1062" y="167"/>
                    </a:lnTo>
                    <a:lnTo>
                      <a:pt x="956" y="107"/>
                    </a:lnTo>
                    <a:lnTo>
                      <a:pt x="850" y="61"/>
                    </a:lnTo>
                    <a:lnTo>
                      <a:pt x="744" y="31"/>
                    </a:lnTo>
                    <a:lnTo>
                      <a:pt x="638" y="1"/>
                    </a:lnTo>
                    <a:lnTo>
                      <a:pt x="5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>
                <a:off x="6577049" y="4963006"/>
                <a:ext cx="63343" cy="66912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987" extrusionOk="0">
                    <a:moveTo>
                      <a:pt x="652" y="0"/>
                    </a:moveTo>
                    <a:lnTo>
                      <a:pt x="546" y="15"/>
                    </a:lnTo>
                    <a:lnTo>
                      <a:pt x="440" y="46"/>
                    </a:lnTo>
                    <a:lnTo>
                      <a:pt x="349" y="91"/>
                    </a:lnTo>
                    <a:lnTo>
                      <a:pt x="243" y="137"/>
                    </a:lnTo>
                    <a:lnTo>
                      <a:pt x="167" y="197"/>
                    </a:lnTo>
                    <a:lnTo>
                      <a:pt x="76" y="273"/>
                    </a:lnTo>
                    <a:lnTo>
                      <a:pt x="0" y="349"/>
                    </a:lnTo>
                    <a:lnTo>
                      <a:pt x="182" y="607"/>
                    </a:lnTo>
                    <a:lnTo>
                      <a:pt x="379" y="849"/>
                    </a:lnTo>
                    <a:lnTo>
                      <a:pt x="592" y="1077"/>
                    </a:lnTo>
                    <a:lnTo>
                      <a:pt x="804" y="1289"/>
                    </a:lnTo>
                    <a:lnTo>
                      <a:pt x="1016" y="1486"/>
                    </a:lnTo>
                    <a:lnTo>
                      <a:pt x="1259" y="1668"/>
                    </a:lnTo>
                    <a:lnTo>
                      <a:pt x="1486" y="1835"/>
                    </a:lnTo>
                    <a:lnTo>
                      <a:pt x="1744" y="1986"/>
                    </a:lnTo>
                    <a:lnTo>
                      <a:pt x="1789" y="1835"/>
                    </a:lnTo>
                    <a:lnTo>
                      <a:pt x="1835" y="1683"/>
                    </a:lnTo>
                    <a:lnTo>
                      <a:pt x="1865" y="1516"/>
                    </a:lnTo>
                    <a:lnTo>
                      <a:pt x="1880" y="1334"/>
                    </a:lnTo>
                    <a:lnTo>
                      <a:pt x="1865" y="1198"/>
                    </a:lnTo>
                    <a:lnTo>
                      <a:pt x="1850" y="1077"/>
                    </a:lnTo>
                    <a:lnTo>
                      <a:pt x="1820" y="940"/>
                    </a:lnTo>
                    <a:lnTo>
                      <a:pt x="1789" y="819"/>
                    </a:lnTo>
                    <a:lnTo>
                      <a:pt x="1744" y="698"/>
                    </a:lnTo>
                    <a:lnTo>
                      <a:pt x="1683" y="591"/>
                    </a:lnTo>
                    <a:lnTo>
                      <a:pt x="1622" y="485"/>
                    </a:lnTo>
                    <a:lnTo>
                      <a:pt x="1547" y="394"/>
                    </a:lnTo>
                    <a:lnTo>
                      <a:pt x="1471" y="303"/>
                    </a:lnTo>
                    <a:lnTo>
                      <a:pt x="1380" y="228"/>
                    </a:lnTo>
                    <a:lnTo>
                      <a:pt x="1289" y="152"/>
                    </a:lnTo>
                    <a:lnTo>
                      <a:pt x="1183" y="106"/>
                    </a:lnTo>
                    <a:lnTo>
                      <a:pt x="1092" y="61"/>
                    </a:lnTo>
                    <a:lnTo>
                      <a:pt x="986" y="15"/>
                    </a:lnTo>
                    <a:lnTo>
                      <a:pt x="86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8"/>
              <p:cNvSpPr/>
              <p:nvPr/>
            </p:nvSpPr>
            <p:spPr>
              <a:xfrm>
                <a:off x="6577049" y="4963006"/>
                <a:ext cx="63343" cy="66912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987" fill="none" extrusionOk="0">
                    <a:moveTo>
                      <a:pt x="758" y="0"/>
                    </a:moveTo>
                    <a:lnTo>
                      <a:pt x="758" y="0"/>
                    </a:lnTo>
                    <a:lnTo>
                      <a:pt x="652" y="0"/>
                    </a:lnTo>
                    <a:lnTo>
                      <a:pt x="546" y="15"/>
                    </a:lnTo>
                    <a:lnTo>
                      <a:pt x="440" y="46"/>
                    </a:lnTo>
                    <a:lnTo>
                      <a:pt x="349" y="91"/>
                    </a:lnTo>
                    <a:lnTo>
                      <a:pt x="243" y="137"/>
                    </a:lnTo>
                    <a:lnTo>
                      <a:pt x="167" y="197"/>
                    </a:lnTo>
                    <a:lnTo>
                      <a:pt x="76" y="273"/>
                    </a:lnTo>
                    <a:lnTo>
                      <a:pt x="0" y="349"/>
                    </a:lnTo>
                    <a:lnTo>
                      <a:pt x="0" y="349"/>
                    </a:lnTo>
                    <a:lnTo>
                      <a:pt x="182" y="607"/>
                    </a:lnTo>
                    <a:lnTo>
                      <a:pt x="379" y="849"/>
                    </a:lnTo>
                    <a:lnTo>
                      <a:pt x="592" y="1077"/>
                    </a:lnTo>
                    <a:lnTo>
                      <a:pt x="804" y="1289"/>
                    </a:lnTo>
                    <a:lnTo>
                      <a:pt x="1016" y="1486"/>
                    </a:lnTo>
                    <a:lnTo>
                      <a:pt x="1259" y="1668"/>
                    </a:lnTo>
                    <a:lnTo>
                      <a:pt x="1486" y="1835"/>
                    </a:lnTo>
                    <a:lnTo>
                      <a:pt x="1744" y="1986"/>
                    </a:lnTo>
                    <a:lnTo>
                      <a:pt x="1744" y="1986"/>
                    </a:lnTo>
                    <a:lnTo>
                      <a:pt x="1789" y="1835"/>
                    </a:lnTo>
                    <a:lnTo>
                      <a:pt x="1835" y="1683"/>
                    </a:lnTo>
                    <a:lnTo>
                      <a:pt x="1865" y="1516"/>
                    </a:lnTo>
                    <a:lnTo>
                      <a:pt x="1880" y="1334"/>
                    </a:lnTo>
                    <a:lnTo>
                      <a:pt x="1880" y="1334"/>
                    </a:lnTo>
                    <a:lnTo>
                      <a:pt x="1865" y="1198"/>
                    </a:lnTo>
                    <a:lnTo>
                      <a:pt x="1850" y="1077"/>
                    </a:lnTo>
                    <a:lnTo>
                      <a:pt x="1820" y="940"/>
                    </a:lnTo>
                    <a:lnTo>
                      <a:pt x="1789" y="819"/>
                    </a:lnTo>
                    <a:lnTo>
                      <a:pt x="1744" y="698"/>
                    </a:lnTo>
                    <a:lnTo>
                      <a:pt x="1683" y="591"/>
                    </a:lnTo>
                    <a:lnTo>
                      <a:pt x="1622" y="485"/>
                    </a:lnTo>
                    <a:lnTo>
                      <a:pt x="1547" y="394"/>
                    </a:lnTo>
                    <a:lnTo>
                      <a:pt x="1471" y="303"/>
                    </a:lnTo>
                    <a:lnTo>
                      <a:pt x="1380" y="228"/>
                    </a:lnTo>
                    <a:lnTo>
                      <a:pt x="1289" y="152"/>
                    </a:lnTo>
                    <a:lnTo>
                      <a:pt x="1183" y="106"/>
                    </a:lnTo>
                    <a:lnTo>
                      <a:pt x="1092" y="61"/>
                    </a:lnTo>
                    <a:lnTo>
                      <a:pt x="986" y="15"/>
                    </a:lnTo>
                    <a:lnTo>
                      <a:pt x="864" y="0"/>
                    </a:lnTo>
                    <a:lnTo>
                      <a:pt x="75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8"/>
              <p:cNvSpPr/>
              <p:nvPr/>
            </p:nvSpPr>
            <p:spPr>
              <a:xfrm>
                <a:off x="6564791" y="4974726"/>
                <a:ext cx="70987" cy="7866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336" extrusionOk="0">
                    <a:moveTo>
                      <a:pt x="364" y="1"/>
                    </a:moveTo>
                    <a:lnTo>
                      <a:pt x="289" y="92"/>
                    </a:lnTo>
                    <a:lnTo>
                      <a:pt x="213" y="198"/>
                    </a:lnTo>
                    <a:lnTo>
                      <a:pt x="152" y="319"/>
                    </a:lnTo>
                    <a:lnTo>
                      <a:pt x="91" y="440"/>
                    </a:lnTo>
                    <a:lnTo>
                      <a:pt x="61" y="577"/>
                    </a:lnTo>
                    <a:lnTo>
                      <a:pt x="16" y="698"/>
                    </a:lnTo>
                    <a:lnTo>
                      <a:pt x="0" y="850"/>
                    </a:lnTo>
                    <a:lnTo>
                      <a:pt x="0" y="986"/>
                    </a:lnTo>
                    <a:lnTo>
                      <a:pt x="0" y="1138"/>
                    </a:lnTo>
                    <a:lnTo>
                      <a:pt x="16" y="1259"/>
                    </a:lnTo>
                    <a:lnTo>
                      <a:pt x="46" y="1396"/>
                    </a:lnTo>
                    <a:lnTo>
                      <a:pt x="91" y="1517"/>
                    </a:lnTo>
                    <a:lnTo>
                      <a:pt x="137" y="1638"/>
                    </a:lnTo>
                    <a:lnTo>
                      <a:pt x="182" y="1744"/>
                    </a:lnTo>
                    <a:lnTo>
                      <a:pt x="258" y="1850"/>
                    </a:lnTo>
                    <a:lnTo>
                      <a:pt x="319" y="1941"/>
                    </a:lnTo>
                    <a:lnTo>
                      <a:pt x="410" y="2032"/>
                    </a:lnTo>
                    <a:lnTo>
                      <a:pt x="486" y="2108"/>
                    </a:lnTo>
                    <a:lnTo>
                      <a:pt x="577" y="2184"/>
                    </a:lnTo>
                    <a:lnTo>
                      <a:pt x="683" y="2229"/>
                    </a:lnTo>
                    <a:lnTo>
                      <a:pt x="789" y="2275"/>
                    </a:lnTo>
                    <a:lnTo>
                      <a:pt x="895" y="2320"/>
                    </a:lnTo>
                    <a:lnTo>
                      <a:pt x="1001" y="2336"/>
                    </a:lnTo>
                    <a:lnTo>
                      <a:pt x="1122" y="2336"/>
                    </a:lnTo>
                    <a:lnTo>
                      <a:pt x="1274" y="2320"/>
                    </a:lnTo>
                    <a:lnTo>
                      <a:pt x="1426" y="2290"/>
                    </a:lnTo>
                    <a:lnTo>
                      <a:pt x="1562" y="2229"/>
                    </a:lnTo>
                    <a:lnTo>
                      <a:pt x="1698" y="2138"/>
                    </a:lnTo>
                    <a:lnTo>
                      <a:pt x="1820" y="2047"/>
                    </a:lnTo>
                    <a:lnTo>
                      <a:pt x="1926" y="1926"/>
                    </a:lnTo>
                    <a:lnTo>
                      <a:pt x="2017" y="1790"/>
                    </a:lnTo>
                    <a:lnTo>
                      <a:pt x="2108" y="1638"/>
                    </a:lnTo>
                    <a:lnTo>
                      <a:pt x="1850" y="1487"/>
                    </a:lnTo>
                    <a:lnTo>
                      <a:pt x="1623" y="1320"/>
                    </a:lnTo>
                    <a:lnTo>
                      <a:pt x="1380" y="1138"/>
                    </a:lnTo>
                    <a:lnTo>
                      <a:pt x="1168" y="941"/>
                    </a:lnTo>
                    <a:lnTo>
                      <a:pt x="956" y="729"/>
                    </a:lnTo>
                    <a:lnTo>
                      <a:pt x="743" y="501"/>
                    </a:lnTo>
                    <a:lnTo>
                      <a:pt x="546" y="259"/>
                    </a:lnTo>
                    <a:lnTo>
                      <a:pt x="3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6564791" y="4974726"/>
                <a:ext cx="70987" cy="7866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336" fill="none" extrusionOk="0">
                    <a:moveTo>
                      <a:pt x="364" y="1"/>
                    </a:moveTo>
                    <a:lnTo>
                      <a:pt x="364" y="1"/>
                    </a:lnTo>
                    <a:lnTo>
                      <a:pt x="289" y="92"/>
                    </a:lnTo>
                    <a:lnTo>
                      <a:pt x="213" y="198"/>
                    </a:lnTo>
                    <a:lnTo>
                      <a:pt x="152" y="319"/>
                    </a:lnTo>
                    <a:lnTo>
                      <a:pt x="91" y="440"/>
                    </a:lnTo>
                    <a:lnTo>
                      <a:pt x="61" y="577"/>
                    </a:lnTo>
                    <a:lnTo>
                      <a:pt x="16" y="698"/>
                    </a:lnTo>
                    <a:lnTo>
                      <a:pt x="0" y="850"/>
                    </a:lnTo>
                    <a:lnTo>
                      <a:pt x="0" y="986"/>
                    </a:lnTo>
                    <a:lnTo>
                      <a:pt x="0" y="986"/>
                    </a:lnTo>
                    <a:lnTo>
                      <a:pt x="0" y="1138"/>
                    </a:lnTo>
                    <a:lnTo>
                      <a:pt x="16" y="1259"/>
                    </a:lnTo>
                    <a:lnTo>
                      <a:pt x="46" y="1396"/>
                    </a:lnTo>
                    <a:lnTo>
                      <a:pt x="91" y="1517"/>
                    </a:lnTo>
                    <a:lnTo>
                      <a:pt x="137" y="1638"/>
                    </a:lnTo>
                    <a:lnTo>
                      <a:pt x="182" y="1744"/>
                    </a:lnTo>
                    <a:lnTo>
                      <a:pt x="258" y="1850"/>
                    </a:lnTo>
                    <a:lnTo>
                      <a:pt x="319" y="1941"/>
                    </a:lnTo>
                    <a:lnTo>
                      <a:pt x="410" y="2032"/>
                    </a:lnTo>
                    <a:lnTo>
                      <a:pt x="486" y="2108"/>
                    </a:lnTo>
                    <a:lnTo>
                      <a:pt x="577" y="2184"/>
                    </a:lnTo>
                    <a:lnTo>
                      <a:pt x="683" y="2229"/>
                    </a:lnTo>
                    <a:lnTo>
                      <a:pt x="789" y="2275"/>
                    </a:lnTo>
                    <a:lnTo>
                      <a:pt x="895" y="2320"/>
                    </a:lnTo>
                    <a:lnTo>
                      <a:pt x="1001" y="2336"/>
                    </a:lnTo>
                    <a:lnTo>
                      <a:pt x="1122" y="2336"/>
                    </a:lnTo>
                    <a:lnTo>
                      <a:pt x="1122" y="2336"/>
                    </a:lnTo>
                    <a:lnTo>
                      <a:pt x="1274" y="2320"/>
                    </a:lnTo>
                    <a:lnTo>
                      <a:pt x="1426" y="2290"/>
                    </a:lnTo>
                    <a:lnTo>
                      <a:pt x="1562" y="2229"/>
                    </a:lnTo>
                    <a:lnTo>
                      <a:pt x="1698" y="2138"/>
                    </a:lnTo>
                    <a:lnTo>
                      <a:pt x="1820" y="2047"/>
                    </a:lnTo>
                    <a:lnTo>
                      <a:pt x="1926" y="1926"/>
                    </a:lnTo>
                    <a:lnTo>
                      <a:pt x="2017" y="1790"/>
                    </a:lnTo>
                    <a:lnTo>
                      <a:pt x="2108" y="1638"/>
                    </a:lnTo>
                    <a:lnTo>
                      <a:pt x="2108" y="1638"/>
                    </a:lnTo>
                    <a:lnTo>
                      <a:pt x="1850" y="1487"/>
                    </a:lnTo>
                    <a:lnTo>
                      <a:pt x="1623" y="1320"/>
                    </a:lnTo>
                    <a:lnTo>
                      <a:pt x="1380" y="1138"/>
                    </a:lnTo>
                    <a:lnTo>
                      <a:pt x="1168" y="941"/>
                    </a:lnTo>
                    <a:lnTo>
                      <a:pt x="956" y="729"/>
                    </a:lnTo>
                    <a:lnTo>
                      <a:pt x="743" y="501"/>
                    </a:lnTo>
                    <a:lnTo>
                      <a:pt x="546" y="259"/>
                    </a:lnTo>
                    <a:lnTo>
                      <a:pt x="36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1"/>
                    </a:moveTo>
                    <a:lnTo>
                      <a:pt x="501" y="16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1" y="471"/>
                    </a:lnTo>
                    <a:lnTo>
                      <a:pt x="16" y="607"/>
                    </a:lnTo>
                    <a:lnTo>
                      <a:pt x="1" y="759"/>
                    </a:lnTo>
                    <a:lnTo>
                      <a:pt x="16" y="910"/>
                    </a:lnTo>
                    <a:lnTo>
                      <a:pt x="61" y="1047"/>
                    </a:lnTo>
                    <a:lnTo>
                      <a:pt x="107" y="1168"/>
                    </a:lnTo>
                    <a:lnTo>
                      <a:pt x="183" y="1289"/>
                    </a:lnTo>
                    <a:lnTo>
                      <a:pt x="274" y="1380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759" y="1486"/>
                    </a:lnTo>
                    <a:lnTo>
                      <a:pt x="865" y="1441"/>
                    </a:lnTo>
                    <a:lnTo>
                      <a:pt x="971" y="1380"/>
                    </a:lnTo>
                    <a:lnTo>
                      <a:pt x="1062" y="1289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910"/>
                    </a:lnTo>
                    <a:lnTo>
                      <a:pt x="1244" y="759"/>
                    </a:lnTo>
                    <a:lnTo>
                      <a:pt x="1229" y="607"/>
                    </a:lnTo>
                    <a:lnTo>
                      <a:pt x="1198" y="471"/>
                    </a:lnTo>
                    <a:lnTo>
                      <a:pt x="1138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5" y="61"/>
                    </a:lnTo>
                    <a:lnTo>
                      <a:pt x="759" y="16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8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501" y="16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1" y="471"/>
                    </a:lnTo>
                    <a:lnTo>
                      <a:pt x="16" y="607"/>
                    </a:lnTo>
                    <a:lnTo>
                      <a:pt x="1" y="759"/>
                    </a:lnTo>
                    <a:lnTo>
                      <a:pt x="1" y="759"/>
                    </a:lnTo>
                    <a:lnTo>
                      <a:pt x="16" y="910"/>
                    </a:lnTo>
                    <a:lnTo>
                      <a:pt x="61" y="1047"/>
                    </a:lnTo>
                    <a:lnTo>
                      <a:pt x="107" y="1168"/>
                    </a:lnTo>
                    <a:lnTo>
                      <a:pt x="183" y="1289"/>
                    </a:lnTo>
                    <a:lnTo>
                      <a:pt x="274" y="1380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622" y="1502"/>
                    </a:lnTo>
                    <a:lnTo>
                      <a:pt x="759" y="1486"/>
                    </a:lnTo>
                    <a:lnTo>
                      <a:pt x="865" y="1441"/>
                    </a:lnTo>
                    <a:lnTo>
                      <a:pt x="971" y="1380"/>
                    </a:lnTo>
                    <a:lnTo>
                      <a:pt x="1062" y="1289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910"/>
                    </a:lnTo>
                    <a:lnTo>
                      <a:pt x="1244" y="759"/>
                    </a:lnTo>
                    <a:lnTo>
                      <a:pt x="1244" y="759"/>
                    </a:lnTo>
                    <a:lnTo>
                      <a:pt x="1229" y="607"/>
                    </a:lnTo>
                    <a:lnTo>
                      <a:pt x="1198" y="471"/>
                    </a:lnTo>
                    <a:lnTo>
                      <a:pt x="1138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5" y="61"/>
                    </a:lnTo>
                    <a:lnTo>
                      <a:pt x="759" y="16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8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extrusionOk="0">
                    <a:moveTo>
                      <a:pt x="622" y="0"/>
                    </a:move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592"/>
                    </a:lnTo>
                    <a:lnTo>
                      <a:pt x="0" y="743"/>
                    </a:lnTo>
                    <a:lnTo>
                      <a:pt x="15" y="895"/>
                    </a:lnTo>
                    <a:lnTo>
                      <a:pt x="46" y="1031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71"/>
                    </a:lnTo>
                    <a:lnTo>
                      <a:pt x="622" y="1486"/>
                    </a:lnTo>
                    <a:lnTo>
                      <a:pt x="743" y="1471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31"/>
                    </a:lnTo>
                    <a:lnTo>
                      <a:pt x="1228" y="895"/>
                    </a:lnTo>
                    <a:lnTo>
                      <a:pt x="1243" y="743"/>
                    </a:lnTo>
                    <a:lnTo>
                      <a:pt x="1228" y="592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8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592"/>
                    </a:lnTo>
                    <a:lnTo>
                      <a:pt x="0" y="743"/>
                    </a:lnTo>
                    <a:lnTo>
                      <a:pt x="0" y="743"/>
                    </a:lnTo>
                    <a:lnTo>
                      <a:pt x="15" y="895"/>
                    </a:lnTo>
                    <a:lnTo>
                      <a:pt x="46" y="1031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71"/>
                    </a:lnTo>
                    <a:lnTo>
                      <a:pt x="622" y="1486"/>
                    </a:lnTo>
                    <a:lnTo>
                      <a:pt x="622" y="1486"/>
                    </a:lnTo>
                    <a:lnTo>
                      <a:pt x="743" y="1471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31"/>
                    </a:lnTo>
                    <a:lnTo>
                      <a:pt x="1228" y="895"/>
                    </a:lnTo>
                    <a:lnTo>
                      <a:pt x="1243" y="743"/>
                    </a:lnTo>
                    <a:lnTo>
                      <a:pt x="1243" y="743"/>
                    </a:lnTo>
                    <a:lnTo>
                      <a:pt x="1228" y="592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6391191" y="4400379"/>
                <a:ext cx="19430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77" h="1486" extrusionOk="0">
                    <a:moveTo>
                      <a:pt x="577" y="0"/>
                    </a:moveTo>
                    <a:lnTo>
                      <a:pt x="456" y="15"/>
                    </a:lnTo>
                    <a:lnTo>
                      <a:pt x="350" y="76"/>
                    </a:lnTo>
                    <a:lnTo>
                      <a:pt x="259" y="137"/>
                    </a:lnTo>
                    <a:lnTo>
                      <a:pt x="168" y="243"/>
                    </a:lnTo>
                    <a:lnTo>
                      <a:pt x="107" y="349"/>
                    </a:lnTo>
                    <a:lnTo>
                      <a:pt x="46" y="470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79"/>
                    </a:lnTo>
                    <a:lnTo>
                      <a:pt x="46" y="1016"/>
                    </a:lnTo>
                    <a:lnTo>
                      <a:pt x="92" y="1137"/>
                    </a:lnTo>
                    <a:lnTo>
                      <a:pt x="168" y="1243"/>
                    </a:lnTo>
                    <a:lnTo>
                      <a:pt x="243" y="1319"/>
                    </a:lnTo>
                    <a:lnTo>
                      <a:pt x="334" y="1395"/>
                    </a:lnTo>
                    <a:lnTo>
                      <a:pt x="441" y="1456"/>
                    </a:lnTo>
                    <a:lnTo>
                      <a:pt x="547" y="1486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6391191" y="4400379"/>
                <a:ext cx="19430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77" h="1486" fill="none" extrusionOk="0">
                    <a:moveTo>
                      <a:pt x="577" y="0"/>
                    </a:moveTo>
                    <a:lnTo>
                      <a:pt x="577" y="0"/>
                    </a:lnTo>
                    <a:lnTo>
                      <a:pt x="456" y="15"/>
                    </a:lnTo>
                    <a:lnTo>
                      <a:pt x="350" y="76"/>
                    </a:lnTo>
                    <a:lnTo>
                      <a:pt x="259" y="137"/>
                    </a:lnTo>
                    <a:lnTo>
                      <a:pt x="168" y="243"/>
                    </a:lnTo>
                    <a:lnTo>
                      <a:pt x="107" y="349"/>
                    </a:lnTo>
                    <a:lnTo>
                      <a:pt x="46" y="470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79"/>
                    </a:lnTo>
                    <a:lnTo>
                      <a:pt x="46" y="1016"/>
                    </a:lnTo>
                    <a:lnTo>
                      <a:pt x="92" y="1137"/>
                    </a:lnTo>
                    <a:lnTo>
                      <a:pt x="168" y="1243"/>
                    </a:lnTo>
                    <a:lnTo>
                      <a:pt x="243" y="1319"/>
                    </a:lnTo>
                    <a:lnTo>
                      <a:pt x="334" y="1395"/>
                    </a:lnTo>
                    <a:lnTo>
                      <a:pt x="441" y="1456"/>
                    </a:lnTo>
                    <a:lnTo>
                      <a:pt x="547" y="1486"/>
                    </a:lnTo>
                    <a:lnTo>
                      <a:pt x="547" y="1486"/>
                    </a:lnTo>
                    <a:lnTo>
                      <a:pt x="57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6409578" y="4400379"/>
                <a:ext cx="23539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486" extrusionOk="0">
                    <a:moveTo>
                      <a:pt x="31" y="0"/>
                    </a:moveTo>
                    <a:lnTo>
                      <a:pt x="1" y="1486"/>
                    </a:lnTo>
                    <a:lnTo>
                      <a:pt x="76" y="1486"/>
                    </a:lnTo>
                    <a:lnTo>
                      <a:pt x="213" y="1471"/>
                    </a:lnTo>
                    <a:lnTo>
                      <a:pt x="319" y="1425"/>
                    </a:lnTo>
                    <a:lnTo>
                      <a:pt x="425" y="1365"/>
                    </a:lnTo>
                    <a:lnTo>
                      <a:pt x="516" y="1274"/>
                    </a:lnTo>
                    <a:lnTo>
                      <a:pt x="592" y="1152"/>
                    </a:lnTo>
                    <a:lnTo>
                      <a:pt x="653" y="1031"/>
                    </a:lnTo>
                    <a:lnTo>
                      <a:pt x="698" y="895"/>
                    </a:lnTo>
                    <a:lnTo>
                      <a:pt x="698" y="743"/>
                    </a:lnTo>
                    <a:lnTo>
                      <a:pt x="698" y="591"/>
                    </a:lnTo>
                    <a:lnTo>
                      <a:pt x="653" y="455"/>
                    </a:lnTo>
                    <a:lnTo>
                      <a:pt x="592" y="318"/>
                    </a:lnTo>
                    <a:lnTo>
                      <a:pt x="516" y="212"/>
                    </a:lnTo>
                    <a:lnTo>
                      <a:pt x="425" y="121"/>
                    </a:lnTo>
                    <a:lnTo>
                      <a:pt x="319" y="61"/>
                    </a:lnTo>
                    <a:lnTo>
                      <a:pt x="213" y="15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6409578" y="4400379"/>
                <a:ext cx="23539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486" fill="none" extrusionOk="0">
                    <a:moveTo>
                      <a:pt x="76" y="0"/>
                    </a:moveTo>
                    <a:lnTo>
                      <a:pt x="76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1" y="1486"/>
                    </a:lnTo>
                    <a:lnTo>
                      <a:pt x="1" y="1486"/>
                    </a:lnTo>
                    <a:lnTo>
                      <a:pt x="76" y="1486"/>
                    </a:lnTo>
                    <a:lnTo>
                      <a:pt x="76" y="1486"/>
                    </a:lnTo>
                    <a:lnTo>
                      <a:pt x="213" y="1471"/>
                    </a:lnTo>
                    <a:lnTo>
                      <a:pt x="319" y="1425"/>
                    </a:lnTo>
                    <a:lnTo>
                      <a:pt x="425" y="1365"/>
                    </a:lnTo>
                    <a:lnTo>
                      <a:pt x="516" y="1274"/>
                    </a:lnTo>
                    <a:lnTo>
                      <a:pt x="592" y="1152"/>
                    </a:lnTo>
                    <a:lnTo>
                      <a:pt x="653" y="1031"/>
                    </a:lnTo>
                    <a:lnTo>
                      <a:pt x="698" y="895"/>
                    </a:lnTo>
                    <a:lnTo>
                      <a:pt x="698" y="743"/>
                    </a:lnTo>
                    <a:lnTo>
                      <a:pt x="698" y="743"/>
                    </a:lnTo>
                    <a:lnTo>
                      <a:pt x="698" y="591"/>
                    </a:lnTo>
                    <a:lnTo>
                      <a:pt x="653" y="455"/>
                    </a:lnTo>
                    <a:lnTo>
                      <a:pt x="592" y="318"/>
                    </a:lnTo>
                    <a:lnTo>
                      <a:pt x="516" y="212"/>
                    </a:lnTo>
                    <a:lnTo>
                      <a:pt x="425" y="121"/>
                    </a:lnTo>
                    <a:lnTo>
                      <a:pt x="319" y="61"/>
                    </a:lnTo>
                    <a:lnTo>
                      <a:pt x="213" y="15"/>
                    </a:lnTo>
                    <a:lnTo>
                      <a:pt x="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6"/>
                    </a:lnTo>
                    <a:lnTo>
                      <a:pt x="183" y="227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4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44" y="1486"/>
                    </a:lnTo>
                    <a:lnTo>
                      <a:pt x="865" y="1440"/>
                    </a:lnTo>
                    <a:lnTo>
                      <a:pt x="971" y="1364"/>
                    </a:lnTo>
                    <a:lnTo>
                      <a:pt x="1062" y="1274"/>
                    </a:lnTo>
                    <a:lnTo>
                      <a:pt x="1138" y="1167"/>
                    </a:lnTo>
                    <a:lnTo>
                      <a:pt x="1198" y="1046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29" y="591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27"/>
                    </a:lnTo>
                    <a:lnTo>
                      <a:pt x="971" y="136"/>
                    </a:lnTo>
                    <a:lnTo>
                      <a:pt x="865" y="61"/>
                    </a:lnTo>
                    <a:lnTo>
                      <a:pt x="744" y="15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6"/>
                    </a:lnTo>
                    <a:lnTo>
                      <a:pt x="183" y="227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4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44" y="1486"/>
                    </a:lnTo>
                    <a:lnTo>
                      <a:pt x="865" y="1440"/>
                    </a:lnTo>
                    <a:lnTo>
                      <a:pt x="971" y="1364"/>
                    </a:lnTo>
                    <a:lnTo>
                      <a:pt x="1062" y="1274"/>
                    </a:lnTo>
                    <a:lnTo>
                      <a:pt x="1138" y="1167"/>
                    </a:lnTo>
                    <a:lnTo>
                      <a:pt x="1198" y="1046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591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27"/>
                    </a:lnTo>
                    <a:lnTo>
                      <a:pt x="971" y="136"/>
                    </a:lnTo>
                    <a:lnTo>
                      <a:pt x="865" y="61"/>
                    </a:lnTo>
                    <a:lnTo>
                      <a:pt x="744" y="15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6353945" y="4910909"/>
                <a:ext cx="23505" cy="42936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275" extrusionOk="0">
                    <a:moveTo>
                      <a:pt x="622" y="1"/>
                    </a:moveTo>
                    <a:lnTo>
                      <a:pt x="485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19"/>
                    </a:lnTo>
                    <a:lnTo>
                      <a:pt x="46" y="456"/>
                    </a:lnTo>
                    <a:lnTo>
                      <a:pt x="0" y="592"/>
                    </a:lnTo>
                    <a:lnTo>
                      <a:pt x="0" y="744"/>
                    </a:lnTo>
                    <a:lnTo>
                      <a:pt x="0" y="895"/>
                    </a:lnTo>
                    <a:lnTo>
                      <a:pt x="46" y="1032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319" y="986"/>
                    </a:lnTo>
                    <a:lnTo>
                      <a:pt x="455" y="683"/>
                    </a:lnTo>
                    <a:lnTo>
                      <a:pt x="591" y="349"/>
                    </a:lnTo>
                    <a:lnTo>
                      <a:pt x="69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>
                <a:off x="6353945" y="4910909"/>
                <a:ext cx="23505" cy="42936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275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485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19"/>
                    </a:lnTo>
                    <a:lnTo>
                      <a:pt x="46" y="456"/>
                    </a:lnTo>
                    <a:lnTo>
                      <a:pt x="0" y="592"/>
                    </a:lnTo>
                    <a:lnTo>
                      <a:pt x="0" y="744"/>
                    </a:lnTo>
                    <a:lnTo>
                      <a:pt x="0" y="744"/>
                    </a:lnTo>
                    <a:lnTo>
                      <a:pt x="0" y="895"/>
                    </a:lnTo>
                    <a:lnTo>
                      <a:pt x="46" y="1032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182" y="1274"/>
                    </a:lnTo>
                    <a:lnTo>
                      <a:pt x="319" y="986"/>
                    </a:lnTo>
                    <a:lnTo>
                      <a:pt x="455" y="683"/>
                    </a:lnTo>
                    <a:lnTo>
                      <a:pt x="591" y="349"/>
                    </a:lnTo>
                    <a:lnTo>
                      <a:pt x="698" y="1"/>
                    </a:lnTo>
                    <a:lnTo>
                      <a:pt x="698" y="1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8"/>
              <p:cNvSpPr/>
              <p:nvPr/>
            </p:nvSpPr>
            <p:spPr>
              <a:xfrm>
                <a:off x="6360074" y="4910909"/>
                <a:ext cx="35763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487" extrusionOk="0">
                    <a:moveTo>
                      <a:pt x="516" y="1"/>
                    </a:moveTo>
                    <a:lnTo>
                      <a:pt x="409" y="349"/>
                    </a:lnTo>
                    <a:lnTo>
                      <a:pt x="273" y="683"/>
                    </a:lnTo>
                    <a:lnTo>
                      <a:pt x="137" y="986"/>
                    </a:lnTo>
                    <a:lnTo>
                      <a:pt x="0" y="1274"/>
                    </a:lnTo>
                    <a:lnTo>
                      <a:pt x="91" y="1365"/>
                    </a:lnTo>
                    <a:lnTo>
                      <a:pt x="197" y="1441"/>
                    </a:lnTo>
                    <a:lnTo>
                      <a:pt x="303" y="1471"/>
                    </a:lnTo>
                    <a:lnTo>
                      <a:pt x="440" y="1486"/>
                    </a:lnTo>
                    <a:lnTo>
                      <a:pt x="561" y="1471"/>
                    </a:lnTo>
                    <a:lnTo>
                      <a:pt x="667" y="1426"/>
                    </a:lnTo>
                    <a:lnTo>
                      <a:pt x="773" y="1365"/>
                    </a:lnTo>
                    <a:lnTo>
                      <a:pt x="879" y="1274"/>
                    </a:lnTo>
                    <a:lnTo>
                      <a:pt x="955" y="1168"/>
                    </a:lnTo>
                    <a:lnTo>
                      <a:pt x="1001" y="1032"/>
                    </a:lnTo>
                    <a:lnTo>
                      <a:pt x="1046" y="895"/>
                    </a:lnTo>
                    <a:lnTo>
                      <a:pt x="1061" y="744"/>
                    </a:lnTo>
                    <a:lnTo>
                      <a:pt x="1046" y="607"/>
                    </a:lnTo>
                    <a:lnTo>
                      <a:pt x="1016" y="471"/>
                    </a:lnTo>
                    <a:lnTo>
                      <a:pt x="970" y="365"/>
                    </a:lnTo>
                    <a:lnTo>
                      <a:pt x="895" y="258"/>
                    </a:lnTo>
                    <a:lnTo>
                      <a:pt x="819" y="168"/>
                    </a:lnTo>
                    <a:lnTo>
                      <a:pt x="728" y="92"/>
                    </a:lnTo>
                    <a:lnTo>
                      <a:pt x="637" y="31"/>
                    </a:lnTo>
                    <a:lnTo>
                      <a:pt x="5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8"/>
              <p:cNvSpPr/>
              <p:nvPr/>
            </p:nvSpPr>
            <p:spPr>
              <a:xfrm>
                <a:off x="6360074" y="4910909"/>
                <a:ext cx="35763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487" fill="none" extrusionOk="0">
                    <a:moveTo>
                      <a:pt x="516" y="1"/>
                    </a:moveTo>
                    <a:lnTo>
                      <a:pt x="516" y="1"/>
                    </a:lnTo>
                    <a:lnTo>
                      <a:pt x="409" y="349"/>
                    </a:lnTo>
                    <a:lnTo>
                      <a:pt x="273" y="683"/>
                    </a:lnTo>
                    <a:lnTo>
                      <a:pt x="137" y="986"/>
                    </a:lnTo>
                    <a:lnTo>
                      <a:pt x="0" y="1274"/>
                    </a:lnTo>
                    <a:lnTo>
                      <a:pt x="0" y="1274"/>
                    </a:lnTo>
                    <a:lnTo>
                      <a:pt x="91" y="1365"/>
                    </a:lnTo>
                    <a:lnTo>
                      <a:pt x="197" y="1441"/>
                    </a:lnTo>
                    <a:lnTo>
                      <a:pt x="303" y="1471"/>
                    </a:lnTo>
                    <a:lnTo>
                      <a:pt x="440" y="1486"/>
                    </a:lnTo>
                    <a:lnTo>
                      <a:pt x="440" y="1486"/>
                    </a:lnTo>
                    <a:lnTo>
                      <a:pt x="561" y="1471"/>
                    </a:lnTo>
                    <a:lnTo>
                      <a:pt x="667" y="1426"/>
                    </a:lnTo>
                    <a:lnTo>
                      <a:pt x="773" y="1365"/>
                    </a:lnTo>
                    <a:lnTo>
                      <a:pt x="879" y="1274"/>
                    </a:lnTo>
                    <a:lnTo>
                      <a:pt x="955" y="1168"/>
                    </a:lnTo>
                    <a:lnTo>
                      <a:pt x="1001" y="1032"/>
                    </a:lnTo>
                    <a:lnTo>
                      <a:pt x="1046" y="895"/>
                    </a:lnTo>
                    <a:lnTo>
                      <a:pt x="1061" y="744"/>
                    </a:lnTo>
                    <a:lnTo>
                      <a:pt x="1061" y="744"/>
                    </a:lnTo>
                    <a:lnTo>
                      <a:pt x="1046" y="607"/>
                    </a:lnTo>
                    <a:lnTo>
                      <a:pt x="1016" y="471"/>
                    </a:lnTo>
                    <a:lnTo>
                      <a:pt x="970" y="365"/>
                    </a:lnTo>
                    <a:lnTo>
                      <a:pt x="895" y="258"/>
                    </a:lnTo>
                    <a:lnTo>
                      <a:pt x="819" y="168"/>
                    </a:lnTo>
                    <a:lnTo>
                      <a:pt x="728" y="92"/>
                    </a:lnTo>
                    <a:lnTo>
                      <a:pt x="637" y="31"/>
                    </a:lnTo>
                    <a:lnTo>
                      <a:pt x="516" y="1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8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1"/>
                    </a:moveTo>
                    <a:lnTo>
                      <a:pt x="501" y="16"/>
                    </a:lnTo>
                    <a:lnTo>
                      <a:pt x="380" y="61"/>
                    </a:lnTo>
                    <a:lnTo>
                      <a:pt x="273" y="122"/>
                    </a:lnTo>
                    <a:lnTo>
                      <a:pt x="183" y="213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2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7"/>
                    </a:lnTo>
                    <a:lnTo>
                      <a:pt x="107" y="1168"/>
                    </a:lnTo>
                    <a:lnTo>
                      <a:pt x="183" y="1274"/>
                    </a:lnTo>
                    <a:lnTo>
                      <a:pt x="273" y="1365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743" y="1486"/>
                    </a:lnTo>
                    <a:lnTo>
                      <a:pt x="865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29" y="592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5" y="61"/>
                    </a:lnTo>
                    <a:lnTo>
                      <a:pt x="743" y="16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8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501" y="16"/>
                    </a:lnTo>
                    <a:lnTo>
                      <a:pt x="380" y="61"/>
                    </a:lnTo>
                    <a:lnTo>
                      <a:pt x="273" y="122"/>
                    </a:lnTo>
                    <a:lnTo>
                      <a:pt x="183" y="213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2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7"/>
                    </a:lnTo>
                    <a:lnTo>
                      <a:pt x="107" y="1168"/>
                    </a:lnTo>
                    <a:lnTo>
                      <a:pt x="183" y="1274"/>
                    </a:lnTo>
                    <a:lnTo>
                      <a:pt x="273" y="1365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622" y="1502"/>
                    </a:lnTo>
                    <a:lnTo>
                      <a:pt x="743" y="1486"/>
                    </a:lnTo>
                    <a:lnTo>
                      <a:pt x="865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592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5" y="61"/>
                    </a:lnTo>
                    <a:lnTo>
                      <a:pt x="743" y="16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8"/>
              <p:cNvSpPr/>
              <p:nvPr/>
            </p:nvSpPr>
            <p:spPr>
              <a:xfrm>
                <a:off x="6655683" y="4779202"/>
                <a:ext cx="163391" cy="132242"/>
              </a:xfrm>
              <a:custGeom>
                <a:avLst/>
                <a:gdLst/>
                <a:ahLst/>
                <a:cxnLst/>
                <a:rect l="l" t="t" r="r" b="b"/>
                <a:pathLst>
                  <a:path w="4852" h="3927" extrusionOk="0">
                    <a:moveTo>
                      <a:pt x="2896" y="0"/>
                    </a:moveTo>
                    <a:lnTo>
                      <a:pt x="2668" y="31"/>
                    </a:lnTo>
                    <a:lnTo>
                      <a:pt x="2350" y="106"/>
                    </a:lnTo>
                    <a:lnTo>
                      <a:pt x="2032" y="213"/>
                    </a:lnTo>
                    <a:lnTo>
                      <a:pt x="1728" y="349"/>
                    </a:lnTo>
                    <a:lnTo>
                      <a:pt x="1440" y="516"/>
                    </a:lnTo>
                    <a:lnTo>
                      <a:pt x="1167" y="713"/>
                    </a:lnTo>
                    <a:lnTo>
                      <a:pt x="925" y="925"/>
                    </a:lnTo>
                    <a:lnTo>
                      <a:pt x="804" y="1046"/>
                    </a:lnTo>
                    <a:lnTo>
                      <a:pt x="697" y="1183"/>
                    </a:lnTo>
                    <a:lnTo>
                      <a:pt x="591" y="1304"/>
                    </a:lnTo>
                    <a:lnTo>
                      <a:pt x="500" y="1441"/>
                    </a:lnTo>
                    <a:lnTo>
                      <a:pt x="379" y="1653"/>
                    </a:lnTo>
                    <a:lnTo>
                      <a:pt x="258" y="1926"/>
                    </a:lnTo>
                    <a:lnTo>
                      <a:pt x="152" y="2229"/>
                    </a:lnTo>
                    <a:lnTo>
                      <a:pt x="61" y="2547"/>
                    </a:lnTo>
                    <a:lnTo>
                      <a:pt x="30" y="2714"/>
                    </a:lnTo>
                    <a:lnTo>
                      <a:pt x="0" y="2881"/>
                    </a:lnTo>
                    <a:lnTo>
                      <a:pt x="0" y="3032"/>
                    </a:lnTo>
                    <a:lnTo>
                      <a:pt x="0" y="3184"/>
                    </a:lnTo>
                    <a:lnTo>
                      <a:pt x="15" y="3320"/>
                    </a:lnTo>
                    <a:lnTo>
                      <a:pt x="61" y="3457"/>
                    </a:lnTo>
                    <a:lnTo>
                      <a:pt x="121" y="3578"/>
                    </a:lnTo>
                    <a:lnTo>
                      <a:pt x="197" y="3669"/>
                    </a:lnTo>
                    <a:lnTo>
                      <a:pt x="334" y="3790"/>
                    </a:lnTo>
                    <a:lnTo>
                      <a:pt x="455" y="3866"/>
                    </a:lnTo>
                    <a:lnTo>
                      <a:pt x="591" y="3912"/>
                    </a:lnTo>
                    <a:lnTo>
                      <a:pt x="697" y="3927"/>
                    </a:lnTo>
                    <a:lnTo>
                      <a:pt x="819" y="3912"/>
                    </a:lnTo>
                    <a:lnTo>
                      <a:pt x="940" y="3866"/>
                    </a:lnTo>
                    <a:lnTo>
                      <a:pt x="1046" y="3806"/>
                    </a:lnTo>
                    <a:lnTo>
                      <a:pt x="1152" y="3730"/>
                    </a:lnTo>
                    <a:lnTo>
                      <a:pt x="1258" y="3639"/>
                    </a:lnTo>
                    <a:lnTo>
                      <a:pt x="1364" y="3548"/>
                    </a:lnTo>
                    <a:lnTo>
                      <a:pt x="1577" y="3320"/>
                    </a:lnTo>
                    <a:lnTo>
                      <a:pt x="1774" y="3123"/>
                    </a:lnTo>
                    <a:lnTo>
                      <a:pt x="1880" y="3017"/>
                    </a:lnTo>
                    <a:lnTo>
                      <a:pt x="1986" y="2941"/>
                    </a:lnTo>
                    <a:lnTo>
                      <a:pt x="2138" y="2850"/>
                    </a:lnTo>
                    <a:lnTo>
                      <a:pt x="2304" y="2775"/>
                    </a:lnTo>
                    <a:lnTo>
                      <a:pt x="2486" y="2714"/>
                    </a:lnTo>
                    <a:lnTo>
                      <a:pt x="2668" y="2669"/>
                    </a:lnTo>
                    <a:lnTo>
                      <a:pt x="3047" y="2593"/>
                    </a:lnTo>
                    <a:lnTo>
                      <a:pt x="3426" y="2547"/>
                    </a:lnTo>
                    <a:lnTo>
                      <a:pt x="3608" y="2502"/>
                    </a:lnTo>
                    <a:lnTo>
                      <a:pt x="3805" y="2471"/>
                    </a:lnTo>
                    <a:lnTo>
                      <a:pt x="3987" y="2411"/>
                    </a:lnTo>
                    <a:lnTo>
                      <a:pt x="4169" y="2335"/>
                    </a:lnTo>
                    <a:lnTo>
                      <a:pt x="4321" y="2244"/>
                    </a:lnTo>
                    <a:lnTo>
                      <a:pt x="4472" y="2138"/>
                    </a:lnTo>
                    <a:lnTo>
                      <a:pt x="4609" y="2017"/>
                    </a:lnTo>
                    <a:lnTo>
                      <a:pt x="4715" y="1865"/>
                    </a:lnTo>
                    <a:lnTo>
                      <a:pt x="4760" y="1774"/>
                    </a:lnTo>
                    <a:lnTo>
                      <a:pt x="4806" y="1668"/>
                    </a:lnTo>
                    <a:lnTo>
                      <a:pt x="4836" y="1577"/>
                    </a:lnTo>
                    <a:lnTo>
                      <a:pt x="4851" y="1471"/>
                    </a:lnTo>
                    <a:lnTo>
                      <a:pt x="4851" y="1365"/>
                    </a:lnTo>
                    <a:lnTo>
                      <a:pt x="4851" y="1259"/>
                    </a:lnTo>
                    <a:lnTo>
                      <a:pt x="4836" y="1153"/>
                    </a:lnTo>
                    <a:lnTo>
                      <a:pt x="4806" y="1046"/>
                    </a:lnTo>
                    <a:lnTo>
                      <a:pt x="4730" y="849"/>
                    </a:lnTo>
                    <a:lnTo>
                      <a:pt x="4624" y="652"/>
                    </a:lnTo>
                    <a:lnTo>
                      <a:pt x="4488" y="485"/>
                    </a:lnTo>
                    <a:lnTo>
                      <a:pt x="4412" y="410"/>
                    </a:lnTo>
                    <a:lnTo>
                      <a:pt x="4321" y="334"/>
                    </a:lnTo>
                    <a:lnTo>
                      <a:pt x="4139" y="228"/>
                    </a:lnTo>
                    <a:lnTo>
                      <a:pt x="3957" y="137"/>
                    </a:lnTo>
                    <a:lnTo>
                      <a:pt x="3745" y="61"/>
                    </a:lnTo>
                    <a:lnTo>
                      <a:pt x="3548" y="15"/>
                    </a:lnTo>
                    <a:lnTo>
                      <a:pt x="332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8"/>
              <p:cNvSpPr/>
              <p:nvPr/>
            </p:nvSpPr>
            <p:spPr>
              <a:xfrm>
                <a:off x="6710810" y="4911414"/>
                <a:ext cx="92438" cy="49064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1457" extrusionOk="0">
                    <a:moveTo>
                      <a:pt x="1456" y="1"/>
                    </a:moveTo>
                    <a:lnTo>
                      <a:pt x="1289" y="16"/>
                    </a:lnTo>
                    <a:lnTo>
                      <a:pt x="1122" y="46"/>
                    </a:lnTo>
                    <a:lnTo>
                      <a:pt x="955" y="92"/>
                    </a:lnTo>
                    <a:lnTo>
                      <a:pt x="804" y="153"/>
                    </a:lnTo>
                    <a:lnTo>
                      <a:pt x="652" y="228"/>
                    </a:lnTo>
                    <a:lnTo>
                      <a:pt x="546" y="304"/>
                    </a:lnTo>
                    <a:lnTo>
                      <a:pt x="425" y="395"/>
                    </a:lnTo>
                    <a:lnTo>
                      <a:pt x="319" y="516"/>
                    </a:lnTo>
                    <a:lnTo>
                      <a:pt x="197" y="638"/>
                    </a:lnTo>
                    <a:lnTo>
                      <a:pt x="106" y="774"/>
                    </a:lnTo>
                    <a:lnTo>
                      <a:pt x="31" y="926"/>
                    </a:lnTo>
                    <a:lnTo>
                      <a:pt x="16" y="986"/>
                    </a:lnTo>
                    <a:lnTo>
                      <a:pt x="0" y="1062"/>
                    </a:lnTo>
                    <a:lnTo>
                      <a:pt x="0" y="1123"/>
                    </a:lnTo>
                    <a:lnTo>
                      <a:pt x="16" y="1199"/>
                    </a:lnTo>
                    <a:lnTo>
                      <a:pt x="46" y="1274"/>
                    </a:lnTo>
                    <a:lnTo>
                      <a:pt x="91" y="1335"/>
                    </a:lnTo>
                    <a:lnTo>
                      <a:pt x="137" y="1396"/>
                    </a:lnTo>
                    <a:lnTo>
                      <a:pt x="182" y="1426"/>
                    </a:lnTo>
                    <a:lnTo>
                      <a:pt x="243" y="1441"/>
                    </a:lnTo>
                    <a:lnTo>
                      <a:pt x="304" y="1441"/>
                    </a:lnTo>
                    <a:lnTo>
                      <a:pt x="440" y="1426"/>
                    </a:lnTo>
                    <a:lnTo>
                      <a:pt x="576" y="1396"/>
                    </a:lnTo>
                    <a:lnTo>
                      <a:pt x="728" y="1335"/>
                    </a:lnTo>
                    <a:lnTo>
                      <a:pt x="865" y="1290"/>
                    </a:lnTo>
                    <a:lnTo>
                      <a:pt x="1001" y="1259"/>
                    </a:lnTo>
                    <a:lnTo>
                      <a:pt x="1092" y="1244"/>
                    </a:lnTo>
                    <a:lnTo>
                      <a:pt x="1198" y="1244"/>
                    </a:lnTo>
                    <a:lnTo>
                      <a:pt x="1380" y="1274"/>
                    </a:lnTo>
                    <a:lnTo>
                      <a:pt x="1562" y="1335"/>
                    </a:lnTo>
                    <a:lnTo>
                      <a:pt x="1759" y="1396"/>
                    </a:lnTo>
                    <a:lnTo>
                      <a:pt x="1941" y="1441"/>
                    </a:lnTo>
                    <a:lnTo>
                      <a:pt x="2138" y="1456"/>
                    </a:lnTo>
                    <a:lnTo>
                      <a:pt x="2244" y="1456"/>
                    </a:lnTo>
                    <a:lnTo>
                      <a:pt x="2335" y="1441"/>
                    </a:lnTo>
                    <a:lnTo>
                      <a:pt x="2426" y="1411"/>
                    </a:lnTo>
                    <a:lnTo>
                      <a:pt x="2502" y="1365"/>
                    </a:lnTo>
                    <a:lnTo>
                      <a:pt x="2593" y="1290"/>
                    </a:lnTo>
                    <a:lnTo>
                      <a:pt x="2653" y="1214"/>
                    </a:lnTo>
                    <a:lnTo>
                      <a:pt x="2699" y="1108"/>
                    </a:lnTo>
                    <a:lnTo>
                      <a:pt x="2729" y="1002"/>
                    </a:lnTo>
                    <a:lnTo>
                      <a:pt x="2744" y="895"/>
                    </a:lnTo>
                    <a:lnTo>
                      <a:pt x="2729" y="789"/>
                    </a:lnTo>
                    <a:lnTo>
                      <a:pt x="2714" y="683"/>
                    </a:lnTo>
                    <a:lnTo>
                      <a:pt x="2669" y="577"/>
                    </a:lnTo>
                    <a:lnTo>
                      <a:pt x="2608" y="486"/>
                    </a:lnTo>
                    <a:lnTo>
                      <a:pt x="2532" y="395"/>
                    </a:lnTo>
                    <a:lnTo>
                      <a:pt x="2456" y="319"/>
                    </a:lnTo>
                    <a:lnTo>
                      <a:pt x="2381" y="243"/>
                    </a:lnTo>
                    <a:lnTo>
                      <a:pt x="2274" y="198"/>
                    </a:lnTo>
                    <a:lnTo>
                      <a:pt x="2183" y="137"/>
                    </a:lnTo>
                    <a:lnTo>
                      <a:pt x="1971" y="62"/>
                    </a:lnTo>
                    <a:lnTo>
                      <a:pt x="1804" y="31"/>
                    </a:lnTo>
                    <a:lnTo>
                      <a:pt x="16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8"/>
              <p:cNvSpPr/>
              <p:nvPr/>
            </p:nvSpPr>
            <p:spPr>
              <a:xfrm>
                <a:off x="6049143" y="4755696"/>
                <a:ext cx="163391" cy="132781"/>
              </a:xfrm>
              <a:custGeom>
                <a:avLst/>
                <a:gdLst/>
                <a:ahLst/>
                <a:cxnLst/>
                <a:rect l="l" t="t" r="r" b="b"/>
                <a:pathLst>
                  <a:path w="4852" h="3943" extrusionOk="0">
                    <a:moveTo>
                      <a:pt x="1744" y="1"/>
                    </a:moveTo>
                    <a:lnTo>
                      <a:pt x="1516" y="16"/>
                    </a:lnTo>
                    <a:lnTo>
                      <a:pt x="1304" y="31"/>
                    </a:lnTo>
                    <a:lnTo>
                      <a:pt x="1092" y="77"/>
                    </a:lnTo>
                    <a:lnTo>
                      <a:pt x="895" y="153"/>
                    </a:lnTo>
                    <a:lnTo>
                      <a:pt x="698" y="243"/>
                    </a:lnTo>
                    <a:lnTo>
                      <a:pt x="516" y="350"/>
                    </a:lnTo>
                    <a:lnTo>
                      <a:pt x="440" y="425"/>
                    </a:lnTo>
                    <a:lnTo>
                      <a:pt x="364" y="501"/>
                    </a:lnTo>
                    <a:lnTo>
                      <a:pt x="228" y="668"/>
                    </a:lnTo>
                    <a:lnTo>
                      <a:pt x="122" y="865"/>
                    </a:lnTo>
                    <a:lnTo>
                      <a:pt x="46" y="1062"/>
                    </a:lnTo>
                    <a:lnTo>
                      <a:pt x="15" y="1168"/>
                    </a:lnTo>
                    <a:lnTo>
                      <a:pt x="0" y="1274"/>
                    </a:lnTo>
                    <a:lnTo>
                      <a:pt x="0" y="1381"/>
                    </a:lnTo>
                    <a:lnTo>
                      <a:pt x="0" y="1487"/>
                    </a:lnTo>
                    <a:lnTo>
                      <a:pt x="15" y="1578"/>
                    </a:lnTo>
                    <a:lnTo>
                      <a:pt x="46" y="1684"/>
                    </a:lnTo>
                    <a:lnTo>
                      <a:pt x="76" y="1790"/>
                    </a:lnTo>
                    <a:lnTo>
                      <a:pt x="122" y="1881"/>
                    </a:lnTo>
                    <a:lnTo>
                      <a:pt x="228" y="2032"/>
                    </a:lnTo>
                    <a:lnTo>
                      <a:pt x="364" y="2154"/>
                    </a:lnTo>
                    <a:lnTo>
                      <a:pt x="516" y="2260"/>
                    </a:lnTo>
                    <a:lnTo>
                      <a:pt x="683" y="2351"/>
                    </a:lnTo>
                    <a:lnTo>
                      <a:pt x="864" y="2427"/>
                    </a:lnTo>
                    <a:lnTo>
                      <a:pt x="1046" y="2472"/>
                    </a:lnTo>
                    <a:lnTo>
                      <a:pt x="1228" y="2518"/>
                    </a:lnTo>
                    <a:lnTo>
                      <a:pt x="1425" y="2563"/>
                    </a:lnTo>
                    <a:lnTo>
                      <a:pt x="1804" y="2609"/>
                    </a:lnTo>
                    <a:lnTo>
                      <a:pt x="2183" y="2669"/>
                    </a:lnTo>
                    <a:lnTo>
                      <a:pt x="2365" y="2730"/>
                    </a:lnTo>
                    <a:lnTo>
                      <a:pt x="2532" y="2775"/>
                    </a:lnTo>
                    <a:lnTo>
                      <a:pt x="2699" y="2866"/>
                    </a:lnTo>
                    <a:lnTo>
                      <a:pt x="2866" y="2957"/>
                    </a:lnTo>
                    <a:lnTo>
                      <a:pt x="2972" y="3033"/>
                    </a:lnTo>
                    <a:lnTo>
                      <a:pt x="3063" y="3139"/>
                    </a:lnTo>
                    <a:lnTo>
                      <a:pt x="3275" y="3336"/>
                    </a:lnTo>
                    <a:lnTo>
                      <a:pt x="3487" y="3564"/>
                    </a:lnTo>
                    <a:lnTo>
                      <a:pt x="3593" y="3655"/>
                    </a:lnTo>
                    <a:lnTo>
                      <a:pt x="3699" y="3746"/>
                    </a:lnTo>
                    <a:lnTo>
                      <a:pt x="3806" y="3821"/>
                    </a:lnTo>
                    <a:lnTo>
                      <a:pt x="3912" y="3882"/>
                    </a:lnTo>
                    <a:lnTo>
                      <a:pt x="4018" y="3928"/>
                    </a:lnTo>
                    <a:lnTo>
                      <a:pt x="4139" y="3943"/>
                    </a:lnTo>
                    <a:lnTo>
                      <a:pt x="4260" y="3928"/>
                    </a:lnTo>
                    <a:lnTo>
                      <a:pt x="4382" y="3882"/>
                    </a:lnTo>
                    <a:lnTo>
                      <a:pt x="4518" y="3806"/>
                    </a:lnTo>
                    <a:lnTo>
                      <a:pt x="4639" y="3685"/>
                    </a:lnTo>
                    <a:lnTo>
                      <a:pt x="4730" y="3594"/>
                    </a:lnTo>
                    <a:lnTo>
                      <a:pt x="4791" y="3473"/>
                    </a:lnTo>
                    <a:lnTo>
                      <a:pt x="4821" y="3336"/>
                    </a:lnTo>
                    <a:lnTo>
                      <a:pt x="4852" y="3200"/>
                    </a:lnTo>
                    <a:lnTo>
                      <a:pt x="4852" y="3048"/>
                    </a:lnTo>
                    <a:lnTo>
                      <a:pt x="4837" y="2897"/>
                    </a:lnTo>
                    <a:lnTo>
                      <a:pt x="4821" y="2730"/>
                    </a:lnTo>
                    <a:lnTo>
                      <a:pt x="4791" y="2563"/>
                    </a:lnTo>
                    <a:lnTo>
                      <a:pt x="4700" y="2245"/>
                    </a:lnTo>
                    <a:lnTo>
                      <a:pt x="4594" y="1941"/>
                    </a:lnTo>
                    <a:lnTo>
                      <a:pt x="4457" y="1669"/>
                    </a:lnTo>
                    <a:lnTo>
                      <a:pt x="4351" y="1456"/>
                    </a:lnTo>
                    <a:lnTo>
                      <a:pt x="4245" y="1320"/>
                    </a:lnTo>
                    <a:lnTo>
                      <a:pt x="4154" y="1199"/>
                    </a:lnTo>
                    <a:lnTo>
                      <a:pt x="4048" y="1062"/>
                    </a:lnTo>
                    <a:lnTo>
                      <a:pt x="3927" y="941"/>
                    </a:lnTo>
                    <a:lnTo>
                      <a:pt x="3684" y="729"/>
                    </a:lnTo>
                    <a:lnTo>
                      <a:pt x="3411" y="532"/>
                    </a:lnTo>
                    <a:lnTo>
                      <a:pt x="3123" y="365"/>
                    </a:lnTo>
                    <a:lnTo>
                      <a:pt x="2805" y="228"/>
                    </a:lnTo>
                    <a:lnTo>
                      <a:pt x="2502" y="122"/>
                    </a:lnTo>
                    <a:lnTo>
                      <a:pt x="2168" y="46"/>
                    </a:lnTo>
                    <a:lnTo>
                      <a:pt x="1956" y="16"/>
                    </a:lnTo>
                    <a:lnTo>
                      <a:pt x="17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8"/>
              <p:cNvSpPr/>
              <p:nvPr/>
            </p:nvSpPr>
            <p:spPr>
              <a:xfrm>
                <a:off x="6203312" y="4681171"/>
                <a:ext cx="122577" cy="174133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5171" extrusionOk="0">
                    <a:moveTo>
                      <a:pt x="2411" y="0"/>
                    </a:moveTo>
                    <a:lnTo>
                      <a:pt x="2199" y="16"/>
                    </a:lnTo>
                    <a:lnTo>
                      <a:pt x="1987" y="61"/>
                    </a:lnTo>
                    <a:lnTo>
                      <a:pt x="1790" y="137"/>
                    </a:lnTo>
                    <a:lnTo>
                      <a:pt x="1593" y="228"/>
                    </a:lnTo>
                    <a:lnTo>
                      <a:pt x="1411" y="334"/>
                    </a:lnTo>
                    <a:lnTo>
                      <a:pt x="1229" y="455"/>
                    </a:lnTo>
                    <a:lnTo>
                      <a:pt x="1062" y="607"/>
                    </a:lnTo>
                    <a:lnTo>
                      <a:pt x="910" y="758"/>
                    </a:lnTo>
                    <a:lnTo>
                      <a:pt x="698" y="1001"/>
                    </a:lnTo>
                    <a:lnTo>
                      <a:pt x="501" y="1274"/>
                    </a:lnTo>
                    <a:lnTo>
                      <a:pt x="334" y="1577"/>
                    </a:lnTo>
                    <a:lnTo>
                      <a:pt x="213" y="1880"/>
                    </a:lnTo>
                    <a:lnTo>
                      <a:pt x="107" y="2199"/>
                    </a:lnTo>
                    <a:lnTo>
                      <a:pt x="46" y="2517"/>
                    </a:lnTo>
                    <a:lnTo>
                      <a:pt x="16" y="2684"/>
                    </a:lnTo>
                    <a:lnTo>
                      <a:pt x="1" y="2851"/>
                    </a:lnTo>
                    <a:lnTo>
                      <a:pt x="1" y="3017"/>
                    </a:lnTo>
                    <a:lnTo>
                      <a:pt x="16" y="3184"/>
                    </a:lnTo>
                    <a:lnTo>
                      <a:pt x="46" y="3427"/>
                    </a:lnTo>
                    <a:lnTo>
                      <a:pt x="107" y="3715"/>
                    </a:lnTo>
                    <a:lnTo>
                      <a:pt x="198" y="4018"/>
                    </a:lnTo>
                    <a:lnTo>
                      <a:pt x="319" y="4336"/>
                    </a:lnTo>
                    <a:lnTo>
                      <a:pt x="395" y="4488"/>
                    </a:lnTo>
                    <a:lnTo>
                      <a:pt x="471" y="4624"/>
                    </a:lnTo>
                    <a:lnTo>
                      <a:pt x="562" y="4761"/>
                    </a:lnTo>
                    <a:lnTo>
                      <a:pt x="653" y="4867"/>
                    </a:lnTo>
                    <a:lnTo>
                      <a:pt x="759" y="4973"/>
                    </a:lnTo>
                    <a:lnTo>
                      <a:pt x="865" y="5049"/>
                    </a:lnTo>
                    <a:lnTo>
                      <a:pt x="986" y="5110"/>
                    </a:lnTo>
                    <a:lnTo>
                      <a:pt x="1107" y="5155"/>
                    </a:lnTo>
                    <a:lnTo>
                      <a:pt x="1289" y="5170"/>
                    </a:lnTo>
                    <a:lnTo>
                      <a:pt x="1426" y="5155"/>
                    </a:lnTo>
                    <a:lnTo>
                      <a:pt x="1562" y="5110"/>
                    </a:lnTo>
                    <a:lnTo>
                      <a:pt x="1653" y="5049"/>
                    </a:lnTo>
                    <a:lnTo>
                      <a:pt x="1744" y="4973"/>
                    </a:lnTo>
                    <a:lnTo>
                      <a:pt x="1805" y="4867"/>
                    </a:lnTo>
                    <a:lnTo>
                      <a:pt x="1866" y="4746"/>
                    </a:lnTo>
                    <a:lnTo>
                      <a:pt x="1911" y="4624"/>
                    </a:lnTo>
                    <a:lnTo>
                      <a:pt x="1941" y="4488"/>
                    </a:lnTo>
                    <a:lnTo>
                      <a:pt x="1956" y="4352"/>
                    </a:lnTo>
                    <a:lnTo>
                      <a:pt x="2002" y="4048"/>
                    </a:lnTo>
                    <a:lnTo>
                      <a:pt x="2032" y="3760"/>
                    </a:lnTo>
                    <a:lnTo>
                      <a:pt x="2063" y="3624"/>
                    </a:lnTo>
                    <a:lnTo>
                      <a:pt x="2093" y="3503"/>
                    </a:lnTo>
                    <a:lnTo>
                      <a:pt x="2169" y="3321"/>
                    </a:lnTo>
                    <a:lnTo>
                      <a:pt x="2245" y="3154"/>
                    </a:lnTo>
                    <a:lnTo>
                      <a:pt x="2351" y="3002"/>
                    </a:lnTo>
                    <a:lnTo>
                      <a:pt x="2472" y="2851"/>
                    </a:lnTo>
                    <a:lnTo>
                      <a:pt x="2745" y="2578"/>
                    </a:lnTo>
                    <a:lnTo>
                      <a:pt x="3003" y="2305"/>
                    </a:lnTo>
                    <a:lnTo>
                      <a:pt x="3139" y="2168"/>
                    </a:lnTo>
                    <a:lnTo>
                      <a:pt x="3260" y="2017"/>
                    </a:lnTo>
                    <a:lnTo>
                      <a:pt x="3382" y="1865"/>
                    </a:lnTo>
                    <a:lnTo>
                      <a:pt x="3473" y="1698"/>
                    </a:lnTo>
                    <a:lnTo>
                      <a:pt x="3564" y="1532"/>
                    </a:lnTo>
                    <a:lnTo>
                      <a:pt x="3609" y="1365"/>
                    </a:lnTo>
                    <a:lnTo>
                      <a:pt x="3639" y="1183"/>
                    </a:lnTo>
                    <a:lnTo>
                      <a:pt x="3639" y="986"/>
                    </a:lnTo>
                    <a:lnTo>
                      <a:pt x="3624" y="880"/>
                    </a:lnTo>
                    <a:lnTo>
                      <a:pt x="3594" y="789"/>
                    </a:lnTo>
                    <a:lnTo>
                      <a:pt x="3548" y="683"/>
                    </a:lnTo>
                    <a:lnTo>
                      <a:pt x="3503" y="592"/>
                    </a:lnTo>
                    <a:lnTo>
                      <a:pt x="3442" y="516"/>
                    </a:lnTo>
                    <a:lnTo>
                      <a:pt x="3382" y="425"/>
                    </a:lnTo>
                    <a:lnTo>
                      <a:pt x="3306" y="349"/>
                    </a:lnTo>
                    <a:lnTo>
                      <a:pt x="3215" y="289"/>
                    </a:lnTo>
                    <a:lnTo>
                      <a:pt x="3033" y="167"/>
                    </a:lnTo>
                    <a:lnTo>
                      <a:pt x="2836" y="76"/>
                    </a:lnTo>
                    <a:lnTo>
                      <a:pt x="2624" y="31"/>
                    </a:lnTo>
                    <a:lnTo>
                      <a:pt x="2517" y="16"/>
                    </a:lnTo>
                    <a:lnTo>
                      <a:pt x="241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8"/>
              <p:cNvSpPr/>
              <p:nvPr/>
            </p:nvSpPr>
            <p:spPr>
              <a:xfrm>
                <a:off x="6064970" y="4888447"/>
                <a:ext cx="92438" cy="49064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1457" extrusionOk="0">
                    <a:moveTo>
                      <a:pt x="1107" y="1"/>
                    </a:moveTo>
                    <a:lnTo>
                      <a:pt x="940" y="31"/>
                    </a:lnTo>
                    <a:lnTo>
                      <a:pt x="773" y="61"/>
                    </a:lnTo>
                    <a:lnTo>
                      <a:pt x="561" y="137"/>
                    </a:lnTo>
                    <a:lnTo>
                      <a:pt x="455" y="198"/>
                    </a:lnTo>
                    <a:lnTo>
                      <a:pt x="364" y="243"/>
                    </a:lnTo>
                    <a:lnTo>
                      <a:pt x="273" y="319"/>
                    </a:lnTo>
                    <a:lnTo>
                      <a:pt x="197" y="395"/>
                    </a:lnTo>
                    <a:lnTo>
                      <a:pt x="137" y="471"/>
                    </a:lnTo>
                    <a:lnTo>
                      <a:pt x="76" y="577"/>
                    </a:lnTo>
                    <a:lnTo>
                      <a:pt x="31" y="668"/>
                    </a:lnTo>
                    <a:lnTo>
                      <a:pt x="0" y="789"/>
                    </a:lnTo>
                    <a:lnTo>
                      <a:pt x="0" y="895"/>
                    </a:lnTo>
                    <a:lnTo>
                      <a:pt x="15" y="1001"/>
                    </a:lnTo>
                    <a:lnTo>
                      <a:pt x="46" y="1107"/>
                    </a:lnTo>
                    <a:lnTo>
                      <a:pt x="91" y="1214"/>
                    </a:lnTo>
                    <a:lnTo>
                      <a:pt x="152" y="1289"/>
                    </a:lnTo>
                    <a:lnTo>
                      <a:pt x="228" y="1365"/>
                    </a:lnTo>
                    <a:lnTo>
                      <a:pt x="319" y="1411"/>
                    </a:lnTo>
                    <a:lnTo>
                      <a:pt x="410" y="1441"/>
                    </a:lnTo>
                    <a:lnTo>
                      <a:pt x="501" y="1456"/>
                    </a:lnTo>
                    <a:lnTo>
                      <a:pt x="592" y="1456"/>
                    </a:lnTo>
                    <a:lnTo>
                      <a:pt x="789" y="1441"/>
                    </a:lnTo>
                    <a:lnTo>
                      <a:pt x="986" y="1380"/>
                    </a:lnTo>
                    <a:lnTo>
                      <a:pt x="1168" y="1335"/>
                    </a:lnTo>
                    <a:lnTo>
                      <a:pt x="1365" y="1274"/>
                    </a:lnTo>
                    <a:lnTo>
                      <a:pt x="1547" y="1244"/>
                    </a:lnTo>
                    <a:lnTo>
                      <a:pt x="1744" y="1244"/>
                    </a:lnTo>
                    <a:lnTo>
                      <a:pt x="1880" y="1289"/>
                    </a:lnTo>
                    <a:lnTo>
                      <a:pt x="2017" y="1335"/>
                    </a:lnTo>
                    <a:lnTo>
                      <a:pt x="2153" y="1395"/>
                    </a:lnTo>
                    <a:lnTo>
                      <a:pt x="2305" y="1426"/>
                    </a:lnTo>
                    <a:lnTo>
                      <a:pt x="2426" y="1441"/>
                    </a:lnTo>
                    <a:lnTo>
                      <a:pt x="2487" y="1441"/>
                    </a:lnTo>
                    <a:lnTo>
                      <a:pt x="2547" y="1426"/>
                    </a:lnTo>
                    <a:lnTo>
                      <a:pt x="2608" y="1395"/>
                    </a:lnTo>
                    <a:lnTo>
                      <a:pt x="2653" y="1335"/>
                    </a:lnTo>
                    <a:lnTo>
                      <a:pt x="2684" y="1274"/>
                    </a:lnTo>
                    <a:lnTo>
                      <a:pt x="2729" y="1198"/>
                    </a:lnTo>
                    <a:lnTo>
                      <a:pt x="2744" y="1123"/>
                    </a:lnTo>
                    <a:lnTo>
                      <a:pt x="2744" y="1062"/>
                    </a:lnTo>
                    <a:lnTo>
                      <a:pt x="2729" y="986"/>
                    </a:lnTo>
                    <a:lnTo>
                      <a:pt x="2714" y="925"/>
                    </a:lnTo>
                    <a:lnTo>
                      <a:pt x="2638" y="774"/>
                    </a:lnTo>
                    <a:lnTo>
                      <a:pt x="2547" y="637"/>
                    </a:lnTo>
                    <a:lnTo>
                      <a:pt x="2426" y="516"/>
                    </a:lnTo>
                    <a:lnTo>
                      <a:pt x="2305" y="395"/>
                    </a:lnTo>
                    <a:lnTo>
                      <a:pt x="2183" y="304"/>
                    </a:lnTo>
                    <a:lnTo>
                      <a:pt x="2092" y="228"/>
                    </a:lnTo>
                    <a:lnTo>
                      <a:pt x="1941" y="152"/>
                    </a:lnTo>
                    <a:lnTo>
                      <a:pt x="1774" y="92"/>
                    </a:lnTo>
                    <a:lnTo>
                      <a:pt x="1622" y="31"/>
                    </a:lnTo>
                    <a:lnTo>
                      <a:pt x="1441" y="16"/>
                    </a:lnTo>
                    <a:lnTo>
                      <a:pt x="127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8"/>
              <p:cNvSpPr/>
              <p:nvPr/>
            </p:nvSpPr>
            <p:spPr>
              <a:xfrm>
                <a:off x="5964885" y="4845072"/>
                <a:ext cx="30173" cy="30139"/>
              </a:xfrm>
              <a:custGeom>
                <a:avLst/>
                <a:gdLst/>
                <a:ahLst/>
                <a:cxnLst/>
                <a:rect l="l" t="t" r="r" b="b"/>
                <a:pathLst>
                  <a:path w="896" h="895" extrusionOk="0">
                    <a:moveTo>
                      <a:pt x="440" y="0"/>
                    </a:moveTo>
                    <a:lnTo>
                      <a:pt x="349" y="15"/>
                    </a:lnTo>
                    <a:lnTo>
                      <a:pt x="274" y="45"/>
                    </a:lnTo>
                    <a:lnTo>
                      <a:pt x="198" y="76"/>
                    </a:lnTo>
                    <a:lnTo>
                      <a:pt x="122" y="136"/>
                    </a:lnTo>
                    <a:lnTo>
                      <a:pt x="77" y="197"/>
                    </a:lnTo>
                    <a:lnTo>
                      <a:pt x="31" y="273"/>
                    </a:lnTo>
                    <a:lnTo>
                      <a:pt x="1" y="364"/>
                    </a:lnTo>
                    <a:lnTo>
                      <a:pt x="1" y="455"/>
                    </a:lnTo>
                    <a:lnTo>
                      <a:pt x="1" y="546"/>
                    </a:lnTo>
                    <a:lnTo>
                      <a:pt x="31" y="622"/>
                    </a:lnTo>
                    <a:lnTo>
                      <a:pt x="77" y="697"/>
                    </a:lnTo>
                    <a:lnTo>
                      <a:pt x="122" y="773"/>
                    </a:lnTo>
                    <a:lnTo>
                      <a:pt x="198" y="819"/>
                    </a:lnTo>
                    <a:lnTo>
                      <a:pt x="274" y="864"/>
                    </a:lnTo>
                    <a:lnTo>
                      <a:pt x="349" y="894"/>
                    </a:lnTo>
                    <a:lnTo>
                      <a:pt x="531" y="894"/>
                    </a:lnTo>
                    <a:lnTo>
                      <a:pt x="622" y="864"/>
                    </a:lnTo>
                    <a:lnTo>
                      <a:pt x="698" y="819"/>
                    </a:lnTo>
                    <a:lnTo>
                      <a:pt x="759" y="773"/>
                    </a:lnTo>
                    <a:lnTo>
                      <a:pt x="819" y="697"/>
                    </a:lnTo>
                    <a:lnTo>
                      <a:pt x="850" y="622"/>
                    </a:lnTo>
                    <a:lnTo>
                      <a:pt x="880" y="546"/>
                    </a:lnTo>
                    <a:lnTo>
                      <a:pt x="895" y="455"/>
                    </a:lnTo>
                    <a:lnTo>
                      <a:pt x="880" y="364"/>
                    </a:lnTo>
                    <a:lnTo>
                      <a:pt x="850" y="273"/>
                    </a:lnTo>
                    <a:lnTo>
                      <a:pt x="819" y="197"/>
                    </a:lnTo>
                    <a:lnTo>
                      <a:pt x="759" y="136"/>
                    </a:lnTo>
                    <a:lnTo>
                      <a:pt x="698" y="76"/>
                    </a:lnTo>
                    <a:lnTo>
                      <a:pt x="622" y="45"/>
                    </a:lnTo>
                    <a:lnTo>
                      <a:pt x="531" y="15"/>
                    </a:lnTo>
                    <a:lnTo>
                      <a:pt x="4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8"/>
              <p:cNvSpPr/>
              <p:nvPr/>
            </p:nvSpPr>
            <p:spPr>
              <a:xfrm>
                <a:off x="6088443" y="4601021"/>
                <a:ext cx="42397" cy="42397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259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46"/>
                    </a:lnTo>
                    <a:lnTo>
                      <a:pt x="274" y="106"/>
                    </a:lnTo>
                    <a:lnTo>
                      <a:pt x="183" y="182"/>
                    </a:lnTo>
                    <a:lnTo>
                      <a:pt x="107" y="273"/>
                    </a:lnTo>
                    <a:lnTo>
                      <a:pt x="46" y="379"/>
                    </a:lnTo>
                    <a:lnTo>
                      <a:pt x="16" y="501"/>
                    </a:lnTo>
                    <a:lnTo>
                      <a:pt x="1" y="637"/>
                    </a:lnTo>
                    <a:lnTo>
                      <a:pt x="16" y="758"/>
                    </a:lnTo>
                    <a:lnTo>
                      <a:pt x="46" y="880"/>
                    </a:lnTo>
                    <a:lnTo>
                      <a:pt x="107" y="986"/>
                    </a:lnTo>
                    <a:lnTo>
                      <a:pt x="183" y="1077"/>
                    </a:lnTo>
                    <a:lnTo>
                      <a:pt x="274" y="1152"/>
                    </a:lnTo>
                    <a:lnTo>
                      <a:pt x="380" y="1213"/>
                    </a:lnTo>
                    <a:lnTo>
                      <a:pt x="501" y="1243"/>
                    </a:lnTo>
                    <a:lnTo>
                      <a:pt x="622" y="1259"/>
                    </a:lnTo>
                    <a:lnTo>
                      <a:pt x="759" y="1243"/>
                    </a:lnTo>
                    <a:lnTo>
                      <a:pt x="865" y="1213"/>
                    </a:lnTo>
                    <a:lnTo>
                      <a:pt x="971" y="1152"/>
                    </a:lnTo>
                    <a:lnTo>
                      <a:pt x="1077" y="1077"/>
                    </a:lnTo>
                    <a:lnTo>
                      <a:pt x="1153" y="986"/>
                    </a:lnTo>
                    <a:lnTo>
                      <a:pt x="1213" y="880"/>
                    </a:lnTo>
                    <a:lnTo>
                      <a:pt x="1244" y="758"/>
                    </a:lnTo>
                    <a:lnTo>
                      <a:pt x="1259" y="637"/>
                    </a:lnTo>
                    <a:lnTo>
                      <a:pt x="1244" y="501"/>
                    </a:lnTo>
                    <a:lnTo>
                      <a:pt x="1213" y="379"/>
                    </a:lnTo>
                    <a:lnTo>
                      <a:pt x="1153" y="273"/>
                    </a:lnTo>
                    <a:lnTo>
                      <a:pt x="1077" y="182"/>
                    </a:lnTo>
                    <a:lnTo>
                      <a:pt x="971" y="106"/>
                    </a:lnTo>
                    <a:lnTo>
                      <a:pt x="865" y="46"/>
                    </a:lnTo>
                    <a:lnTo>
                      <a:pt x="759" y="15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8"/>
              <p:cNvSpPr/>
              <p:nvPr/>
            </p:nvSpPr>
            <p:spPr>
              <a:xfrm>
                <a:off x="6640360" y="4643386"/>
                <a:ext cx="49031" cy="49031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456" extrusionOk="0">
                    <a:moveTo>
                      <a:pt x="728" y="1"/>
                    </a:moveTo>
                    <a:lnTo>
                      <a:pt x="576" y="16"/>
                    </a:lnTo>
                    <a:lnTo>
                      <a:pt x="440" y="61"/>
                    </a:lnTo>
                    <a:lnTo>
                      <a:pt x="319" y="122"/>
                    </a:lnTo>
                    <a:lnTo>
                      <a:pt x="212" y="213"/>
                    </a:lnTo>
                    <a:lnTo>
                      <a:pt x="122" y="319"/>
                    </a:lnTo>
                    <a:lnTo>
                      <a:pt x="46" y="455"/>
                    </a:lnTo>
                    <a:lnTo>
                      <a:pt x="0" y="592"/>
                    </a:lnTo>
                    <a:lnTo>
                      <a:pt x="0" y="728"/>
                    </a:lnTo>
                    <a:lnTo>
                      <a:pt x="0" y="880"/>
                    </a:lnTo>
                    <a:lnTo>
                      <a:pt x="46" y="1016"/>
                    </a:lnTo>
                    <a:lnTo>
                      <a:pt x="122" y="1138"/>
                    </a:lnTo>
                    <a:lnTo>
                      <a:pt x="212" y="1244"/>
                    </a:lnTo>
                    <a:lnTo>
                      <a:pt x="319" y="1335"/>
                    </a:lnTo>
                    <a:lnTo>
                      <a:pt x="440" y="1411"/>
                    </a:lnTo>
                    <a:lnTo>
                      <a:pt x="576" y="1441"/>
                    </a:lnTo>
                    <a:lnTo>
                      <a:pt x="728" y="1456"/>
                    </a:lnTo>
                    <a:lnTo>
                      <a:pt x="864" y="1441"/>
                    </a:lnTo>
                    <a:lnTo>
                      <a:pt x="1001" y="1411"/>
                    </a:lnTo>
                    <a:lnTo>
                      <a:pt x="1122" y="1335"/>
                    </a:lnTo>
                    <a:lnTo>
                      <a:pt x="1243" y="1244"/>
                    </a:lnTo>
                    <a:lnTo>
                      <a:pt x="1319" y="1138"/>
                    </a:lnTo>
                    <a:lnTo>
                      <a:pt x="1395" y="1016"/>
                    </a:lnTo>
                    <a:lnTo>
                      <a:pt x="1440" y="880"/>
                    </a:lnTo>
                    <a:lnTo>
                      <a:pt x="1456" y="728"/>
                    </a:lnTo>
                    <a:lnTo>
                      <a:pt x="1440" y="592"/>
                    </a:lnTo>
                    <a:lnTo>
                      <a:pt x="1395" y="455"/>
                    </a:lnTo>
                    <a:lnTo>
                      <a:pt x="1319" y="319"/>
                    </a:lnTo>
                    <a:lnTo>
                      <a:pt x="1243" y="213"/>
                    </a:lnTo>
                    <a:lnTo>
                      <a:pt x="1122" y="122"/>
                    </a:lnTo>
                    <a:lnTo>
                      <a:pt x="1001" y="61"/>
                    </a:lnTo>
                    <a:lnTo>
                      <a:pt x="864" y="16"/>
                    </a:lnTo>
                    <a:lnTo>
                      <a:pt x="72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8"/>
              <p:cNvSpPr/>
              <p:nvPr/>
            </p:nvSpPr>
            <p:spPr>
              <a:xfrm>
                <a:off x="6876227" y="4860361"/>
                <a:ext cx="28119" cy="2811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334" y="1"/>
                    </a:moveTo>
                    <a:lnTo>
                      <a:pt x="258" y="31"/>
                    </a:lnTo>
                    <a:lnTo>
                      <a:pt x="182" y="61"/>
                    </a:lnTo>
                    <a:lnTo>
                      <a:pt x="122" y="122"/>
                    </a:lnTo>
                    <a:lnTo>
                      <a:pt x="76" y="183"/>
                    </a:lnTo>
                    <a:lnTo>
                      <a:pt x="31" y="259"/>
                    </a:lnTo>
                    <a:lnTo>
                      <a:pt x="0" y="334"/>
                    </a:lnTo>
                    <a:lnTo>
                      <a:pt x="0" y="410"/>
                    </a:lnTo>
                    <a:lnTo>
                      <a:pt x="0" y="501"/>
                    </a:lnTo>
                    <a:lnTo>
                      <a:pt x="31" y="577"/>
                    </a:lnTo>
                    <a:lnTo>
                      <a:pt x="76" y="653"/>
                    </a:lnTo>
                    <a:lnTo>
                      <a:pt x="122" y="713"/>
                    </a:lnTo>
                    <a:lnTo>
                      <a:pt x="182" y="759"/>
                    </a:lnTo>
                    <a:lnTo>
                      <a:pt x="258" y="804"/>
                    </a:lnTo>
                    <a:lnTo>
                      <a:pt x="334" y="820"/>
                    </a:lnTo>
                    <a:lnTo>
                      <a:pt x="410" y="835"/>
                    </a:lnTo>
                    <a:lnTo>
                      <a:pt x="501" y="820"/>
                    </a:lnTo>
                    <a:lnTo>
                      <a:pt x="576" y="804"/>
                    </a:lnTo>
                    <a:lnTo>
                      <a:pt x="652" y="759"/>
                    </a:lnTo>
                    <a:lnTo>
                      <a:pt x="713" y="713"/>
                    </a:lnTo>
                    <a:lnTo>
                      <a:pt x="758" y="653"/>
                    </a:lnTo>
                    <a:lnTo>
                      <a:pt x="804" y="577"/>
                    </a:lnTo>
                    <a:lnTo>
                      <a:pt x="819" y="501"/>
                    </a:lnTo>
                    <a:lnTo>
                      <a:pt x="834" y="410"/>
                    </a:lnTo>
                    <a:lnTo>
                      <a:pt x="819" y="334"/>
                    </a:lnTo>
                    <a:lnTo>
                      <a:pt x="804" y="259"/>
                    </a:lnTo>
                    <a:lnTo>
                      <a:pt x="758" y="183"/>
                    </a:lnTo>
                    <a:lnTo>
                      <a:pt x="713" y="122"/>
                    </a:lnTo>
                    <a:lnTo>
                      <a:pt x="652" y="61"/>
                    </a:lnTo>
                    <a:lnTo>
                      <a:pt x="576" y="31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8"/>
              <p:cNvSpPr/>
              <p:nvPr/>
            </p:nvSpPr>
            <p:spPr>
              <a:xfrm>
                <a:off x="7019688" y="4822072"/>
                <a:ext cx="53139" cy="53139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578" extrusionOk="0">
                    <a:moveTo>
                      <a:pt x="789" y="1"/>
                    </a:moveTo>
                    <a:lnTo>
                      <a:pt x="622" y="16"/>
                    </a:lnTo>
                    <a:lnTo>
                      <a:pt x="486" y="61"/>
                    </a:lnTo>
                    <a:lnTo>
                      <a:pt x="349" y="137"/>
                    </a:lnTo>
                    <a:lnTo>
                      <a:pt x="228" y="228"/>
                    </a:lnTo>
                    <a:lnTo>
                      <a:pt x="137" y="349"/>
                    </a:lnTo>
                    <a:lnTo>
                      <a:pt x="61" y="486"/>
                    </a:lnTo>
                    <a:lnTo>
                      <a:pt x="16" y="638"/>
                    </a:lnTo>
                    <a:lnTo>
                      <a:pt x="1" y="789"/>
                    </a:lnTo>
                    <a:lnTo>
                      <a:pt x="16" y="956"/>
                    </a:lnTo>
                    <a:lnTo>
                      <a:pt x="61" y="1092"/>
                    </a:lnTo>
                    <a:lnTo>
                      <a:pt x="137" y="1229"/>
                    </a:lnTo>
                    <a:lnTo>
                      <a:pt x="228" y="1350"/>
                    </a:lnTo>
                    <a:lnTo>
                      <a:pt x="349" y="1441"/>
                    </a:lnTo>
                    <a:lnTo>
                      <a:pt x="486" y="1517"/>
                    </a:lnTo>
                    <a:lnTo>
                      <a:pt x="622" y="1562"/>
                    </a:lnTo>
                    <a:lnTo>
                      <a:pt x="789" y="1577"/>
                    </a:lnTo>
                    <a:lnTo>
                      <a:pt x="940" y="1562"/>
                    </a:lnTo>
                    <a:lnTo>
                      <a:pt x="1092" y="1517"/>
                    </a:lnTo>
                    <a:lnTo>
                      <a:pt x="1229" y="1441"/>
                    </a:lnTo>
                    <a:lnTo>
                      <a:pt x="1350" y="1350"/>
                    </a:lnTo>
                    <a:lnTo>
                      <a:pt x="1441" y="1229"/>
                    </a:lnTo>
                    <a:lnTo>
                      <a:pt x="1517" y="1092"/>
                    </a:lnTo>
                    <a:lnTo>
                      <a:pt x="1562" y="956"/>
                    </a:lnTo>
                    <a:lnTo>
                      <a:pt x="1577" y="789"/>
                    </a:lnTo>
                    <a:lnTo>
                      <a:pt x="1562" y="638"/>
                    </a:lnTo>
                    <a:lnTo>
                      <a:pt x="1517" y="486"/>
                    </a:lnTo>
                    <a:lnTo>
                      <a:pt x="1441" y="349"/>
                    </a:lnTo>
                    <a:lnTo>
                      <a:pt x="1350" y="228"/>
                    </a:lnTo>
                    <a:lnTo>
                      <a:pt x="1229" y="137"/>
                    </a:lnTo>
                    <a:lnTo>
                      <a:pt x="1092" y="61"/>
                    </a:lnTo>
                    <a:lnTo>
                      <a:pt x="940" y="16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8"/>
              <p:cNvSpPr/>
              <p:nvPr/>
            </p:nvSpPr>
            <p:spPr>
              <a:xfrm>
                <a:off x="5753029" y="4755696"/>
                <a:ext cx="64858" cy="64892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27" extrusionOk="0">
                    <a:moveTo>
                      <a:pt x="970" y="1"/>
                    </a:moveTo>
                    <a:lnTo>
                      <a:pt x="864" y="16"/>
                    </a:lnTo>
                    <a:lnTo>
                      <a:pt x="773" y="31"/>
                    </a:lnTo>
                    <a:lnTo>
                      <a:pt x="682" y="46"/>
                    </a:lnTo>
                    <a:lnTo>
                      <a:pt x="591" y="77"/>
                    </a:lnTo>
                    <a:lnTo>
                      <a:pt x="425" y="168"/>
                    </a:lnTo>
                    <a:lnTo>
                      <a:pt x="288" y="289"/>
                    </a:lnTo>
                    <a:lnTo>
                      <a:pt x="167" y="425"/>
                    </a:lnTo>
                    <a:lnTo>
                      <a:pt x="76" y="592"/>
                    </a:lnTo>
                    <a:lnTo>
                      <a:pt x="46" y="683"/>
                    </a:lnTo>
                    <a:lnTo>
                      <a:pt x="30" y="774"/>
                    </a:lnTo>
                    <a:lnTo>
                      <a:pt x="15" y="865"/>
                    </a:lnTo>
                    <a:lnTo>
                      <a:pt x="0" y="971"/>
                    </a:lnTo>
                    <a:lnTo>
                      <a:pt x="15" y="1062"/>
                    </a:lnTo>
                    <a:lnTo>
                      <a:pt x="30" y="1168"/>
                    </a:lnTo>
                    <a:lnTo>
                      <a:pt x="46" y="1259"/>
                    </a:lnTo>
                    <a:lnTo>
                      <a:pt x="76" y="1335"/>
                    </a:lnTo>
                    <a:lnTo>
                      <a:pt x="167" y="1502"/>
                    </a:lnTo>
                    <a:lnTo>
                      <a:pt x="288" y="1653"/>
                    </a:lnTo>
                    <a:lnTo>
                      <a:pt x="425" y="1760"/>
                    </a:lnTo>
                    <a:lnTo>
                      <a:pt x="591" y="1851"/>
                    </a:lnTo>
                    <a:lnTo>
                      <a:pt x="682" y="1881"/>
                    </a:lnTo>
                    <a:lnTo>
                      <a:pt x="773" y="1911"/>
                    </a:lnTo>
                    <a:lnTo>
                      <a:pt x="864" y="1926"/>
                    </a:lnTo>
                    <a:lnTo>
                      <a:pt x="1061" y="1926"/>
                    </a:lnTo>
                    <a:lnTo>
                      <a:pt x="1152" y="1911"/>
                    </a:lnTo>
                    <a:lnTo>
                      <a:pt x="1258" y="1881"/>
                    </a:lnTo>
                    <a:lnTo>
                      <a:pt x="1334" y="1851"/>
                    </a:lnTo>
                    <a:lnTo>
                      <a:pt x="1501" y="1760"/>
                    </a:lnTo>
                    <a:lnTo>
                      <a:pt x="1653" y="1653"/>
                    </a:lnTo>
                    <a:lnTo>
                      <a:pt x="1759" y="1502"/>
                    </a:lnTo>
                    <a:lnTo>
                      <a:pt x="1850" y="1335"/>
                    </a:lnTo>
                    <a:lnTo>
                      <a:pt x="1880" y="1259"/>
                    </a:lnTo>
                    <a:lnTo>
                      <a:pt x="1910" y="1168"/>
                    </a:lnTo>
                    <a:lnTo>
                      <a:pt x="1926" y="1062"/>
                    </a:lnTo>
                    <a:lnTo>
                      <a:pt x="1926" y="971"/>
                    </a:lnTo>
                    <a:lnTo>
                      <a:pt x="1926" y="865"/>
                    </a:lnTo>
                    <a:lnTo>
                      <a:pt x="1910" y="774"/>
                    </a:lnTo>
                    <a:lnTo>
                      <a:pt x="1880" y="683"/>
                    </a:lnTo>
                    <a:lnTo>
                      <a:pt x="1850" y="592"/>
                    </a:lnTo>
                    <a:lnTo>
                      <a:pt x="1759" y="425"/>
                    </a:lnTo>
                    <a:lnTo>
                      <a:pt x="1653" y="289"/>
                    </a:lnTo>
                    <a:lnTo>
                      <a:pt x="1501" y="168"/>
                    </a:lnTo>
                    <a:lnTo>
                      <a:pt x="1334" y="77"/>
                    </a:lnTo>
                    <a:lnTo>
                      <a:pt x="1258" y="46"/>
                    </a:lnTo>
                    <a:lnTo>
                      <a:pt x="1152" y="31"/>
                    </a:lnTo>
                    <a:lnTo>
                      <a:pt x="1061" y="16"/>
                    </a:lnTo>
                    <a:lnTo>
                      <a:pt x="9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8"/>
              <p:cNvSpPr/>
              <p:nvPr/>
            </p:nvSpPr>
            <p:spPr>
              <a:xfrm>
                <a:off x="5550837" y="4681171"/>
                <a:ext cx="63343" cy="63848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896" extrusionOk="0">
                    <a:moveTo>
                      <a:pt x="941" y="0"/>
                    </a:moveTo>
                    <a:lnTo>
                      <a:pt x="850" y="16"/>
                    </a:lnTo>
                    <a:lnTo>
                      <a:pt x="759" y="31"/>
                    </a:lnTo>
                    <a:lnTo>
                      <a:pt x="668" y="46"/>
                    </a:lnTo>
                    <a:lnTo>
                      <a:pt x="577" y="76"/>
                    </a:lnTo>
                    <a:lnTo>
                      <a:pt x="410" y="167"/>
                    </a:lnTo>
                    <a:lnTo>
                      <a:pt x="273" y="289"/>
                    </a:lnTo>
                    <a:lnTo>
                      <a:pt x="167" y="425"/>
                    </a:lnTo>
                    <a:lnTo>
                      <a:pt x="76" y="577"/>
                    </a:lnTo>
                    <a:lnTo>
                      <a:pt x="46" y="668"/>
                    </a:lnTo>
                    <a:lnTo>
                      <a:pt x="16" y="758"/>
                    </a:lnTo>
                    <a:lnTo>
                      <a:pt x="1" y="849"/>
                    </a:lnTo>
                    <a:lnTo>
                      <a:pt x="1" y="940"/>
                    </a:lnTo>
                    <a:lnTo>
                      <a:pt x="1" y="1047"/>
                    </a:lnTo>
                    <a:lnTo>
                      <a:pt x="16" y="1138"/>
                    </a:lnTo>
                    <a:lnTo>
                      <a:pt x="46" y="1228"/>
                    </a:lnTo>
                    <a:lnTo>
                      <a:pt x="76" y="1319"/>
                    </a:lnTo>
                    <a:lnTo>
                      <a:pt x="167" y="1471"/>
                    </a:lnTo>
                    <a:lnTo>
                      <a:pt x="273" y="1607"/>
                    </a:lnTo>
                    <a:lnTo>
                      <a:pt x="410" y="1729"/>
                    </a:lnTo>
                    <a:lnTo>
                      <a:pt x="577" y="1820"/>
                    </a:lnTo>
                    <a:lnTo>
                      <a:pt x="668" y="1850"/>
                    </a:lnTo>
                    <a:lnTo>
                      <a:pt x="759" y="1865"/>
                    </a:lnTo>
                    <a:lnTo>
                      <a:pt x="850" y="1880"/>
                    </a:lnTo>
                    <a:lnTo>
                      <a:pt x="941" y="1896"/>
                    </a:lnTo>
                    <a:lnTo>
                      <a:pt x="1031" y="1880"/>
                    </a:lnTo>
                    <a:lnTo>
                      <a:pt x="1138" y="1865"/>
                    </a:lnTo>
                    <a:lnTo>
                      <a:pt x="1229" y="1850"/>
                    </a:lnTo>
                    <a:lnTo>
                      <a:pt x="1304" y="1820"/>
                    </a:lnTo>
                    <a:lnTo>
                      <a:pt x="1471" y="1729"/>
                    </a:lnTo>
                    <a:lnTo>
                      <a:pt x="1608" y="1607"/>
                    </a:lnTo>
                    <a:lnTo>
                      <a:pt x="1729" y="1471"/>
                    </a:lnTo>
                    <a:lnTo>
                      <a:pt x="1805" y="1319"/>
                    </a:lnTo>
                    <a:lnTo>
                      <a:pt x="1835" y="1228"/>
                    </a:lnTo>
                    <a:lnTo>
                      <a:pt x="1865" y="1138"/>
                    </a:lnTo>
                    <a:lnTo>
                      <a:pt x="1880" y="1047"/>
                    </a:lnTo>
                    <a:lnTo>
                      <a:pt x="1880" y="940"/>
                    </a:lnTo>
                    <a:lnTo>
                      <a:pt x="1880" y="849"/>
                    </a:lnTo>
                    <a:lnTo>
                      <a:pt x="1865" y="758"/>
                    </a:lnTo>
                    <a:lnTo>
                      <a:pt x="1835" y="668"/>
                    </a:lnTo>
                    <a:lnTo>
                      <a:pt x="1805" y="577"/>
                    </a:lnTo>
                    <a:lnTo>
                      <a:pt x="1729" y="425"/>
                    </a:lnTo>
                    <a:lnTo>
                      <a:pt x="1608" y="289"/>
                    </a:lnTo>
                    <a:lnTo>
                      <a:pt x="1471" y="167"/>
                    </a:lnTo>
                    <a:lnTo>
                      <a:pt x="1304" y="76"/>
                    </a:lnTo>
                    <a:lnTo>
                      <a:pt x="1229" y="46"/>
                    </a:lnTo>
                    <a:lnTo>
                      <a:pt x="1138" y="31"/>
                    </a:lnTo>
                    <a:lnTo>
                      <a:pt x="1031" y="16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8"/>
              <p:cNvSpPr/>
              <p:nvPr/>
            </p:nvSpPr>
            <p:spPr>
              <a:xfrm>
                <a:off x="7236663" y="4626043"/>
                <a:ext cx="17410" cy="17376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6" extrusionOk="0">
                    <a:moveTo>
                      <a:pt x="258" y="0"/>
                    </a:moveTo>
                    <a:lnTo>
                      <a:pt x="213" y="15"/>
                    </a:lnTo>
                    <a:lnTo>
                      <a:pt x="152" y="30"/>
                    </a:lnTo>
                    <a:lnTo>
                      <a:pt x="107" y="46"/>
                    </a:lnTo>
                    <a:lnTo>
                      <a:pt x="77" y="76"/>
                    </a:lnTo>
                    <a:lnTo>
                      <a:pt x="46" y="121"/>
                    </a:lnTo>
                    <a:lnTo>
                      <a:pt x="16" y="167"/>
                    </a:lnTo>
                    <a:lnTo>
                      <a:pt x="1" y="212"/>
                    </a:lnTo>
                    <a:lnTo>
                      <a:pt x="1" y="258"/>
                    </a:lnTo>
                    <a:lnTo>
                      <a:pt x="1" y="318"/>
                    </a:lnTo>
                    <a:lnTo>
                      <a:pt x="16" y="364"/>
                    </a:lnTo>
                    <a:lnTo>
                      <a:pt x="46" y="409"/>
                    </a:lnTo>
                    <a:lnTo>
                      <a:pt x="77" y="440"/>
                    </a:lnTo>
                    <a:lnTo>
                      <a:pt x="107" y="470"/>
                    </a:lnTo>
                    <a:lnTo>
                      <a:pt x="152" y="500"/>
                    </a:lnTo>
                    <a:lnTo>
                      <a:pt x="213" y="516"/>
                    </a:lnTo>
                    <a:lnTo>
                      <a:pt x="304" y="516"/>
                    </a:lnTo>
                    <a:lnTo>
                      <a:pt x="365" y="500"/>
                    </a:lnTo>
                    <a:lnTo>
                      <a:pt x="395" y="470"/>
                    </a:lnTo>
                    <a:lnTo>
                      <a:pt x="440" y="440"/>
                    </a:lnTo>
                    <a:lnTo>
                      <a:pt x="471" y="409"/>
                    </a:lnTo>
                    <a:lnTo>
                      <a:pt x="501" y="364"/>
                    </a:lnTo>
                    <a:lnTo>
                      <a:pt x="501" y="318"/>
                    </a:lnTo>
                    <a:lnTo>
                      <a:pt x="516" y="258"/>
                    </a:lnTo>
                    <a:lnTo>
                      <a:pt x="501" y="212"/>
                    </a:lnTo>
                    <a:lnTo>
                      <a:pt x="501" y="167"/>
                    </a:lnTo>
                    <a:lnTo>
                      <a:pt x="471" y="121"/>
                    </a:lnTo>
                    <a:lnTo>
                      <a:pt x="440" y="76"/>
                    </a:lnTo>
                    <a:lnTo>
                      <a:pt x="395" y="46"/>
                    </a:lnTo>
                    <a:lnTo>
                      <a:pt x="365" y="30"/>
                    </a:lnTo>
                    <a:lnTo>
                      <a:pt x="304" y="15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8"/>
              <p:cNvSpPr/>
              <p:nvPr/>
            </p:nvSpPr>
            <p:spPr>
              <a:xfrm>
                <a:off x="7019688" y="4512184"/>
                <a:ext cx="53139" cy="5310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577" extrusionOk="0">
                    <a:moveTo>
                      <a:pt x="789" y="0"/>
                    </a:moveTo>
                    <a:lnTo>
                      <a:pt x="622" y="15"/>
                    </a:lnTo>
                    <a:lnTo>
                      <a:pt x="486" y="61"/>
                    </a:lnTo>
                    <a:lnTo>
                      <a:pt x="349" y="137"/>
                    </a:lnTo>
                    <a:lnTo>
                      <a:pt x="228" y="228"/>
                    </a:lnTo>
                    <a:lnTo>
                      <a:pt x="137" y="349"/>
                    </a:lnTo>
                    <a:lnTo>
                      <a:pt x="61" y="485"/>
                    </a:lnTo>
                    <a:lnTo>
                      <a:pt x="16" y="622"/>
                    </a:lnTo>
                    <a:lnTo>
                      <a:pt x="1" y="789"/>
                    </a:lnTo>
                    <a:lnTo>
                      <a:pt x="16" y="940"/>
                    </a:lnTo>
                    <a:lnTo>
                      <a:pt x="61" y="1092"/>
                    </a:lnTo>
                    <a:lnTo>
                      <a:pt x="137" y="1228"/>
                    </a:lnTo>
                    <a:lnTo>
                      <a:pt x="228" y="1350"/>
                    </a:lnTo>
                    <a:lnTo>
                      <a:pt x="349" y="1441"/>
                    </a:lnTo>
                    <a:lnTo>
                      <a:pt x="486" y="1516"/>
                    </a:lnTo>
                    <a:lnTo>
                      <a:pt x="622" y="1562"/>
                    </a:lnTo>
                    <a:lnTo>
                      <a:pt x="789" y="1577"/>
                    </a:lnTo>
                    <a:lnTo>
                      <a:pt x="940" y="1562"/>
                    </a:lnTo>
                    <a:lnTo>
                      <a:pt x="1092" y="1516"/>
                    </a:lnTo>
                    <a:lnTo>
                      <a:pt x="1229" y="1441"/>
                    </a:lnTo>
                    <a:lnTo>
                      <a:pt x="1350" y="1350"/>
                    </a:lnTo>
                    <a:lnTo>
                      <a:pt x="1441" y="1228"/>
                    </a:lnTo>
                    <a:lnTo>
                      <a:pt x="1517" y="1092"/>
                    </a:lnTo>
                    <a:lnTo>
                      <a:pt x="1562" y="940"/>
                    </a:lnTo>
                    <a:lnTo>
                      <a:pt x="1577" y="789"/>
                    </a:lnTo>
                    <a:lnTo>
                      <a:pt x="1562" y="622"/>
                    </a:lnTo>
                    <a:lnTo>
                      <a:pt x="1517" y="485"/>
                    </a:lnTo>
                    <a:lnTo>
                      <a:pt x="1441" y="349"/>
                    </a:lnTo>
                    <a:lnTo>
                      <a:pt x="1350" y="228"/>
                    </a:lnTo>
                    <a:lnTo>
                      <a:pt x="1229" y="137"/>
                    </a:lnTo>
                    <a:lnTo>
                      <a:pt x="1092" y="61"/>
                    </a:lnTo>
                    <a:lnTo>
                      <a:pt x="940" y="15"/>
                    </a:lnTo>
                    <a:lnTo>
                      <a:pt x="78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8"/>
              <p:cNvSpPr/>
              <p:nvPr/>
            </p:nvSpPr>
            <p:spPr>
              <a:xfrm>
                <a:off x="7617034" y="4667902"/>
                <a:ext cx="45461" cy="44956"/>
              </a:xfrm>
              <a:custGeom>
                <a:avLst/>
                <a:gdLst/>
                <a:ahLst/>
                <a:cxnLst/>
                <a:rect l="l" t="t" r="r" b="b"/>
                <a:pathLst>
                  <a:path w="1350" h="1335" extrusionOk="0">
                    <a:moveTo>
                      <a:pt x="683" y="0"/>
                    </a:moveTo>
                    <a:lnTo>
                      <a:pt x="546" y="15"/>
                    </a:lnTo>
                    <a:lnTo>
                      <a:pt x="410" y="61"/>
                    </a:lnTo>
                    <a:lnTo>
                      <a:pt x="304" y="122"/>
                    </a:lnTo>
                    <a:lnTo>
                      <a:pt x="197" y="197"/>
                    </a:lnTo>
                    <a:lnTo>
                      <a:pt x="122" y="303"/>
                    </a:lnTo>
                    <a:lnTo>
                      <a:pt x="61" y="410"/>
                    </a:lnTo>
                    <a:lnTo>
                      <a:pt x="16" y="531"/>
                    </a:lnTo>
                    <a:lnTo>
                      <a:pt x="0" y="667"/>
                    </a:lnTo>
                    <a:lnTo>
                      <a:pt x="16" y="804"/>
                    </a:lnTo>
                    <a:lnTo>
                      <a:pt x="61" y="940"/>
                    </a:lnTo>
                    <a:lnTo>
                      <a:pt x="122" y="1046"/>
                    </a:lnTo>
                    <a:lnTo>
                      <a:pt x="197" y="1152"/>
                    </a:lnTo>
                    <a:lnTo>
                      <a:pt x="304" y="1228"/>
                    </a:lnTo>
                    <a:lnTo>
                      <a:pt x="410" y="1289"/>
                    </a:lnTo>
                    <a:lnTo>
                      <a:pt x="546" y="1334"/>
                    </a:lnTo>
                    <a:lnTo>
                      <a:pt x="804" y="1334"/>
                    </a:lnTo>
                    <a:lnTo>
                      <a:pt x="940" y="1289"/>
                    </a:lnTo>
                    <a:lnTo>
                      <a:pt x="1046" y="1228"/>
                    </a:lnTo>
                    <a:lnTo>
                      <a:pt x="1153" y="1152"/>
                    </a:lnTo>
                    <a:lnTo>
                      <a:pt x="1228" y="1046"/>
                    </a:lnTo>
                    <a:lnTo>
                      <a:pt x="1289" y="940"/>
                    </a:lnTo>
                    <a:lnTo>
                      <a:pt x="1335" y="804"/>
                    </a:lnTo>
                    <a:lnTo>
                      <a:pt x="1350" y="667"/>
                    </a:lnTo>
                    <a:lnTo>
                      <a:pt x="1335" y="531"/>
                    </a:lnTo>
                    <a:lnTo>
                      <a:pt x="1289" y="410"/>
                    </a:lnTo>
                    <a:lnTo>
                      <a:pt x="1228" y="303"/>
                    </a:lnTo>
                    <a:lnTo>
                      <a:pt x="1153" y="197"/>
                    </a:lnTo>
                    <a:lnTo>
                      <a:pt x="1046" y="122"/>
                    </a:lnTo>
                    <a:lnTo>
                      <a:pt x="940" y="61"/>
                    </a:lnTo>
                    <a:lnTo>
                      <a:pt x="804" y="15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8"/>
              <p:cNvSpPr/>
              <p:nvPr/>
            </p:nvSpPr>
            <p:spPr>
              <a:xfrm>
                <a:off x="5300658" y="4667902"/>
                <a:ext cx="72031" cy="72536"/>
              </a:xfrm>
              <a:custGeom>
                <a:avLst/>
                <a:gdLst/>
                <a:ahLst/>
                <a:cxnLst/>
                <a:rect l="l" t="t" r="r" b="b"/>
                <a:pathLst>
                  <a:path w="2139" h="2154" extrusionOk="0">
                    <a:moveTo>
                      <a:pt x="1062" y="0"/>
                    </a:moveTo>
                    <a:lnTo>
                      <a:pt x="956" y="15"/>
                    </a:lnTo>
                    <a:lnTo>
                      <a:pt x="850" y="31"/>
                    </a:lnTo>
                    <a:lnTo>
                      <a:pt x="744" y="46"/>
                    </a:lnTo>
                    <a:lnTo>
                      <a:pt x="653" y="91"/>
                    </a:lnTo>
                    <a:lnTo>
                      <a:pt x="562" y="137"/>
                    </a:lnTo>
                    <a:lnTo>
                      <a:pt x="471" y="182"/>
                    </a:lnTo>
                    <a:lnTo>
                      <a:pt x="380" y="243"/>
                    </a:lnTo>
                    <a:lnTo>
                      <a:pt x="304" y="319"/>
                    </a:lnTo>
                    <a:lnTo>
                      <a:pt x="243" y="394"/>
                    </a:lnTo>
                    <a:lnTo>
                      <a:pt x="183" y="470"/>
                    </a:lnTo>
                    <a:lnTo>
                      <a:pt x="122" y="561"/>
                    </a:lnTo>
                    <a:lnTo>
                      <a:pt x="77" y="652"/>
                    </a:lnTo>
                    <a:lnTo>
                      <a:pt x="46" y="758"/>
                    </a:lnTo>
                    <a:lnTo>
                      <a:pt x="16" y="864"/>
                    </a:lnTo>
                    <a:lnTo>
                      <a:pt x="1" y="971"/>
                    </a:lnTo>
                    <a:lnTo>
                      <a:pt x="1" y="1077"/>
                    </a:lnTo>
                    <a:lnTo>
                      <a:pt x="1" y="1183"/>
                    </a:lnTo>
                    <a:lnTo>
                      <a:pt x="16" y="1289"/>
                    </a:lnTo>
                    <a:lnTo>
                      <a:pt x="46" y="1395"/>
                    </a:lnTo>
                    <a:lnTo>
                      <a:pt x="77" y="1501"/>
                    </a:lnTo>
                    <a:lnTo>
                      <a:pt x="122" y="1592"/>
                    </a:lnTo>
                    <a:lnTo>
                      <a:pt x="183" y="1683"/>
                    </a:lnTo>
                    <a:lnTo>
                      <a:pt x="243" y="1759"/>
                    </a:lnTo>
                    <a:lnTo>
                      <a:pt x="304" y="1835"/>
                    </a:lnTo>
                    <a:lnTo>
                      <a:pt x="380" y="1911"/>
                    </a:lnTo>
                    <a:lnTo>
                      <a:pt x="471" y="1971"/>
                    </a:lnTo>
                    <a:lnTo>
                      <a:pt x="562" y="2017"/>
                    </a:lnTo>
                    <a:lnTo>
                      <a:pt x="653" y="2062"/>
                    </a:lnTo>
                    <a:lnTo>
                      <a:pt x="744" y="2108"/>
                    </a:lnTo>
                    <a:lnTo>
                      <a:pt x="850" y="2123"/>
                    </a:lnTo>
                    <a:lnTo>
                      <a:pt x="956" y="2138"/>
                    </a:lnTo>
                    <a:lnTo>
                      <a:pt x="1062" y="2153"/>
                    </a:lnTo>
                    <a:lnTo>
                      <a:pt x="1183" y="2138"/>
                    </a:lnTo>
                    <a:lnTo>
                      <a:pt x="1290" y="2123"/>
                    </a:lnTo>
                    <a:lnTo>
                      <a:pt x="1381" y="2108"/>
                    </a:lnTo>
                    <a:lnTo>
                      <a:pt x="1487" y="2062"/>
                    </a:lnTo>
                    <a:lnTo>
                      <a:pt x="1578" y="2017"/>
                    </a:lnTo>
                    <a:lnTo>
                      <a:pt x="1669" y="1971"/>
                    </a:lnTo>
                    <a:lnTo>
                      <a:pt x="1744" y="1911"/>
                    </a:lnTo>
                    <a:lnTo>
                      <a:pt x="1820" y="1835"/>
                    </a:lnTo>
                    <a:lnTo>
                      <a:pt x="1896" y="1759"/>
                    </a:lnTo>
                    <a:lnTo>
                      <a:pt x="1957" y="1683"/>
                    </a:lnTo>
                    <a:lnTo>
                      <a:pt x="2002" y="1592"/>
                    </a:lnTo>
                    <a:lnTo>
                      <a:pt x="2048" y="1501"/>
                    </a:lnTo>
                    <a:lnTo>
                      <a:pt x="2093" y="1395"/>
                    </a:lnTo>
                    <a:lnTo>
                      <a:pt x="2123" y="1289"/>
                    </a:lnTo>
                    <a:lnTo>
                      <a:pt x="2139" y="1183"/>
                    </a:lnTo>
                    <a:lnTo>
                      <a:pt x="2139" y="1077"/>
                    </a:lnTo>
                    <a:lnTo>
                      <a:pt x="2139" y="971"/>
                    </a:lnTo>
                    <a:lnTo>
                      <a:pt x="2123" y="864"/>
                    </a:lnTo>
                    <a:lnTo>
                      <a:pt x="2093" y="758"/>
                    </a:lnTo>
                    <a:lnTo>
                      <a:pt x="2048" y="652"/>
                    </a:lnTo>
                    <a:lnTo>
                      <a:pt x="2002" y="561"/>
                    </a:lnTo>
                    <a:lnTo>
                      <a:pt x="1957" y="470"/>
                    </a:lnTo>
                    <a:lnTo>
                      <a:pt x="1896" y="394"/>
                    </a:lnTo>
                    <a:lnTo>
                      <a:pt x="1820" y="319"/>
                    </a:lnTo>
                    <a:lnTo>
                      <a:pt x="1744" y="243"/>
                    </a:lnTo>
                    <a:lnTo>
                      <a:pt x="1669" y="182"/>
                    </a:lnTo>
                    <a:lnTo>
                      <a:pt x="1578" y="137"/>
                    </a:lnTo>
                    <a:lnTo>
                      <a:pt x="1487" y="91"/>
                    </a:lnTo>
                    <a:lnTo>
                      <a:pt x="1381" y="46"/>
                    </a:lnTo>
                    <a:lnTo>
                      <a:pt x="1290" y="31"/>
                    </a:lnTo>
                    <a:lnTo>
                      <a:pt x="1183" y="15"/>
                    </a:lnTo>
                    <a:lnTo>
                      <a:pt x="106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8"/>
              <p:cNvSpPr/>
              <p:nvPr/>
            </p:nvSpPr>
            <p:spPr>
              <a:xfrm>
                <a:off x="6264602" y="4543334"/>
                <a:ext cx="51590" cy="5108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517" extrusionOk="0">
                    <a:moveTo>
                      <a:pt x="773" y="0"/>
                    </a:moveTo>
                    <a:lnTo>
                      <a:pt x="606" y="15"/>
                    </a:lnTo>
                    <a:lnTo>
                      <a:pt x="470" y="61"/>
                    </a:lnTo>
                    <a:lnTo>
                      <a:pt x="334" y="137"/>
                    </a:lnTo>
                    <a:lnTo>
                      <a:pt x="227" y="228"/>
                    </a:lnTo>
                    <a:lnTo>
                      <a:pt x="136" y="334"/>
                    </a:lnTo>
                    <a:lnTo>
                      <a:pt x="61" y="470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61" y="1061"/>
                    </a:lnTo>
                    <a:lnTo>
                      <a:pt x="136" y="1183"/>
                    </a:lnTo>
                    <a:lnTo>
                      <a:pt x="227" y="1304"/>
                    </a:lnTo>
                    <a:lnTo>
                      <a:pt x="334" y="1395"/>
                    </a:lnTo>
                    <a:lnTo>
                      <a:pt x="470" y="1456"/>
                    </a:lnTo>
                    <a:lnTo>
                      <a:pt x="606" y="1501"/>
                    </a:lnTo>
                    <a:lnTo>
                      <a:pt x="773" y="1516"/>
                    </a:lnTo>
                    <a:lnTo>
                      <a:pt x="925" y="1501"/>
                    </a:lnTo>
                    <a:lnTo>
                      <a:pt x="1061" y="1456"/>
                    </a:lnTo>
                    <a:lnTo>
                      <a:pt x="1198" y="1395"/>
                    </a:lnTo>
                    <a:lnTo>
                      <a:pt x="1304" y="1304"/>
                    </a:lnTo>
                    <a:lnTo>
                      <a:pt x="1395" y="1183"/>
                    </a:lnTo>
                    <a:lnTo>
                      <a:pt x="1471" y="1061"/>
                    </a:lnTo>
                    <a:lnTo>
                      <a:pt x="1516" y="910"/>
                    </a:lnTo>
                    <a:lnTo>
                      <a:pt x="1531" y="758"/>
                    </a:lnTo>
                    <a:lnTo>
                      <a:pt x="1516" y="607"/>
                    </a:lnTo>
                    <a:lnTo>
                      <a:pt x="1471" y="470"/>
                    </a:lnTo>
                    <a:lnTo>
                      <a:pt x="1395" y="334"/>
                    </a:lnTo>
                    <a:lnTo>
                      <a:pt x="1304" y="228"/>
                    </a:lnTo>
                    <a:lnTo>
                      <a:pt x="1198" y="137"/>
                    </a:lnTo>
                    <a:lnTo>
                      <a:pt x="1061" y="61"/>
                    </a:lnTo>
                    <a:lnTo>
                      <a:pt x="925" y="15"/>
                    </a:lnTo>
                    <a:lnTo>
                      <a:pt x="77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338;p28">
            <a:extLst>
              <a:ext uri="{FF2B5EF4-FFF2-40B4-BE49-F238E27FC236}">
                <a16:creationId xmlns:a16="http://schemas.microsoft.com/office/drawing/2014/main" id="{A1318B93-463E-C4E3-F35A-9FD344269CCB}"/>
              </a:ext>
            </a:extLst>
          </p:cNvPr>
          <p:cNvSpPr txBox="1">
            <a:spLocks/>
          </p:cNvSpPr>
          <p:nvPr/>
        </p:nvSpPr>
        <p:spPr>
          <a:xfrm>
            <a:off x="581830" y="3476311"/>
            <a:ext cx="2894795" cy="70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sz="1400" dirty="0"/>
              <a:t>P</a:t>
            </a:r>
            <a:r>
              <a:rPr lang="en-IN" sz="1400" dirty="0"/>
              <a:t>resented by: Khushi Maurya</a:t>
            </a:r>
          </a:p>
          <a:p>
            <a:pPr marL="0" indent="0"/>
            <a:r>
              <a:rPr lang="en-IN" sz="1400" dirty="0"/>
              <a:t>Trade: AIPA </a:t>
            </a:r>
          </a:p>
          <a:p>
            <a:pPr marL="0" indent="0"/>
            <a:r>
              <a:rPr lang="en-IN" sz="1400" dirty="0"/>
              <a:t>Batch: 2026-2027</a:t>
            </a:r>
          </a:p>
        </p:txBody>
      </p:sp>
      <p:pic>
        <p:nvPicPr>
          <p:cNvPr id="6" name="ytmp3free.cc_modern-corporate-business-background-music-presentation-music-instrumental-music4video-youtubemp3free.org">
            <a:hlinkClick r:id="" action="ppaction://media"/>
            <a:extLst>
              <a:ext uri="{FF2B5EF4-FFF2-40B4-BE49-F238E27FC236}">
                <a16:creationId xmlns:a16="http://schemas.microsoft.com/office/drawing/2014/main" id="{9124AF56-171E-8AA8-7348-B784704EE2A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22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4155" y="5142608"/>
            <a:ext cx="609600" cy="609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3000">
        <p14:vortex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22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37" grpId="0"/>
      <p:bldP spid="338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/>
          <p:nvPr/>
        </p:nvSpPr>
        <p:spPr>
          <a:xfrm>
            <a:off x="5306788" y="1216711"/>
            <a:ext cx="1097400" cy="109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1"/>
          <p:cNvSpPr txBox="1">
            <a:spLocks noGrp="1"/>
          </p:cNvSpPr>
          <p:nvPr>
            <p:ph type="title"/>
          </p:nvPr>
        </p:nvSpPr>
        <p:spPr>
          <a:xfrm>
            <a:off x="3826588" y="2384189"/>
            <a:ext cx="4057800" cy="15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Water</a:t>
            </a:r>
            <a:br>
              <a:rPr lang="en" dirty="0"/>
            </a:br>
            <a:r>
              <a:rPr lang="en" dirty="0"/>
              <a:t> Conservation</a:t>
            </a:r>
            <a:endParaRPr dirty="0"/>
          </a:p>
        </p:txBody>
      </p:sp>
      <p:sp>
        <p:nvSpPr>
          <p:cNvPr id="553" name="Google Shape;553;p31"/>
          <p:cNvSpPr txBox="1">
            <a:spLocks noGrp="1"/>
          </p:cNvSpPr>
          <p:nvPr>
            <p:ph type="title" idx="2"/>
          </p:nvPr>
        </p:nvSpPr>
        <p:spPr>
          <a:xfrm>
            <a:off x="5306788" y="1445311"/>
            <a:ext cx="10974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54" name="Google Shape;554;p31"/>
          <p:cNvGrpSpPr/>
          <p:nvPr/>
        </p:nvGrpSpPr>
        <p:grpSpPr>
          <a:xfrm>
            <a:off x="1145313" y="647400"/>
            <a:ext cx="2022315" cy="4595538"/>
            <a:chOff x="1782775" y="828375"/>
            <a:chExt cx="2022315" cy="4595538"/>
          </a:xfrm>
        </p:grpSpPr>
        <p:sp>
          <p:nvSpPr>
            <p:cNvPr id="555" name="Google Shape;555;p31"/>
            <p:cNvSpPr/>
            <p:nvPr/>
          </p:nvSpPr>
          <p:spPr>
            <a:xfrm flipH="1">
              <a:off x="2689839" y="1647970"/>
              <a:ext cx="169861" cy="437342"/>
            </a:xfrm>
            <a:custGeom>
              <a:avLst/>
              <a:gdLst/>
              <a:ahLst/>
              <a:cxnLst/>
              <a:rect l="l" t="t" r="r" b="b"/>
              <a:pathLst>
                <a:path w="1326" h="3414" extrusionOk="0">
                  <a:moveTo>
                    <a:pt x="0" y="0"/>
                  </a:moveTo>
                  <a:lnTo>
                    <a:pt x="0" y="3308"/>
                  </a:lnTo>
                  <a:lnTo>
                    <a:pt x="9" y="3317"/>
                  </a:lnTo>
                  <a:lnTo>
                    <a:pt x="18" y="3326"/>
                  </a:lnTo>
                  <a:lnTo>
                    <a:pt x="53" y="3343"/>
                  </a:lnTo>
                  <a:lnTo>
                    <a:pt x="115" y="3361"/>
                  </a:lnTo>
                  <a:lnTo>
                    <a:pt x="193" y="3378"/>
                  </a:lnTo>
                  <a:lnTo>
                    <a:pt x="404" y="3405"/>
                  </a:lnTo>
                  <a:lnTo>
                    <a:pt x="667" y="3414"/>
                  </a:lnTo>
                  <a:lnTo>
                    <a:pt x="922" y="3405"/>
                  </a:lnTo>
                  <a:lnTo>
                    <a:pt x="1132" y="3378"/>
                  </a:lnTo>
                  <a:lnTo>
                    <a:pt x="1211" y="3361"/>
                  </a:lnTo>
                  <a:lnTo>
                    <a:pt x="1273" y="3343"/>
                  </a:lnTo>
                  <a:lnTo>
                    <a:pt x="1317" y="3326"/>
                  </a:lnTo>
                  <a:lnTo>
                    <a:pt x="1325" y="3317"/>
                  </a:lnTo>
                  <a:lnTo>
                    <a:pt x="1325" y="3308"/>
                  </a:lnTo>
                  <a:lnTo>
                    <a:pt x="13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 flipH="1">
              <a:off x="2689839" y="1647970"/>
              <a:ext cx="169861" cy="437342"/>
            </a:xfrm>
            <a:custGeom>
              <a:avLst/>
              <a:gdLst/>
              <a:ahLst/>
              <a:cxnLst/>
              <a:rect l="l" t="t" r="r" b="b"/>
              <a:pathLst>
                <a:path w="1326" h="3414" fill="none" extrusionOk="0">
                  <a:moveTo>
                    <a:pt x="0" y="0"/>
                  </a:moveTo>
                  <a:lnTo>
                    <a:pt x="0" y="3308"/>
                  </a:lnTo>
                  <a:lnTo>
                    <a:pt x="0" y="3308"/>
                  </a:lnTo>
                  <a:lnTo>
                    <a:pt x="9" y="3317"/>
                  </a:lnTo>
                  <a:lnTo>
                    <a:pt x="18" y="3326"/>
                  </a:lnTo>
                  <a:lnTo>
                    <a:pt x="53" y="3343"/>
                  </a:lnTo>
                  <a:lnTo>
                    <a:pt x="115" y="3361"/>
                  </a:lnTo>
                  <a:lnTo>
                    <a:pt x="193" y="3378"/>
                  </a:lnTo>
                  <a:lnTo>
                    <a:pt x="404" y="3405"/>
                  </a:lnTo>
                  <a:lnTo>
                    <a:pt x="667" y="3414"/>
                  </a:lnTo>
                  <a:lnTo>
                    <a:pt x="667" y="3414"/>
                  </a:lnTo>
                  <a:lnTo>
                    <a:pt x="922" y="3405"/>
                  </a:lnTo>
                  <a:lnTo>
                    <a:pt x="1132" y="3378"/>
                  </a:lnTo>
                  <a:lnTo>
                    <a:pt x="1211" y="3361"/>
                  </a:lnTo>
                  <a:lnTo>
                    <a:pt x="1273" y="3343"/>
                  </a:lnTo>
                  <a:lnTo>
                    <a:pt x="1317" y="3326"/>
                  </a:lnTo>
                  <a:lnTo>
                    <a:pt x="1325" y="3317"/>
                  </a:lnTo>
                  <a:lnTo>
                    <a:pt x="1325" y="3308"/>
                  </a:lnTo>
                  <a:lnTo>
                    <a:pt x="132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 flipH="1">
              <a:off x="2690991" y="1648995"/>
              <a:ext cx="124897" cy="404804"/>
            </a:xfrm>
            <a:custGeom>
              <a:avLst/>
              <a:gdLst/>
              <a:ahLst/>
              <a:cxnLst/>
              <a:rect l="l" t="t" r="r" b="b"/>
              <a:pathLst>
                <a:path w="975" h="3160" extrusionOk="0">
                  <a:moveTo>
                    <a:pt x="1" y="1"/>
                  </a:moveTo>
                  <a:lnTo>
                    <a:pt x="1" y="2080"/>
                  </a:lnTo>
                  <a:lnTo>
                    <a:pt x="9" y="2186"/>
                  </a:lnTo>
                  <a:lnTo>
                    <a:pt x="18" y="2291"/>
                  </a:lnTo>
                  <a:lnTo>
                    <a:pt x="45" y="2388"/>
                  </a:lnTo>
                  <a:lnTo>
                    <a:pt x="80" y="2475"/>
                  </a:lnTo>
                  <a:lnTo>
                    <a:pt x="115" y="2572"/>
                  </a:lnTo>
                  <a:lnTo>
                    <a:pt x="167" y="2651"/>
                  </a:lnTo>
                  <a:lnTo>
                    <a:pt x="220" y="2739"/>
                  </a:lnTo>
                  <a:lnTo>
                    <a:pt x="281" y="2809"/>
                  </a:lnTo>
                  <a:lnTo>
                    <a:pt x="352" y="2879"/>
                  </a:lnTo>
                  <a:lnTo>
                    <a:pt x="422" y="2940"/>
                  </a:lnTo>
                  <a:lnTo>
                    <a:pt x="510" y="3002"/>
                  </a:lnTo>
                  <a:lnTo>
                    <a:pt x="589" y="3046"/>
                  </a:lnTo>
                  <a:lnTo>
                    <a:pt x="685" y="3090"/>
                  </a:lnTo>
                  <a:lnTo>
                    <a:pt x="773" y="3125"/>
                  </a:lnTo>
                  <a:lnTo>
                    <a:pt x="878" y="3142"/>
                  </a:lnTo>
                  <a:lnTo>
                    <a:pt x="975" y="3160"/>
                  </a:lnTo>
                  <a:lnTo>
                    <a:pt x="975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 flipH="1">
              <a:off x="2690991" y="1648995"/>
              <a:ext cx="124897" cy="404804"/>
            </a:xfrm>
            <a:custGeom>
              <a:avLst/>
              <a:gdLst/>
              <a:ahLst/>
              <a:cxnLst/>
              <a:rect l="l" t="t" r="r" b="b"/>
              <a:pathLst>
                <a:path w="975" h="3160" fill="none" extrusionOk="0">
                  <a:moveTo>
                    <a:pt x="975" y="3160"/>
                  </a:moveTo>
                  <a:lnTo>
                    <a:pt x="975" y="1"/>
                  </a:lnTo>
                  <a:lnTo>
                    <a:pt x="1" y="1"/>
                  </a:lnTo>
                  <a:lnTo>
                    <a:pt x="1" y="2080"/>
                  </a:lnTo>
                  <a:lnTo>
                    <a:pt x="1" y="2080"/>
                  </a:lnTo>
                  <a:lnTo>
                    <a:pt x="9" y="2186"/>
                  </a:lnTo>
                  <a:lnTo>
                    <a:pt x="18" y="2291"/>
                  </a:lnTo>
                  <a:lnTo>
                    <a:pt x="45" y="2388"/>
                  </a:lnTo>
                  <a:lnTo>
                    <a:pt x="80" y="2475"/>
                  </a:lnTo>
                  <a:lnTo>
                    <a:pt x="115" y="2572"/>
                  </a:lnTo>
                  <a:lnTo>
                    <a:pt x="167" y="2651"/>
                  </a:lnTo>
                  <a:lnTo>
                    <a:pt x="220" y="2739"/>
                  </a:lnTo>
                  <a:lnTo>
                    <a:pt x="281" y="2809"/>
                  </a:lnTo>
                  <a:lnTo>
                    <a:pt x="352" y="2879"/>
                  </a:lnTo>
                  <a:lnTo>
                    <a:pt x="422" y="2940"/>
                  </a:lnTo>
                  <a:lnTo>
                    <a:pt x="510" y="3002"/>
                  </a:lnTo>
                  <a:lnTo>
                    <a:pt x="589" y="3046"/>
                  </a:lnTo>
                  <a:lnTo>
                    <a:pt x="685" y="3090"/>
                  </a:lnTo>
                  <a:lnTo>
                    <a:pt x="773" y="3125"/>
                  </a:lnTo>
                  <a:lnTo>
                    <a:pt x="878" y="3142"/>
                  </a:lnTo>
                  <a:lnTo>
                    <a:pt x="975" y="316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 flipH="1">
              <a:off x="2690990" y="1650148"/>
              <a:ext cx="27029" cy="339600"/>
            </a:xfrm>
            <a:custGeom>
              <a:avLst/>
              <a:gdLst/>
              <a:ahLst/>
              <a:cxnLst/>
              <a:rect l="l" t="t" r="r" b="b"/>
              <a:pathLst>
                <a:path w="211" h="2651" extrusionOk="0">
                  <a:moveTo>
                    <a:pt x="211" y="1"/>
                  </a:moveTo>
                  <a:lnTo>
                    <a:pt x="184" y="18"/>
                  </a:lnTo>
                  <a:lnTo>
                    <a:pt x="141" y="36"/>
                  </a:lnTo>
                  <a:lnTo>
                    <a:pt x="0" y="62"/>
                  </a:lnTo>
                  <a:lnTo>
                    <a:pt x="0" y="2256"/>
                  </a:lnTo>
                  <a:lnTo>
                    <a:pt x="9" y="2317"/>
                  </a:lnTo>
                  <a:lnTo>
                    <a:pt x="18" y="2370"/>
                  </a:lnTo>
                  <a:lnTo>
                    <a:pt x="35" y="2431"/>
                  </a:lnTo>
                  <a:lnTo>
                    <a:pt x="53" y="2484"/>
                  </a:lnTo>
                  <a:lnTo>
                    <a:pt x="88" y="2528"/>
                  </a:lnTo>
                  <a:lnTo>
                    <a:pt x="123" y="2572"/>
                  </a:lnTo>
                  <a:lnTo>
                    <a:pt x="167" y="2616"/>
                  </a:lnTo>
                  <a:lnTo>
                    <a:pt x="211" y="2651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 flipH="1">
              <a:off x="2690990" y="1650148"/>
              <a:ext cx="27029" cy="339600"/>
            </a:xfrm>
            <a:custGeom>
              <a:avLst/>
              <a:gdLst/>
              <a:ahLst/>
              <a:cxnLst/>
              <a:rect l="l" t="t" r="r" b="b"/>
              <a:pathLst>
                <a:path w="211" h="2651" fill="none" extrusionOk="0">
                  <a:moveTo>
                    <a:pt x="211" y="1"/>
                  </a:moveTo>
                  <a:lnTo>
                    <a:pt x="211" y="1"/>
                  </a:lnTo>
                  <a:lnTo>
                    <a:pt x="184" y="18"/>
                  </a:lnTo>
                  <a:lnTo>
                    <a:pt x="141" y="36"/>
                  </a:lnTo>
                  <a:lnTo>
                    <a:pt x="0" y="62"/>
                  </a:lnTo>
                  <a:lnTo>
                    <a:pt x="0" y="2256"/>
                  </a:lnTo>
                  <a:lnTo>
                    <a:pt x="0" y="2256"/>
                  </a:lnTo>
                  <a:lnTo>
                    <a:pt x="9" y="2317"/>
                  </a:lnTo>
                  <a:lnTo>
                    <a:pt x="18" y="2370"/>
                  </a:lnTo>
                  <a:lnTo>
                    <a:pt x="35" y="2431"/>
                  </a:lnTo>
                  <a:lnTo>
                    <a:pt x="53" y="2484"/>
                  </a:lnTo>
                  <a:lnTo>
                    <a:pt x="88" y="2528"/>
                  </a:lnTo>
                  <a:lnTo>
                    <a:pt x="123" y="2572"/>
                  </a:lnTo>
                  <a:lnTo>
                    <a:pt x="167" y="2616"/>
                  </a:lnTo>
                  <a:lnTo>
                    <a:pt x="211" y="2651"/>
                  </a:lnTo>
                  <a:lnTo>
                    <a:pt x="211" y="2651"/>
                  </a:lnTo>
                  <a:lnTo>
                    <a:pt x="2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 flipH="1">
              <a:off x="2689839" y="1635544"/>
              <a:ext cx="169861" cy="26005"/>
            </a:xfrm>
            <a:custGeom>
              <a:avLst/>
              <a:gdLst/>
              <a:ahLst/>
              <a:cxnLst/>
              <a:rect l="l" t="t" r="r" b="b"/>
              <a:pathLst>
                <a:path w="1326" h="203" extrusionOk="0">
                  <a:moveTo>
                    <a:pt x="404" y="0"/>
                  </a:moveTo>
                  <a:lnTo>
                    <a:pt x="193" y="27"/>
                  </a:lnTo>
                  <a:lnTo>
                    <a:pt x="115" y="44"/>
                  </a:lnTo>
                  <a:lnTo>
                    <a:pt x="53" y="62"/>
                  </a:lnTo>
                  <a:lnTo>
                    <a:pt x="18" y="79"/>
                  </a:lnTo>
                  <a:lnTo>
                    <a:pt x="9" y="88"/>
                  </a:lnTo>
                  <a:lnTo>
                    <a:pt x="0" y="97"/>
                  </a:lnTo>
                  <a:lnTo>
                    <a:pt x="9" y="115"/>
                  </a:lnTo>
                  <a:lnTo>
                    <a:pt x="18" y="123"/>
                  </a:lnTo>
                  <a:lnTo>
                    <a:pt x="53" y="141"/>
                  </a:lnTo>
                  <a:lnTo>
                    <a:pt x="115" y="158"/>
                  </a:lnTo>
                  <a:lnTo>
                    <a:pt x="193" y="176"/>
                  </a:lnTo>
                  <a:lnTo>
                    <a:pt x="404" y="194"/>
                  </a:lnTo>
                  <a:lnTo>
                    <a:pt x="667" y="202"/>
                  </a:lnTo>
                  <a:lnTo>
                    <a:pt x="922" y="194"/>
                  </a:lnTo>
                  <a:lnTo>
                    <a:pt x="1132" y="176"/>
                  </a:lnTo>
                  <a:lnTo>
                    <a:pt x="1211" y="158"/>
                  </a:lnTo>
                  <a:lnTo>
                    <a:pt x="1273" y="141"/>
                  </a:lnTo>
                  <a:lnTo>
                    <a:pt x="1317" y="123"/>
                  </a:lnTo>
                  <a:lnTo>
                    <a:pt x="1325" y="115"/>
                  </a:lnTo>
                  <a:lnTo>
                    <a:pt x="1325" y="97"/>
                  </a:lnTo>
                  <a:lnTo>
                    <a:pt x="1325" y="88"/>
                  </a:lnTo>
                  <a:lnTo>
                    <a:pt x="1317" y="79"/>
                  </a:lnTo>
                  <a:lnTo>
                    <a:pt x="1273" y="62"/>
                  </a:lnTo>
                  <a:lnTo>
                    <a:pt x="1211" y="44"/>
                  </a:lnTo>
                  <a:lnTo>
                    <a:pt x="1132" y="27"/>
                  </a:lnTo>
                  <a:lnTo>
                    <a:pt x="9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 flipH="1">
              <a:off x="2689839" y="1635544"/>
              <a:ext cx="169861" cy="26005"/>
            </a:xfrm>
            <a:custGeom>
              <a:avLst/>
              <a:gdLst/>
              <a:ahLst/>
              <a:cxnLst/>
              <a:rect l="l" t="t" r="r" b="b"/>
              <a:pathLst>
                <a:path w="1326" h="203" fill="none" extrusionOk="0">
                  <a:moveTo>
                    <a:pt x="1325" y="97"/>
                  </a:moveTo>
                  <a:lnTo>
                    <a:pt x="1325" y="97"/>
                  </a:lnTo>
                  <a:lnTo>
                    <a:pt x="1325" y="88"/>
                  </a:lnTo>
                  <a:lnTo>
                    <a:pt x="1317" y="79"/>
                  </a:lnTo>
                  <a:lnTo>
                    <a:pt x="1273" y="62"/>
                  </a:lnTo>
                  <a:lnTo>
                    <a:pt x="1211" y="44"/>
                  </a:lnTo>
                  <a:lnTo>
                    <a:pt x="1132" y="27"/>
                  </a:lnTo>
                  <a:lnTo>
                    <a:pt x="922" y="0"/>
                  </a:lnTo>
                  <a:lnTo>
                    <a:pt x="667" y="0"/>
                  </a:lnTo>
                  <a:lnTo>
                    <a:pt x="667" y="0"/>
                  </a:lnTo>
                  <a:lnTo>
                    <a:pt x="404" y="0"/>
                  </a:lnTo>
                  <a:lnTo>
                    <a:pt x="193" y="27"/>
                  </a:lnTo>
                  <a:lnTo>
                    <a:pt x="115" y="44"/>
                  </a:lnTo>
                  <a:lnTo>
                    <a:pt x="53" y="62"/>
                  </a:lnTo>
                  <a:lnTo>
                    <a:pt x="18" y="79"/>
                  </a:lnTo>
                  <a:lnTo>
                    <a:pt x="9" y="88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9" y="115"/>
                  </a:lnTo>
                  <a:lnTo>
                    <a:pt x="18" y="123"/>
                  </a:lnTo>
                  <a:lnTo>
                    <a:pt x="53" y="141"/>
                  </a:lnTo>
                  <a:lnTo>
                    <a:pt x="115" y="158"/>
                  </a:lnTo>
                  <a:lnTo>
                    <a:pt x="193" y="176"/>
                  </a:lnTo>
                  <a:lnTo>
                    <a:pt x="404" y="194"/>
                  </a:lnTo>
                  <a:lnTo>
                    <a:pt x="667" y="202"/>
                  </a:lnTo>
                  <a:lnTo>
                    <a:pt x="667" y="202"/>
                  </a:lnTo>
                  <a:lnTo>
                    <a:pt x="922" y="194"/>
                  </a:lnTo>
                  <a:lnTo>
                    <a:pt x="1132" y="176"/>
                  </a:lnTo>
                  <a:lnTo>
                    <a:pt x="1211" y="158"/>
                  </a:lnTo>
                  <a:lnTo>
                    <a:pt x="1273" y="141"/>
                  </a:lnTo>
                  <a:lnTo>
                    <a:pt x="1317" y="123"/>
                  </a:lnTo>
                  <a:lnTo>
                    <a:pt x="1325" y="115"/>
                  </a:lnTo>
                  <a:lnTo>
                    <a:pt x="1325" y="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 flipH="1">
              <a:off x="2725836" y="1776072"/>
              <a:ext cx="232758" cy="163074"/>
            </a:xfrm>
            <a:custGeom>
              <a:avLst/>
              <a:gdLst/>
              <a:ahLst/>
              <a:cxnLst/>
              <a:rect l="l" t="t" r="r" b="b"/>
              <a:pathLst>
                <a:path w="1817" h="1273" extrusionOk="0">
                  <a:moveTo>
                    <a:pt x="1220" y="0"/>
                  </a:moveTo>
                  <a:lnTo>
                    <a:pt x="1167" y="9"/>
                  </a:lnTo>
                  <a:lnTo>
                    <a:pt x="1106" y="27"/>
                  </a:lnTo>
                  <a:lnTo>
                    <a:pt x="413" y="211"/>
                  </a:lnTo>
                  <a:lnTo>
                    <a:pt x="386" y="211"/>
                  </a:lnTo>
                  <a:lnTo>
                    <a:pt x="307" y="246"/>
                  </a:lnTo>
                  <a:lnTo>
                    <a:pt x="237" y="290"/>
                  </a:lnTo>
                  <a:lnTo>
                    <a:pt x="167" y="343"/>
                  </a:lnTo>
                  <a:lnTo>
                    <a:pt x="114" y="404"/>
                  </a:lnTo>
                  <a:lnTo>
                    <a:pt x="70" y="474"/>
                  </a:lnTo>
                  <a:lnTo>
                    <a:pt x="35" y="562"/>
                  </a:lnTo>
                  <a:lnTo>
                    <a:pt x="9" y="641"/>
                  </a:lnTo>
                  <a:lnTo>
                    <a:pt x="0" y="729"/>
                  </a:lnTo>
                  <a:lnTo>
                    <a:pt x="9" y="790"/>
                  </a:lnTo>
                  <a:lnTo>
                    <a:pt x="18" y="843"/>
                  </a:lnTo>
                  <a:lnTo>
                    <a:pt x="27" y="895"/>
                  </a:lnTo>
                  <a:lnTo>
                    <a:pt x="44" y="939"/>
                  </a:lnTo>
                  <a:lnTo>
                    <a:pt x="97" y="1036"/>
                  </a:lnTo>
                  <a:lnTo>
                    <a:pt x="158" y="1115"/>
                  </a:lnTo>
                  <a:lnTo>
                    <a:pt x="237" y="1185"/>
                  </a:lnTo>
                  <a:lnTo>
                    <a:pt x="334" y="1229"/>
                  </a:lnTo>
                  <a:lnTo>
                    <a:pt x="386" y="1246"/>
                  </a:lnTo>
                  <a:lnTo>
                    <a:pt x="430" y="1264"/>
                  </a:lnTo>
                  <a:lnTo>
                    <a:pt x="492" y="1273"/>
                  </a:lnTo>
                  <a:lnTo>
                    <a:pt x="544" y="1273"/>
                  </a:lnTo>
                  <a:lnTo>
                    <a:pt x="623" y="1264"/>
                  </a:lnTo>
                  <a:lnTo>
                    <a:pt x="693" y="1246"/>
                  </a:lnTo>
                  <a:lnTo>
                    <a:pt x="1404" y="1062"/>
                  </a:lnTo>
                  <a:lnTo>
                    <a:pt x="1492" y="1027"/>
                  </a:lnTo>
                  <a:lnTo>
                    <a:pt x="1571" y="992"/>
                  </a:lnTo>
                  <a:lnTo>
                    <a:pt x="1641" y="939"/>
                  </a:lnTo>
                  <a:lnTo>
                    <a:pt x="1694" y="869"/>
                  </a:lnTo>
                  <a:lnTo>
                    <a:pt x="1746" y="799"/>
                  </a:lnTo>
                  <a:lnTo>
                    <a:pt x="1782" y="720"/>
                  </a:lnTo>
                  <a:lnTo>
                    <a:pt x="1808" y="632"/>
                  </a:lnTo>
                  <a:lnTo>
                    <a:pt x="1817" y="536"/>
                  </a:lnTo>
                  <a:lnTo>
                    <a:pt x="1808" y="483"/>
                  </a:lnTo>
                  <a:lnTo>
                    <a:pt x="1799" y="430"/>
                  </a:lnTo>
                  <a:lnTo>
                    <a:pt x="1790" y="378"/>
                  </a:lnTo>
                  <a:lnTo>
                    <a:pt x="1773" y="325"/>
                  </a:lnTo>
                  <a:lnTo>
                    <a:pt x="1720" y="237"/>
                  </a:lnTo>
                  <a:lnTo>
                    <a:pt x="1659" y="158"/>
                  </a:lnTo>
                  <a:lnTo>
                    <a:pt x="1571" y="88"/>
                  </a:lnTo>
                  <a:lnTo>
                    <a:pt x="1483" y="35"/>
                  </a:lnTo>
                  <a:lnTo>
                    <a:pt x="1431" y="18"/>
                  </a:lnTo>
                  <a:lnTo>
                    <a:pt x="1378" y="9"/>
                  </a:lnTo>
                  <a:lnTo>
                    <a:pt x="1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 flipH="1">
              <a:off x="2725836" y="1776072"/>
              <a:ext cx="232758" cy="163074"/>
            </a:xfrm>
            <a:custGeom>
              <a:avLst/>
              <a:gdLst/>
              <a:ahLst/>
              <a:cxnLst/>
              <a:rect l="l" t="t" r="r" b="b"/>
              <a:pathLst>
                <a:path w="1817" h="1273" fill="none" extrusionOk="0">
                  <a:moveTo>
                    <a:pt x="1817" y="536"/>
                  </a:moveTo>
                  <a:lnTo>
                    <a:pt x="1817" y="536"/>
                  </a:lnTo>
                  <a:lnTo>
                    <a:pt x="1808" y="483"/>
                  </a:lnTo>
                  <a:lnTo>
                    <a:pt x="1799" y="430"/>
                  </a:lnTo>
                  <a:lnTo>
                    <a:pt x="1790" y="378"/>
                  </a:lnTo>
                  <a:lnTo>
                    <a:pt x="1773" y="325"/>
                  </a:lnTo>
                  <a:lnTo>
                    <a:pt x="1720" y="237"/>
                  </a:lnTo>
                  <a:lnTo>
                    <a:pt x="1659" y="158"/>
                  </a:lnTo>
                  <a:lnTo>
                    <a:pt x="1571" y="88"/>
                  </a:lnTo>
                  <a:lnTo>
                    <a:pt x="1483" y="35"/>
                  </a:lnTo>
                  <a:lnTo>
                    <a:pt x="1431" y="18"/>
                  </a:lnTo>
                  <a:lnTo>
                    <a:pt x="1378" y="9"/>
                  </a:lnTo>
                  <a:lnTo>
                    <a:pt x="1325" y="0"/>
                  </a:lnTo>
                  <a:lnTo>
                    <a:pt x="1273" y="0"/>
                  </a:lnTo>
                  <a:lnTo>
                    <a:pt x="1273" y="0"/>
                  </a:lnTo>
                  <a:lnTo>
                    <a:pt x="1220" y="0"/>
                  </a:lnTo>
                  <a:lnTo>
                    <a:pt x="1167" y="9"/>
                  </a:lnTo>
                  <a:lnTo>
                    <a:pt x="1167" y="9"/>
                  </a:lnTo>
                  <a:lnTo>
                    <a:pt x="1167" y="9"/>
                  </a:lnTo>
                  <a:lnTo>
                    <a:pt x="1106" y="27"/>
                  </a:lnTo>
                  <a:lnTo>
                    <a:pt x="413" y="211"/>
                  </a:lnTo>
                  <a:lnTo>
                    <a:pt x="413" y="211"/>
                  </a:lnTo>
                  <a:lnTo>
                    <a:pt x="395" y="211"/>
                  </a:lnTo>
                  <a:lnTo>
                    <a:pt x="386" y="211"/>
                  </a:lnTo>
                  <a:lnTo>
                    <a:pt x="386" y="211"/>
                  </a:lnTo>
                  <a:lnTo>
                    <a:pt x="386" y="211"/>
                  </a:lnTo>
                  <a:lnTo>
                    <a:pt x="307" y="246"/>
                  </a:lnTo>
                  <a:lnTo>
                    <a:pt x="237" y="290"/>
                  </a:lnTo>
                  <a:lnTo>
                    <a:pt x="167" y="343"/>
                  </a:lnTo>
                  <a:lnTo>
                    <a:pt x="114" y="404"/>
                  </a:lnTo>
                  <a:lnTo>
                    <a:pt x="70" y="474"/>
                  </a:lnTo>
                  <a:lnTo>
                    <a:pt x="35" y="562"/>
                  </a:lnTo>
                  <a:lnTo>
                    <a:pt x="9" y="641"/>
                  </a:lnTo>
                  <a:lnTo>
                    <a:pt x="0" y="729"/>
                  </a:lnTo>
                  <a:lnTo>
                    <a:pt x="0" y="729"/>
                  </a:lnTo>
                  <a:lnTo>
                    <a:pt x="9" y="790"/>
                  </a:lnTo>
                  <a:lnTo>
                    <a:pt x="18" y="843"/>
                  </a:lnTo>
                  <a:lnTo>
                    <a:pt x="27" y="895"/>
                  </a:lnTo>
                  <a:lnTo>
                    <a:pt x="44" y="939"/>
                  </a:lnTo>
                  <a:lnTo>
                    <a:pt x="97" y="1036"/>
                  </a:lnTo>
                  <a:lnTo>
                    <a:pt x="158" y="1115"/>
                  </a:lnTo>
                  <a:lnTo>
                    <a:pt x="237" y="1185"/>
                  </a:lnTo>
                  <a:lnTo>
                    <a:pt x="334" y="1229"/>
                  </a:lnTo>
                  <a:lnTo>
                    <a:pt x="386" y="1246"/>
                  </a:lnTo>
                  <a:lnTo>
                    <a:pt x="430" y="1264"/>
                  </a:lnTo>
                  <a:lnTo>
                    <a:pt x="492" y="1273"/>
                  </a:lnTo>
                  <a:lnTo>
                    <a:pt x="544" y="1273"/>
                  </a:lnTo>
                  <a:lnTo>
                    <a:pt x="544" y="1273"/>
                  </a:lnTo>
                  <a:lnTo>
                    <a:pt x="623" y="1264"/>
                  </a:lnTo>
                  <a:lnTo>
                    <a:pt x="693" y="1246"/>
                  </a:lnTo>
                  <a:lnTo>
                    <a:pt x="693" y="1246"/>
                  </a:lnTo>
                  <a:lnTo>
                    <a:pt x="1404" y="1062"/>
                  </a:lnTo>
                  <a:lnTo>
                    <a:pt x="1404" y="1062"/>
                  </a:lnTo>
                  <a:lnTo>
                    <a:pt x="1404" y="1062"/>
                  </a:lnTo>
                  <a:lnTo>
                    <a:pt x="1492" y="1027"/>
                  </a:lnTo>
                  <a:lnTo>
                    <a:pt x="1571" y="992"/>
                  </a:lnTo>
                  <a:lnTo>
                    <a:pt x="1641" y="939"/>
                  </a:lnTo>
                  <a:lnTo>
                    <a:pt x="1694" y="869"/>
                  </a:lnTo>
                  <a:lnTo>
                    <a:pt x="1746" y="799"/>
                  </a:lnTo>
                  <a:lnTo>
                    <a:pt x="1782" y="720"/>
                  </a:lnTo>
                  <a:lnTo>
                    <a:pt x="1808" y="632"/>
                  </a:lnTo>
                  <a:lnTo>
                    <a:pt x="1817" y="5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 flipH="1">
              <a:off x="2815761" y="1922236"/>
              <a:ext cx="27029" cy="10248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211" y="0"/>
                  </a:moveTo>
                  <a:lnTo>
                    <a:pt x="35" y="44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211" y="26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 flipH="1">
              <a:off x="2721351" y="1788369"/>
              <a:ext cx="94538" cy="137326"/>
            </a:xfrm>
            <a:custGeom>
              <a:avLst/>
              <a:gdLst/>
              <a:ahLst/>
              <a:cxnLst/>
              <a:rect l="l" t="t" r="r" b="b"/>
              <a:pathLst>
                <a:path w="738" h="1072" extrusionOk="0">
                  <a:moveTo>
                    <a:pt x="492" y="1"/>
                  </a:moveTo>
                  <a:lnTo>
                    <a:pt x="510" y="27"/>
                  </a:lnTo>
                  <a:lnTo>
                    <a:pt x="554" y="71"/>
                  </a:lnTo>
                  <a:lnTo>
                    <a:pt x="589" y="115"/>
                  </a:lnTo>
                  <a:lnTo>
                    <a:pt x="624" y="159"/>
                  </a:lnTo>
                  <a:lnTo>
                    <a:pt x="650" y="211"/>
                  </a:lnTo>
                  <a:lnTo>
                    <a:pt x="668" y="264"/>
                  </a:lnTo>
                  <a:lnTo>
                    <a:pt x="685" y="317"/>
                  </a:lnTo>
                  <a:lnTo>
                    <a:pt x="694" y="378"/>
                  </a:lnTo>
                  <a:lnTo>
                    <a:pt x="703" y="440"/>
                  </a:lnTo>
                  <a:lnTo>
                    <a:pt x="694" y="536"/>
                  </a:lnTo>
                  <a:lnTo>
                    <a:pt x="668" y="624"/>
                  </a:lnTo>
                  <a:lnTo>
                    <a:pt x="632" y="703"/>
                  </a:lnTo>
                  <a:lnTo>
                    <a:pt x="580" y="773"/>
                  </a:lnTo>
                  <a:lnTo>
                    <a:pt x="527" y="843"/>
                  </a:lnTo>
                  <a:lnTo>
                    <a:pt x="457" y="896"/>
                  </a:lnTo>
                  <a:lnTo>
                    <a:pt x="378" y="931"/>
                  </a:lnTo>
                  <a:lnTo>
                    <a:pt x="290" y="966"/>
                  </a:lnTo>
                  <a:lnTo>
                    <a:pt x="1" y="1045"/>
                  </a:lnTo>
                  <a:lnTo>
                    <a:pt x="1" y="1071"/>
                  </a:lnTo>
                  <a:lnTo>
                    <a:pt x="334" y="984"/>
                  </a:lnTo>
                  <a:lnTo>
                    <a:pt x="413" y="949"/>
                  </a:lnTo>
                  <a:lnTo>
                    <a:pt x="492" y="905"/>
                  </a:lnTo>
                  <a:lnTo>
                    <a:pt x="562" y="852"/>
                  </a:lnTo>
                  <a:lnTo>
                    <a:pt x="624" y="791"/>
                  </a:lnTo>
                  <a:lnTo>
                    <a:pt x="676" y="720"/>
                  </a:lnTo>
                  <a:lnTo>
                    <a:pt x="711" y="633"/>
                  </a:lnTo>
                  <a:lnTo>
                    <a:pt x="729" y="545"/>
                  </a:lnTo>
                  <a:lnTo>
                    <a:pt x="738" y="457"/>
                  </a:lnTo>
                  <a:lnTo>
                    <a:pt x="738" y="387"/>
                  </a:lnTo>
                  <a:lnTo>
                    <a:pt x="720" y="317"/>
                  </a:lnTo>
                  <a:lnTo>
                    <a:pt x="703" y="255"/>
                  </a:lnTo>
                  <a:lnTo>
                    <a:pt x="676" y="194"/>
                  </a:lnTo>
                  <a:lnTo>
                    <a:pt x="641" y="141"/>
                  </a:lnTo>
                  <a:lnTo>
                    <a:pt x="597" y="89"/>
                  </a:lnTo>
                  <a:lnTo>
                    <a:pt x="545" y="4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 flipH="1">
              <a:off x="2725835" y="1791828"/>
              <a:ext cx="112472" cy="136045"/>
            </a:xfrm>
            <a:custGeom>
              <a:avLst/>
              <a:gdLst/>
              <a:ahLst/>
              <a:cxnLst/>
              <a:rect l="l" t="t" r="r" b="b"/>
              <a:pathLst>
                <a:path w="878" h="1062" extrusionOk="0">
                  <a:moveTo>
                    <a:pt x="685" y="0"/>
                  </a:moveTo>
                  <a:lnTo>
                    <a:pt x="711" y="62"/>
                  </a:lnTo>
                  <a:lnTo>
                    <a:pt x="729" y="114"/>
                  </a:lnTo>
                  <a:lnTo>
                    <a:pt x="737" y="176"/>
                  </a:lnTo>
                  <a:lnTo>
                    <a:pt x="737" y="246"/>
                  </a:lnTo>
                  <a:lnTo>
                    <a:pt x="737" y="334"/>
                  </a:lnTo>
                  <a:lnTo>
                    <a:pt x="711" y="421"/>
                  </a:lnTo>
                  <a:lnTo>
                    <a:pt x="676" y="509"/>
                  </a:lnTo>
                  <a:lnTo>
                    <a:pt x="623" y="579"/>
                  </a:lnTo>
                  <a:lnTo>
                    <a:pt x="562" y="641"/>
                  </a:lnTo>
                  <a:lnTo>
                    <a:pt x="492" y="693"/>
                  </a:lnTo>
                  <a:lnTo>
                    <a:pt x="421" y="737"/>
                  </a:lnTo>
                  <a:lnTo>
                    <a:pt x="334" y="772"/>
                  </a:lnTo>
                  <a:lnTo>
                    <a:pt x="167" y="816"/>
                  </a:lnTo>
                  <a:lnTo>
                    <a:pt x="97" y="939"/>
                  </a:lnTo>
                  <a:lnTo>
                    <a:pt x="53" y="1001"/>
                  </a:lnTo>
                  <a:lnTo>
                    <a:pt x="0" y="1062"/>
                  </a:lnTo>
                  <a:lnTo>
                    <a:pt x="176" y="1018"/>
                  </a:lnTo>
                  <a:lnTo>
                    <a:pt x="465" y="939"/>
                  </a:lnTo>
                  <a:lnTo>
                    <a:pt x="553" y="904"/>
                  </a:lnTo>
                  <a:lnTo>
                    <a:pt x="632" y="869"/>
                  </a:lnTo>
                  <a:lnTo>
                    <a:pt x="702" y="816"/>
                  </a:lnTo>
                  <a:lnTo>
                    <a:pt x="755" y="746"/>
                  </a:lnTo>
                  <a:lnTo>
                    <a:pt x="807" y="676"/>
                  </a:lnTo>
                  <a:lnTo>
                    <a:pt x="843" y="597"/>
                  </a:lnTo>
                  <a:lnTo>
                    <a:pt x="869" y="509"/>
                  </a:lnTo>
                  <a:lnTo>
                    <a:pt x="878" y="413"/>
                  </a:lnTo>
                  <a:lnTo>
                    <a:pt x="869" y="351"/>
                  </a:lnTo>
                  <a:lnTo>
                    <a:pt x="860" y="290"/>
                  </a:lnTo>
                  <a:lnTo>
                    <a:pt x="843" y="237"/>
                  </a:lnTo>
                  <a:lnTo>
                    <a:pt x="825" y="184"/>
                  </a:lnTo>
                  <a:lnTo>
                    <a:pt x="799" y="132"/>
                  </a:lnTo>
                  <a:lnTo>
                    <a:pt x="764" y="88"/>
                  </a:lnTo>
                  <a:lnTo>
                    <a:pt x="729" y="44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 flipH="1">
              <a:off x="2823577" y="1806432"/>
              <a:ext cx="130534" cy="130536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57" y="0"/>
                  </a:moveTo>
                  <a:lnTo>
                    <a:pt x="404" y="9"/>
                  </a:lnTo>
                  <a:lnTo>
                    <a:pt x="316" y="35"/>
                  </a:lnTo>
                  <a:lnTo>
                    <a:pt x="228" y="88"/>
                  </a:lnTo>
                  <a:lnTo>
                    <a:pt x="150" y="149"/>
                  </a:lnTo>
                  <a:lnTo>
                    <a:pt x="88" y="228"/>
                  </a:lnTo>
                  <a:lnTo>
                    <a:pt x="44" y="307"/>
                  </a:lnTo>
                  <a:lnTo>
                    <a:pt x="9" y="404"/>
                  </a:lnTo>
                  <a:lnTo>
                    <a:pt x="0" y="457"/>
                  </a:lnTo>
                  <a:lnTo>
                    <a:pt x="0" y="509"/>
                  </a:lnTo>
                  <a:lnTo>
                    <a:pt x="0" y="562"/>
                  </a:lnTo>
                  <a:lnTo>
                    <a:pt x="9" y="615"/>
                  </a:lnTo>
                  <a:lnTo>
                    <a:pt x="44" y="711"/>
                  </a:lnTo>
                  <a:lnTo>
                    <a:pt x="88" y="790"/>
                  </a:lnTo>
                  <a:lnTo>
                    <a:pt x="150" y="869"/>
                  </a:lnTo>
                  <a:lnTo>
                    <a:pt x="228" y="930"/>
                  </a:lnTo>
                  <a:lnTo>
                    <a:pt x="316" y="974"/>
                  </a:lnTo>
                  <a:lnTo>
                    <a:pt x="404" y="1009"/>
                  </a:lnTo>
                  <a:lnTo>
                    <a:pt x="457" y="1018"/>
                  </a:lnTo>
                  <a:lnTo>
                    <a:pt x="562" y="1018"/>
                  </a:lnTo>
                  <a:lnTo>
                    <a:pt x="615" y="1009"/>
                  </a:lnTo>
                  <a:lnTo>
                    <a:pt x="711" y="974"/>
                  </a:lnTo>
                  <a:lnTo>
                    <a:pt x="799" y="930"/>
                  </a:lnTo>
                  <a:lnTo>
                    <a:pt x="869" y="869"/>
                  </a:lnTo>
                  <a:lnTo>
                    <a:pt x="930" y="790"/>
                  </a:lnTo>
                  <a:lnTo>
                    <a:pt x="983" y="711"/>
                  </a:lnTo>
                  <a:lnTo>
                    <a:pt x="1009" y="615"/>
                  </a:lnTo>
                  <a:lnTo>
                    <a:pt x="1018" y="562"/>
                  </a:lnTo>
                  <a:lnTo>
                    <a:pt x="1018" y="509"/>
                  </a:lnTo>
                  <a:lnTo>
                    <a:pt x="1018" y="457"/>
                  </a:lnTo>
                  <a:lnTo>
                    <a:pt x="1009" y="404"/>
                  </a:lnTo>
                  <a:lnTo>
                    <a:pt x="983" y="307"/>
                  </a:lnTo>
                  <a:lnTo>
                    <a:pt x="930" y="228"/>
                  </a:lnTo>
                  <a:lnTo>
                    <a:pt x="869" y="149"/>
                  </a:lnTo>
                  <a:lnTo>
                    <a:pt x="799" y="88"/>
                  </a:lnTo>
                  <a:lnTo>
                    <a:pt x="711" y="35"/>
                  </a:lnTo>
                  <a:lnTo>
                    <a:pt x="615" y="9"/>
                  </a:lnTo>
                  <a:lnTo>
                    <a:pt x="562" y="0"/>
                  </a:lnTo>
                  <a:close/>
                </a:path>
              </a:pathLst>
            </a:custGeom>
            <a:solidFill>
              <a:srgbClr val="CDD7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 flipH="1">
              <a:off x="2823577" y="1806432"/>
              <a:ext cx="130534" cy="130536"/>
            </a:xfrm>
            <a:custGeom>
              <a:avLst/>
              <a:gdLst/>
              <a:ahLst/>
              <a:cxnLst/>
              <a:rect l="l" t="t" r="r" b="b"/>
              <a:pathLst>
                <a:path w="1019" h="1019" fill="none" extrusionOk="0">
                  <a:moveTo>
                    <a:pt x="509" y="1018"/>
                  </a:moveTo>
                  <a:lnTo>
                    <a:pt x="509" y="1018"/>
                  </a:lnTo>
                  <a:lnTo>
                    <a:pt x="457" y="1018"/>
                  </a:lnTo>
                  <a:lnTo>
                    <a:pt x="404" y="1009"/>
                  </a:lnTo>
                  <a:lnTo>
                    <a:pt x="316" y="974"/>
                  </a:lnTo>
                  <a:lnTo>
                    <a:pt x="228" y="930"/>
                  </a:lnTo>
                  <a:lnTo>
                    <a:pt x="150" y="869"/>
                  </a:lnTo>
                  <a:lnTo>
                    <a:pt x="88" y="790"/>
                  </a:lnTo>
                  <a:lnTo>
                    <a:pt x="44" y="711"/>
                  </a:lnTo>
                  <a:lnTo>
                    <a:pt x="9" y="615"/>
                  </a:lnTo>
                  <a:lnTo>
                    <a:pt x="0" y="562"/>
                  </a:lnTo>
                  <a:lnTo>
                    <a:pt x="0" y="509"/>
                  </a:lnTo>
                  <a:lnTo>
                    <a:pt x="0" y="509"/>
                  </a:lnTo>
                  <a:lnTo>
                    <a:pt x="0" y="457"/>
                  </a:lnTo>
                  <a:lnTo>
                    <a:pt x="9" y="404"/>
                  </a:lnTo>
                  <a:lnTo>
                    <a:pt x="44" y="307"/>
                  </a:lnTo>
                  <a:lnTo>
                    <a:pt x="88" y="228"/>
                  </a:lnTo>
                  <a:lnTo>
                    <a:pt x="150" y="149"/>
                  </a:lnTo>
                  <a:lnTo>
                    <a:pt x="228" y="88"/>
                  </a:lnTo>
                  <a:lnTo>
                    <a:pt x="316" y="35"/>
                  </a:lnTo>
                  <a:lnTo>
                    <a:pt x="404" y="9"/>
                  </a:lnTo>
                  <a:lnTo>
                    <a:pt x="457" y="0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62" y="0"/>
                  </a:lnTo>
                  <a:lnTo>
                    <a:pt x="615" y="9"/>
                  </a:lnTo>
                  <a:lnTo>
                    <a:pt x="711" y="35"/>
                  </a:lnTo>
                  <a:lnTo>
                    <a:pt x="799" y="88"/>
                  </a:lnTo>
                  <a:lnTo>
                    <a:pt x="869" y="149"/>
                  </a:lnTo>
                  <a:lnTo>
                    <a:pt x="930" y="228"/>
                  </a:lnTo>
                  <a:lnTo>
                    <a:pt x="983" y="307"/>
                  </a:lnTo>
                  <a:lnTo>
                    <a:pt x="1009" y="404"/>
                  </a:lnTo>
                  <a:lnTo>
                    <a:pt x="1018" y="457"/>
                  </a:lnTo>
                  <a:lnTo>
                    <a:pt x="1018" y="509"/>
                  </a:lnTo>
                  <a:lnTo>
                    <a:pt x="1018" y="509"/>
                  </a:lnTo>
                  <a:lnTo>
                    <a:pt x="1018" y="562"/>
                  </a:lnTo>
                  <a:lnTo>
                    <a:pt x="1009" y="615"/>
                  </a:lnTo>
                  <a:lnTo>
                    <a:pt x="983" y="711"/>
                  </a:lnTo>
                  <a:lnTo>
                    <a:pt x="930" y="790"/>
                  </a:lnTo>
                  <a:lnTo>
                    <a:pt x="869" y="869"/>
                  </a:lnTo>
                  <a:lnTo>
                    <a:pt x="799" y="930"/>
                  </a:lnTo>
                  <a:lnTo>
                    <a:pt x="711" y="974"/>
                  </a:lnTo>
                  <a:lnTo>
                    <a:pt x="615" y="1009"/>
                  </a:lnTo>
                  <a:lnTo>
                    <a:pt x="562" y="1018"/>
                  </a:lnTo>
                  <a:lnTo>
                    <a:pt x="509" y="10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 flipH="1">
              <a:off x="2821399" y="1804126"/>
              <a:ext cx="135017" cy="135020"/>
            </a:xfrm>
            <a:custGeom>
              <a:avLst/>
              <a:gdLst/>
              <a:ahLst/>
              <a:cxnLst/>
              <a:rect l="l" t="t" r="r" b="b"/>
              <a:pathLst>
                <a:path w="1054" h="1054" extrusionOk="0">
                  <a:moveTo>
                    <a:pt x="475" y="1"/>
                  </a:moveTo>
                  <a:lnTo>
                    <a:pt x="422" y="10"/>
                  </a:lnTo>
                  <a:lnTo>
                    <a:pt x="325" y="45"/>
                  </a:lnTo>
                  <a:lnTo>
                    <a:pt x="238" y="88"/>
                  </a:lnTo>
                  <a:lnTo>
                    <a:pt x="159" y="159"/>
                  </a:lnTo>
                  <a:lnTo>
                    <a:pt x="89" y="229"/>
                  </a:lnTo>
                  <a:lnTo>
                    <a:pt x="45" y="325"/>
                  </a:lnTo>
                  <a:lnTo>
                    <a:pt x="10" y="422"/>
                  </a:lnTo>
                  <a:lnTo>
                    <a:pt x="1" y="475"/>
                  </a:lnTo>
                  <a:lnTo>
                    <a:pt x="1" y="527"/>
                  </a:lnTo>
                  <a:lnTo>
                    <a:pt x="1" y="580"/>
                  </a:lnTo>
                  <a:lnTo>
                    <a:pt x="10" y="633"/>
                  </a:lnTo>
                  <a:lnTo>
                    <a:pt x="45" y="729"/>
                  </a:lnTo>
                  <a:lnTo>
                    <a:pt x="89" y="826"/>
                  </a:lnTo>
                  <a:lnTo>
                    <a:pt x="159" y="896"/>
                  </a:lnTo>
                  <a:lnTo>
                    <a:pt x="238" y="966"/>
                  </a:lnTo>
                  <a:lnTo>
                    <a:pt x="325" y="1010"/>
                  </a:lnTo>
                  <a:lnTo>
                    <a:pt x="422" y="1045"/>
                  </a:lnTo>
                  <a:lnTo>
                    <a:pt x="475" y="1054"/>
                  </a:lnTo>
                  <a:lnTo>
                    <a:pt x="580" y="1054"/>
                  </a:lnTo>
                  <a:lnTo>
                    <a:pt x="633" y="1045"/>
                  </a:lnTo>
                  <a:lnTo>
                    <a:pt x="729" y="1010"/>
                  </a:lnTo>
                  <a:lnTo>
                    <a:pt x="826" y="966"/>
                  </a:lnTo>
                  <a:lnTo>
                    <a:pt x="905" y="896"/>
                  </a:lnTo>
                  <a:lnTo>
                    <a:pt x="966" y="826"/>
                  </a:lnTo>
                  <a:lnTo>
                    <a:pt x="1010" y="729"/>
                  </a:lnTo>
                  <a:lnTo>
                    <a:pt x="1045" y="633"/>
                  </a:lnTo>
                  <a:lnTo>
                    <a:pt x="1054" y="580"/>
                  </a:lnTo>
                  <a:lnTo>
                    <a:pt x="1054" y="527"/>
                  </a:lnTo>
                  <a:lnTo>
                    <a:pt x="1054" y="475"/>
                  </a:lnTo>
                  <a:lnTo>
                    <a:pt x="1045" y="422"/>
                  </a:lnTo>
                  <a:lnTo>
                    <a:pt x="1010" y="325"/>
                  </a:lnTo>
                  <a:lnTo>
                    <a:pt x="966" y="229"/>
                  </a:lnTo>
                  <a:lnTo>
                    <a:pt x="905" y="159"/>
                  </a:lnTo>
                  <a:lnTo>
                    <a:pt x="826" y="88"/>
                  </a:lnTo>
                  <a:lnTo>
                    <a:pt x="729" y="45"/>
                  </a:lnTo>
                  <a:lnTo>
                    <a:pt x="633" y="10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 flipH="1">
              <a:off x="2821399" y="1804126"/>
              <a:ext cx="135017" cy="135020"/>
            </a:xfrm>
            <a:custGeom>
              <a:avLst/>
              <a:gdLst/>
              <a:ahLst/>
              <a:cxnLst/>
              <a:rect l="l" t="t" r="r" b="b"/>
              <a:pathLst>
                <a:path w="1054" h="1054" fill="none" extrusionOk="0">
                  <a:moveTo>
                    <a:pt x="527" y="1054"/>
                  </a:moveTo>
                  <a:lnTo>
                    <a:pt x="527" y="1054"/>
                  </a:lnTo>
                  <a:lnTo>
                    <a:pt x="475" y="1054"/>
                  </a:lnTo>
                  <a:lnTo>
                    <a:pt x="422" y="1045"/>
                  </a:lnTo>
                  <a:lnTo>
                    <a:pt x="325" y="1010"/>
                  </a:lnTo>
                  <a:lnTo>
                    <a:pt x="238" y="966"/>
                  </a:lnTo>
                  <a:lnTo>
                    <a:pt x="159" y="896"/>
                  </a:lnTo>
                  <a:lnTo>
                    <a:pt x="89" y="826"/>
                  </a:lnTo>
                  <a:lnTo>
                    <a:pt x="45" y="729"/>
                  </a:lnTo>
                  <a:lnTo>
                    <a:pt x="10" y="633"/>
                  </a:lnTo>
                  <a:lnTo>
                    <a:pt x="1" y="580"/>
                  </a:lnTo>
                  <a:lnTo>
                    <a:pt x="1" y="527"/>
                  </a:lnTo>
                  <a:lnTo>
                    <a:pt x="1" y="527"/>
                  </a:lnTo>
                  <a:lnTo>
                    <a:pt x="1" y="475"/>
                  </a:lnTo>
                  <a:lnTo>
                    <a:pt x="10" y="422"/>
                  </a:lnTo>
                  <a:lnTo>
                    <a:pt x="45" y="325"/>
                  </a:lnTo>
                  <a:lnTo>
                    <a:pt x="89" y="229"/>
                  </a:lnTo>
                  <a:lnTo>
                    <a:pt x="159" y="159"/>
                  </a:lnTo>
                  <a:lnTo>
                    <a:pt x="238" y="88"/>
                  </a:lnTo>
                  <a:lnTo>
                    <a:pt x="325" y="45"/>
                  </a:lnTo>
                  <a:lnTo>
                    <a:pt x="422" y="10"/>
                  </a:lnTo>
                  <a:lnTo>
                    <a:pt x="475" y="1"/>
                  </a:lnTo>
                  <a:lnTo>
                    <a:pt x="527" y="1"/>
                  </a:lnTo>
                  <a:lnTo>
                    <a:pt x="527" y="1"/>
                  </a:lnTo>
                  <a:lnTo>
                    <a:pt x="580" y="1"/>
                  </a:lnTo>
                  <a:lnTo>
                    <a:pt x="633" y="10"/>
                  </a:lnTo>
                  <a:lnTo>
                    <a:pt x="729" y="45"/>
                  </a:lnTo>
                  <a:lnTo>
                    <a:pt x="826" y="88"/>
                  </a:lnTo>
                  <a:lnTo>
                    <a:pt x="905" y="159"/>
                  </a:lnTo>
                  <a:lnTo>
                    <a:pt x="966" y="229"/>
                  </a:lnTo>
                  <a:lnTo>
                    <a:pt x="1010" y="325"/>
                  </a:lnTo>
                  <a:lnTo>
                    <a:pt x="1045" y="422"/>
                  </a:lnTo>
                  <a:lnTo>
                    <a:pt x="1054" y="475"/>
                  </a:lnTo>
                  <a:lnTo>
                    <a:pt x="1054" y="527"/>
                  </a:lnTo>
                  <a:lnTo>
                    <a:pt x="1054" y="527"/>
                  </a:lnTo>
                  <a:lnTo>
                    <a:pt x="1054" y="580"/>
                  </a:lnTo>
                  <a:lnTo>
                    <a:pt x="1045" y="633"/>
                  </a:lnTo>
                  <a:lnTo>
                    <a:pt x="1010" y="729"/>
                  </a:lnTo>
                  <a:lnTo>
                    <a:pt x="966" y="826"/>
                  </a:lnTo>
                  <a:lnTo>
                    <a:pt x="905" y="896"/>
                  </a:lnTo>
                  <a:lnTo>
                    <a:pt x="826" y="966"/>
                  </a:lnTo>
                  <a:lnTo>
                    <a:pt x="729" y="1010"/>
                  </a:lnTo>
                  <a:lnTo>
                    <a:pt x="633" y="1045"/>
                  </a:lnTo>
                  <a:lnTo>
                    <a:pt x="580" y="1054"/>
                  </a:lnTo>
                  <a:lnTo>
                    <a:pt x="527" y="10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 flipH="1">
              <a:off x="2824729" y="1807585"/>
              <a:ext cx="128228" cy="128231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0"/>
                  </a:moveTo>
                  <a:lnTo>
                    <a:pt x="404" y="9"/>
                  </a:lnTo>
                  <a:lnTo>
                    <a:pt x="307" y="35"/>
                  </a:lnTo>
                  <a:lnTo>
                    <a:pt x="219" y="88"/>
                  </a:lnTo>
                  <a:lnTo>
                    <a:pt x="149" y="149"/>
                  </a:lnTo>
                  <a:lnTo>
                    <a:pt x="88" y="219"/>
                  </a:lnTo>
                  <a:lnTo>
                    <a:pt x="35" y="307"/>
                  </a:lnTo>
                  <a:lnTo>
                    <a:pt x="9" y="395"/>
                  </a:lnTo>
                  <a:lnTo>
                    <a:pt x="0" y="500"/>
                  </a:lnTo>
                  <a:lnTo>
                    <a:pt x="9" y="597"/>
                  </a:lnTo>
                  <a:lnTo>
                    <a:pt x="35" y="693"/>
                  </a:lnTo>
                  <a:lnTo>
                    <a:pt x="88" y="781"/>
                  </a:lnTo>
                  <a:lnTo>
                    <a:pt x="149" y="851"/>
                  </a:lnTo>
                  <a:lnTo>
                    <a:pt x="219" y="913"/>
                  </a:lnTo>
                  <a:lnTo>
                    <a:pt x="307" y="965"/>
                  </a:lnTo>
                  <a:lnTo>
                    <a:pt x="404" y="992"/>
                  </a:lnTo>
                  <a:lnTo>
                    <a:pt x="500" y="1000"/>
                  </a:lnTo>
                  <a:lnTo>
                    <a:pt x="606" y="992"/>
                  </a:lnTo>
                  <a:lnTo>
                    <a:pt x="693" y="965"/>
                  </a:lnTo>
                  <a:lnTo>
                    <a:pt x="781" y="913"/>
                  </a:lnTo>
                  <a:lnTo>
                    <a:pt x="851" y="851"/>
                  </a:lnTo>
                  <a:lnTo>
                    <a:pt x="913" y="781"/>
                  </a:lnTo>
                  <a:lnTo>
                    <a:pt x="965" y="693"/>
                  </a:lnTo>
                  <a:lnTo>
                    <a:pt x="992" y="597"/>
                  </a:lnTo>
                  <a:lnTo>
                    <a:pt x="1000" y="500"/>
                  </a:lnTo>
                  <a:lnTo>
                    <a:pt x="992" y="395"/>
                  </a:lnTo>
                  <a:lnTo>
                    <a:pt x="965" y="307"/>
                  </a:lnTo>
                  <a:lnTo>
                    <a:pt x="913" y="219"/>
                  </a:lnTo>
                  <a:lnTo>
                    <a:pt x="851" y="149"/>
                  </a:lnTo>
                  <a:lnTo>
                    <a:pt x="781" y="88"/>
                  </a:lnTo>
                  <a:lnTo>
                    <a:pt x="693" y="35"/>
                  </a:lnTo>
                  <a:lnTo>
                    <a:pt x="606" y="9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 flipH="1">
              <a:off x="2824729" y="1807585"/>
              <a:ext cx="128228" cy="128231"/>
            </a:xfrm>
            <a:custGeom>
              <a:avLst/>
              <a:gdLst/>
              <a:ahLst/>
              <a:cxnLst/>
              <a:rect l="l" t="t" r="r" b="b"/>
              <a:pathLst>
                <a:path w="1001" h="1001" fill="none" extrusionOk="0">
                  <a:moveTo>
                    <a:pt x="1000" y="500"/>
                  </a:moveTo>
                  <a:lnTo>
                    <a:pt x="1000" y="500"/>
                  </a:lnTo>
                  <a:lnTo>
                    <a:pt x="992" y="597"/>
                  </a:lnTo>
                  <a:lnTo>
                    <a:pt x="965" y="693"/>
                  </a:lnTo>
                  <a:lnTo>
                    <a:pt x="913" y="781"/>
                  </a:lnTo>
                  <a:lnTo>
                    <a:pt x="851" y="851"/>
                  </a:lnTo>
                  <a:lnTo>
                    <a:pt x="781" y="913"/>
                  </a:lnTo>
                  <a:lnTo>
                    <a:pt x="693" y="965"/>
                  </a:lnTo>
                  <a:lnTo>
                    <a:pt x="606" y="992"/>
                  </a:lnTo>
                  <a:lnTo>
                    <a:pt x="500" y="1000"/>
                  </a:lnTo>
                  <a:lnTo>
                    <a:pt x="500" y="1000"/>
                  </a:lnTo>
                  <a:lnTo>
                    <a:pt x="404" y="992"/>
                  </a:lnTo>
                  <a:lnTo>
                    <a:pt x="307" y="965"/>
                  </a:lnTo>
                  <a:lnTo>
                    <a:pt x="219" y="913"/>
                  </a:lnTo>
                  <a:lnTo>
                    <a:pt x="149" y="851"/>
                  </a:lnTo>
                  <a:lnTo>
                    <a:pt x="88" y="781"/>
                  </a:lnTo>
                  <a:lnTo>
                    <a:pt x="35" y="693"/>
                  </a:lnTo>
                  <a:lnTo>
                    <a:pt x="9" y="597"/>
                  </a:lnTo>
                  <a:lnTo>
                    <a:pt x="0" y="500"/>
                  </a:lnTo>
                  <a:lnTo>
                    <a:pt x="0" y="500"/>
                  </a:lnTo>
                  <a:lnTo>
                    <a:pt x="9" y="395"/>
                  </a:lnTo>
                  <a:lnTo>
                    <a:pt x="35" y="307"/>
                  </a:lnTo>
                  <a:lnTo>
                    <a:pt x="88" y="219"/>
                  </a:lnTo>
                  <a:lnTo>
                    <a:pt x="149" y="149"/>
                  </a:lnTo>
                  <a:lnTo>
                    <a:pt x="219" y="88"/>
                  </a:lnTo>
                  <a:lnTo>
                    <a:pt x="307" y="35"/>
                  </a:lnTo>
                  <a:lnTo>
                    <a:pt x="404" y="9"/>
                  </a:lnTo>
                  <a:lnTo>
                    <a:pt x="500" y="0"/>
                  </a:lnTo>
                  <a:lnTo>
                    <a:pt x="500" y="0"/>
                  </a:lnTo>
                  <a:lnTo>
                    <a:pt x="606" y="9"/>
                  </a:lnTo>
                  <a:lnTo>
                    <a:pt x="693" y="35"/>
                  </a:lnTo>
                  <a:lnTo>
                    <a:pt x="781" y="88"/>
                  </a:lnTo>
                  <a:lnTo>
                    <a:pt x="851" y="149"/>
                  </a:lnTo>
                  <a:lnTo>
                    <a:pt x="913" y="219"/>
                  </a:lnTo>
                  <a:lnTo>
                    <a:pt x="965" y="307"/>
                  </a:lnTo>
                  <a:lnTo>
                    <a:pt x="992" y="395"/>
                  </a:lnTo>
                  <a:lnTo>
                    <a:pt x="1000" y="5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 flipH="1">
              <a:off x="2825882" y="1810915"/>
              <a:ext cx="126050" cy="123747"/>
            </a:xfrm>
            <a:custGeom>
              <a:avLst/>
              <a:gdLst/>
              <a:ahLst/>
              <a:cxnLst/>
              <a:rect l="l" t="t" r="r" b="b"/>
              <a:pathLst>
                <a:path w="984" h="966" extrusionOk="0">
                  <a:moveTo>
                    <a:pt x="343" y="0"/>
                  </a:moveTo>
                  <a:lnTo>
                    <a:pt x="273" y="35"/>
                  </a:lnTo>
                  <a:lnTo>
                    <a:pt x="211" y="71"/>
                  </a:lnTo>
                  <a:lnTo>
                    <a:pt x="150" y="123"/>
                  </a:lnTo>
                  <a:lnTo>
                    <a:pt x="97" y="185"/>
                  </a:lnTo>
                  <a:lnTo>
                    <a:pt x="54" y="246"/>
                  </a:lnTo>
                  <a:lnTo>
                    <a:pt x="27" y="316"/>
                  </a:lnTo>
                  <a:lnTo>
                    <a:pt x="10" y="395"/>
                  </a:lnTo>
                  <a:lnTo>
                    <a:pt x="1" y="474"/>
                  </a:lnTo>
                  <a:lnTo>
                    <a:pt x="10" y="571"/>
                  </a:lnTo>
                  <a:lnTo>
                    <a:pt x="36" y="667"/>
                  </a:lnTo>
                  <a:lnTo>
                    <a:pt x="89" y="746"/>
                  </a:lnTo>
                  <a:lnTo>
                    <a:pt x="141" y="825"/>
                  </a:lnTo>
                  <a:lnTo>
                    <a:pt x="220" y="878"/>
                  </a:lnTo>
                  <a:lnTo>
                    <a:pt x="299" y="931"/>
                  </a:lnTo>
                  <a:lnTo>
                    <a:pt x="396" y="957"/>
                  </a:lnTo>
                  <a:lnTo>
                    <a:pt x="492" y="966"/>
                  </a:lnTo>
                  <a:lnTo>
                    <a:pt x="589" y="957"/>
                  </a:lnTo>
                  <a:lnTo>
                    <a:pt x="685" y="931"/>
                  </a:lnTo>
                  <a:lnTo>
                    <a:pt x="764" y="878"/>
                  </a:lnTo>
                  <a:lnTo>
                    <a:pt x="843" y="825"/>
                  </a:lnTo>
                  <a:lnTo>
                    <a:pt x="905" y="746"/>
                  </a:lnTo>
                  <a:lnTo>
                    <a:pt x="949" y="667"/>
                  </a:lnTo>
                  <a:lnTo>
                    <a:pt x="975" y="571"/>
                  </a:lnTo>
                  <a:lnTo>
                    <a:pt x="984" y="474"/>
                  </a:lnTo>
                  <a:lnTo>
                    <a:pt x="984" y="422"/>
                  </a:lnTo>
                  <a:lnTo>
                    <a:pt x="975" y="369"/>
                  </a:lnTo>
                  <a:lnTo>
                    <a:pt x="957" y="430"/>
                  </a:lnTo>
                  <a:lnTo>
                    <a:pt x="922" y="483"/>
                  </a:lnTo>
                  <a:lnTo>
                    <a:pt x="887" y="527"/>
                  </a:lnTo>
                  <a:lnTo>
                    <a:pt x="843" y="571"/>
                  </a:lnTo>
                  <a:lnTo>
                    <a:pt x="791" y="606"/>
                  </a:lnTo>
                  <a:lnTo>
                    <a:pt x="729" y="632"/>
                  </a:lnTo>
                  <a:lnTo>
                    <a:pt x="677" y="650"/>
                  </a:lnTo>
                  <a:lnTo>
                    <a:pt x="527" y="650"/>
                  </a:lnTo>
                  <a:lnTo>
                    <a:pt x="457" y="623"/>
                  </a:lnTo>
                  <a:lnTo>
                    <a:pt x="396" y="588"/>
                  </a:lnTo>
                  <a:lnTo>
                    <a:pt x="343" y="544"/>
                  </a:lnTo>
                  <a:lnTo>
                    <a:pt x="290" y="483"/>
                  </a:lnTo>
                  <a:lnTo>
                    <a:pt x="264" y="422"/>
                  </a:lnTo>
                  <a:lnTo>
                    <a:pt x="238" y="351"/>
                  </a:lnTo>
                  <a:lnTo>
                    <a:pt x="229" y="272"/>
                  </a:lnTo>
                  <a:lnTo>
                    <a:pt x="238" y="202"/>
                  </a:lnTo>
                  <a:lnTo>
                    <a:pt x="264" y="123"/>
                  </a:lnTo>
                  <a:lnTo>
                    <a:pt x="299" y="62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 flipH="1">
              <a:off x="2825882" y="1810915"/>
              <a:ext cx="126050" cy="123747"/>
            </a:xfrm>
            <a:custGeom>
              <a:avLst/>
              <a:gdLst/>
              <a:ahLst/>
              <a:cxnLst/>
              <a:rect l="l" t="t" r="r" b="b"/>
              <a:pathLst>
                <a:path w="984" h="966" fill="none" extrusionOk="0">
                  <a:moveTo>
                    <a:pt x="343" y="0"/>
                  </a:moveTo>
                  <a:lnTo>
                    <a:pt x="343" y="0"/>
                  </a:lnTo>
                  <a:lnTo>
                    <a:pt x="273" y="35"/>
                  </a:lnTo>
                  <a:lnTo>
                    <a:pt x="211" y="71"/>
                  </a:lnTo>
                  <a:lnTo>
                    <a:pt x="150" y="123"/>
                  </a:lnTo>
                  <a:lnTo>
                    <a:pt x="97" y="185"/>
                  </a:lnTo>
                  <a:lnTo>
                    <a:pt x="54" y="246"/>
                  </a:lnTo>
                  <a:lnTo>
                    <a:pt x="27" y="316"/>
                  </a:lnTo>
                  <a:lnTo>
                    <a:pt x="10" y="395"/>
                  </a:lnTo>
                  <a:lnTo>
                    <a:pt x="1" y="474"/>
                  </a:lnTo>
                  <a:lnTo>
                    <a:pt x="1" y="474"/>
                  </a:lnTo>
                  <a:lnTo>
                    <a:pt x="10" y="571"/>
                  </a:lnTo>
                  <a:lnTo>
                    <a:pt x="36" y="667"/>
                  </a:lnTo>
                  <a:lnTo>
                    <a:pt x="89" y="746"/>
                  </a:lnTo>
                  <a:lnTo>
                    <a:pt x="141" y="825"/>
                  </a:lnTo>
                  <a:lnTo>
                    <a:pt x="220" y="878"/>
                  </a:lnTo>
                  <a:lnTo>
                    <a:pt x="299" y="931"/>
                  </a:lnTo>
                  <a:lnTo>
                    <a:pt x="396" y="957"/>
                  </a:lnTo>
                  <a:lnTo>
                    <a:pt x="492" y="966"/>
                  </a:lnTo>
                  <a:lnTo>
                    <a:pt x="492" y="966"/>
                  </a:lnTo>
                  <a:lnTo>
                    <a:pt x="589" y="957"/>
                  </a:lnTo>
                  <a:lnTo>
                    <a:pt x="685" y="931"/>
                  </a:lnTo>
                  <a:lnTo>
                    <a:pt x="764" y="878"/>
                  </a:lnTo>
                  <a:lnTo>
                    <a:pt x="843" y="825"/>
                  </a:lnTo>
                  <a:lnTo>
                    <a:pt x="905" y="746"/>
                  </a:lnTo>
                  <a:lnTo>
                    <a:pt x="949" y="667"/>
                  </a:lnTo>
                  <a:lnTo>
                    <a:pt x="975" y="571"/>
                  </a:lnTo>
                  <a:lnTo>
                    <a:pt x="984" y="474"/>
                  </a:lnTo>
                  <a:lnTo>
                    <a:pt x="984" y="474"/>
                  </a:lnTo>
                  <a:lnTo>
                    <a:pt x="984" y="422"/>
                  </a:lnTo>
                  <a:lnTo>
                    <a:pt x="975" y="369"/>
                  </a:lnTo>
                  <a:lnTo>
                    <a:pt x="975" y="369"/>
                  </a:lnTo>
                  <a:lnTo>
                    <a:pt x="957" y="430"/>
                  </a:lnTo>
                  <a:lnTo>
                    <a:pt x="922" y="483"/>
                  </a:lnTo>
                  <a:lnTo>
                    <a:pt x="887" y="527"/>
                  </a:lnTo>
                  <a:lnTo>
                    <a:pt x="843" y="571"/>
                  </a:lnTo>
                  <a:lnTo>
                    <a:pt x="791" y="606"/>
                  </a:lnTo>
                  <a:lnTo>
                    <a:pt x="729" y="632"/>
                  </a:lnTo>
                  <a:lnTo>
                    <a:pt x="677" y="650"/>
                  </a:lnTo>
                  <a:lnTo>
                    <a:pt x="606" y="650"/>
                  </a:lnTo>
                  <a:lnTo>
                    <a:pt x="606" y="650"/>
                  </a:lnTo>
                  <a:lnTo>
                    <a:pt x="527" y="650"/>
                  </a:lnTo>
                  <a:lnTo>
                    <a:pt x="457" y="623"/>
                  </a:lnTo>
                  <a:lnTo>
                    <a:pt x="396" y="588"/>
                  </a:lnTo>
                  <a:lnTo>
                    <a:pt x="343" y="544"/>
                  </a:lnTo>
                  <a:lnTo>
                    <a:pt x="290" y="483"/>
                  </a:lnTo>
                  <a:lnTo>
                    <a:pt x="264" y="422"/>
                  </a:lnTo>
                  <a:lnTo>
                    <a:pt x="238" y="351"/>
                  </a:lnTo>
                  <a:lnTo>
                    <a:pt x="229" y="272"/>
                  </a:lnTo>
                  <a:lnTo>
                    <a:pt x="229" y="272"/>
                  </a:lnTo>
                  <a:lnTo>
                    <a:pt x="238" y="202"/>
                  </a:lnTo>
                  <a:lnTo>
                    <a:pt x="264" y="123"/>
                  </a:lnTo>
                  <a:lnTo>
                    <a:pt x="299" y="62"/>
                  </a:lnTo>
                  <a:lnTo>
                    <a:pt x="3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 flipH="1">
              <a:off x="2774129" y="1782861"/>
              <a:ext cx="129381" cy="27030"/>
            </a:xfrm>
            <a:custGeom>
              <a:avLst/>
              <a:gdLst/>
              <a:ahLst/>
              <a:cxnLst/>
              <a:rect l="l" t="t" r="r" b="b"/>
              <a:pathLst>
                <a:path w="1010" h="211" extrusionOk="0">
                  <a:moveTo>
                    <a:pt x="685" y="0"/>
                  </a:moveTo>
                  <a:lnTo>
                    <a:pt x="579" y="26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70" y="176"/>
                  </a:lnTo>
                  <a:lnTo>
                    <a:pt x="167" y="176"/>
                  </a:lnTo>
                  <a:lnTo>
                    <a:pt x="246" y="193"/>
                  </a:lnTo>
                  <a:lnTo>
                    <a:pt x="307" y="211"/>
                  </a:lnTo>
                  <a:lnTo>
                    <a:pt x="1009" y="18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 flipH="1">
              <a:off x="2869692" y="1809762"/>
              <a:ext cx="28182" cy="26005"/>
            </a:xfrm>
            <a:custGeom>
              <a:avLst/>
              <a:gdLst/>
              <a:ahLst/>
              <a:cxnLst/>
              <a:rect l="l" t="t" r="r" b="b"/>
              <a:pathLst>
                <a:path w="220" h="203" extrusionOk="0">
                  <a:moveTo>
                    <a:pt x="114" y="1"/>
                  </a:moveTo>
                  <a:lnTo>
                    <a:pt x="70" y="9"/>
                  </a:lnTo>
                  <a:lnTo>
                    <a:pt x="35" y="27"/>
                  </a:lnTo>
                  <a:lnTo>
                    <a:pt x="9" y="62"/>
                  </a:lnTo>
                  <a:lnTo>
                    <a:pt x="0" y="97"/>
                  </a:lnTo>
                  <a:lnTo>
                    <a:pt x="9" y="141"/>
                  </a:lnTo>
                  <a:lnTo>
                    <a:pt x="35" y="176"/>
                  </a:lnTo>
                  <a:lnTo>
                    <a:pt x="70" y="194"/>
                  </a:lnTo>
                  <a:lnTo>
                    <a:pt x="114" y="202"/>
                  </a:lnTo>
                  <a:lnTo>
                    <a:pt x="158" y="194"/>
                  </a:lnTo>
                  <a:lnTo>
                    <a:pt x="193" y="176"/>
                  </a:lnTo>
                  <a:lnTo>
                    <a:pt x="211" y="141"/>
                  </a:lnTo>
                  <a:lnTo>
                    <a:pt x="219" y="97"/>
                  </a:lnTo>
                  <a:lnTo>
                    <a:pt x="211" y="62"/>
                  </a:lnTo>
                  <a:lnTo>
                    <a:pt x="193" y="27"/>
                  </a:lnTo>
                  <a:lnTo>
                    <a:pt x="158" y="9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 flipH="1">
              <a:off x="2740445" y="828375"/>
              <a:ext cx="639731" cy="825236"/>
            </a:xfrm>
            <a:custGeom>
              <a:avLst/>
              <a:gdLst/>
              <a:ahLst/>
              <a:cxnLst/>
              <a:rect l="l" t="t" r="r" b="b"/>
              <a:pathLst>
                <a:path w="4994" h="6442" extrusionOk="0">
                  <a:moveTo>
                    <a:pt x="2554" y="1"/>
                  </a:moveTo>
                  <a:lnTo>
                    <a:pt x="2344" y="10"/>
                  </a:lnTo>
                  <a:lnTo>
                    <a:pt x="2124" y="27"/>
                  </a:lnTo>
                  <a:lnTo>
                    <a:pt x="1914" y="62"/>
                  </a:lnTo>
                  <a:lnTo>
                    <a:pt x="1703" y="115"/>
                  </a:lnTo>
                  <a:lnTo>
                    <a:pt x="1501" y="185"/>
                  </a:lnTo>
                  <a:lnTo>
                    <a:pt x="1308" y="273"/>
                  </a:lnTo>
                  <a:lnTo>
                    <a:pt x="1115" y="378"/>
                  </a:lnTo>
                  <a:lnTo>
                    <a:pt x="940" y="492"/>
                  </a:lnTo>
                  <a:lnTo>
                    <a:pt x="834" y="580"/>
                  </a:lnTo>
                  <a:lnTo>
                    <a:pt x="729" y="668"/>
                  </a:lnTo>
                  <a:lnTo>
                    <a:pt x="632" y="764"/>
                  </a:lnTo>
                  <a:lnTo>
                    <a:pt x="545" y="870"/>
                  </a:lnTo>
                  <a:lnTo>
                    <a:pt x="466" y="966"/>
                  </a:lnTo>
                  <a:lnTo>
                    <a:pt x="395" y="1080"/>
                  </a:lnTo>
                  <a:lnTo>
                    <a:pt x="325" y="1194"/>
                  </a:lnTo>
                  <a:lnTo>
                    <a:pt x="264" y="1308"/>
                  </a:lnTo>
                  <a:lnTo>
                    <a:pt x="211" y="1431"/>
                  </a:lnTo>
                  <a:lnTo>
                    <a:pt x="159" y="1554"/>
                  </a:lnTo>
                  <a:lnTo>
                    <a:pt x="115" y="1677"/>
                  </a:lnTo>
                  <a:lnTo>
                    <a:pt x="80" y="1809"/>
                  </a:lnTo>
                  <a:lnTo>
                    <a:pt x="53" y="1931"/>
                  </a:lnTo>
                  <a:lnTo>
                    <a:pt x="27" y="2072"/>
                  </a:lnTo>
                  <a:lnTo>
                    <a:pt x="9" y="2203"/>
                  </a:lnTo>
                  <a:lnTo>
                    <a:pt x="1" y="2335"/>
                  </a:lnTo>
                  <a:lnTo>
                    <a:pt x="1" y="2397"/>
                  </a:lnTo>
                  <a:lnTo>
                    <a:pt x="9" y="2414"/>
                  </a:lnTo>
                  <a:lnTo>
                    <a:pt x="27" y="2432"/>
                  </a:lnTo>
                  <a:lnTo>
                    <a:pt x="71" y="2458"/>
                  </a:lnTo>
                  <a:lnTo>
                    <a:pt x="123" y="2476"/>
                  </a:lnTo>
                  <a:lnTo>
                    <a:pt x="176" y="2493"/>
                  </a:lnTo>
                  <a:lnTo>
                    <a:pt x="229" y="2502"/>
                  </a:lnTo>
                  <a:lnTo>
                    <a:pt x="299" y="2502"/>
                  </a:lnTo>
                  <a:lnTo>
                    <a:pt x="369" y="2484"/>
                  </a:lnTo>
                  <a:lnTo>
                    <a:pt x="431" y="2467"/>
                  </a:lnTo>
                  <a:lnTo>
                    <a:pt x="501" y="2440"/>
                  </a:lnTo>
                  <a:lnTo>
                    <a:pt x="510" y="2432"/>
                  </a:lnTo>
                  <a:lnTo>
                    <a:pt x="518" y="2414"/>
                  </a:lnTo>
                  <a:lnTo>
                    <a:pt x="527" y="2370"/>
                  </a:lnTo>
                  <a:lnTo>
                    <a:pt x="553" y="2160"/>
                  </a:lnTo>
                  <a:lnTo>
                    <a:pt x="597" y="1958"/>
                  </a:lnTo>
                  <a:lnTo>
                    <a:pt x="659" y="1756"/>
                  </a:lnTo>
                  <a:lnTo>
                    <a:pt x="694" y="1659"/>
                  </a:lnTo>
                  <a:lnTo>
                    <a:pt x="738" y="1563"/>
                  </a:lnTo>
                  <a:lnTo>
                    <a:pt x="782" y="1475"/>
                  </a:lnTo>
                  <a:lnTo>
                    <a:pt x="834" y="1387"/>
                  </a:lnTo>
                  <a:lnTo>
                    <a:pt x="896" y="1300"/>
                  </a:lnTo>
                  <a:lnTo>
                    <a:pt x="957" y="1221"/>
                  </a:lnTo>
                  <a:lnTo>
                    <a:pt x="1027" y="1142"/>
                  </a:lnTo>
                  <a:lnTo>
                    <a:pt x="1097" y="1063"/>
                  </a:lnTo>
                  <a:lnTo>
                    <a:pt x="1176" y="993"/>
                  </a:lnTo>
                  <a:lnTo>
                    <a:pt x="1264" y="922"/>
                  </a:lnTo>
                  <a:lnTo>
                    <a:pt x="1405" y="826"/>
                  </a:lnTo>
                  <a:lnTo>
                    <a:pt x="1554" y="747"/>
                  </a:lnTo>
                  <a:lnTo>
                    <a:pt x="1712" y="677"/>
                  </a:lnTo>
                  <a:lnTo>
                    <a:pt x="1870" y="624"/>
                  </a:lnTo>
                  <a:lnTo>
                    <a:pt x="2036" y="580"/>
                  </a:lnTo>
                  <a:lnTo>
                    <a:pt x="2203" y="554"/>
                  </a:lnTo>
                  <a:lnTo>
                    <a:pt x="2370" y="536"/>
                  </a:lnTo>
                  <a:lnTo>
                    <a:pt x="2545" y="536"/>
                  </a:lnTo>
                  <a:lnTo>
                    <a:pt x="2703" y="545"/>
                  </a:lnTo>
                  <a:lnTo>
                    <a:pt x="2870" y="563"/>
                  </a:lnTo>
                  <a:lnTo>
                    <a:pt x="3028" y="598"/>
                  </a:lnTo>
                  <a:lnTo>
                    <a:pt x="3186" y="650"/>
                  </a:lnTo>
                  <a:lnTo>
                    <a:pt x="3344" y="703"/>
                  </a:lnTo>
                  <a:lnTo>
                    <a:pt x="3493" y="782"/>
                  </a:lnTo>
                  <a:lnTo>
                    <a:pt x="3633" y="861"/>
                  </a:lnTo>
                  <a:lnTo>
                    <a:pt x="3765" y="957"/>
                  </a:lnTo>
                  <a:lnTo>
                    <a:pt x="3853" y="1028"/>
                  </a:lnTo>
                  <a:lnTo>
                    <a:pt x="3932" y="1107"/>
                  </a:lnTo>
                  <a:lnTo>
                    <a:pt x="4011" y="1186"/>
                  </a:lnTo>
                  <a:lnTo>
                    <a:pt x="4072" y="1273"/>
                  </a:lnTo>
                  <a:lnTo>
                    <a:pt x="4134" y="1361"/>
                  </a:lnTo>
                  <a:lnTo>
                    <a:pt x="4195" y="1458"/>
                  </a:lnTo>
                  <a:lnTo>
                    <a:pt x="4239" y="1554"/>
                  </a:lnTo>
                  <a:lnTo>
                    <a:pt x="4292" y="1651"/>
                  </a:lnTo>
                  <a:lnTo>
                    <a:pt x="4327" y="1747"/>
                  </a:lnTo>
                  <a:lnTo>
                    <a:pt x="4362" y="1852"/>
                  </a:lnTo>
                  <a:lnTo>
                    <a:pt x="4388" y="1958"/>
                  </a:lnTo>
                  <a:lnTo>
                    <a:pt x="4414" y="2063"/>
                  </a:lnTo>
                  <a:lnTo>
                    <a:pt x="4450" y="2282"/>
                  </a:lnTo>
                  <a:lnTo>
                    <a:pt x="4458" y="2502"/>
                  </a:lnTo>
                  <a:lnTo>
                    <a:pt x="4458" y="6372"/>
                  </a:lnTo>
                  <a:lnTo>
                    <a:pt x="4467" y="6398"/>
                  </a:lnTo>
                  <a:lnTo>
                    <a:pt x="4493" y="6407"/>
                  </a:lnTo>
                  <a:lnTo>
                    <a:pt x="4590" y="6424"/>
                  </a:lnTo>
                  <a:lnTo>
                    <a:pt x="4704" y="6442"/>
                  </a:lnTo>
                  <a:lnTo>
                    <a:pt x="4774" y="6433"/>
                  </a:lnTo>
                  <a:lnTo>
                    <a:pt x="4844" y="6433"/>
                  </a:lnTo>
                  <a:lnTo>
                    <a:pt x="4967" y="6407"/>
                  </a:lnTo>
                  <a:lnTo>
                    <a:pt x="4985" y="6398"/>
                  </a:lnTo>
                  <a:lnTo>
                    <a:pt x="4994" y="6372"/>
                  </a:lnTo>
                  <a:lnTo>
                    <a:pt x="4994" y="2502"/>
                  </a:lnTo>
                  <a:lnTo>
                    <a:pt x="4985" y="2361"/>
                  </a:lnTo>
                  <a:lnTo>
                    <a:pt x="4976" y="2221"/>
                  </a:lnTo>
                  <a:lnTo>
                    <a:pt x="4959" y="2081"/>
                  </a:lnTo>
                  <a:lnTo>
                    <a:pt x="4932" y="1940"/>
                  </a:lnTo>
                  <a:lnTo>
                    <a:pt x="4906" y="1809"/>
                  </a:lnTo>
                  <a:lnTo>
                    <a:pt x="4871" y="1677"/>
                  </a:lnTo>
                  <a:lnTo>
                    <a:pt x="4827" y="1545"/>
                  </a:lnTo>
                  <a:lnTo>
                    <a:pt x="4774" y="1423"/>
                  </a:lnTo>
                  <a:lnTo>
                    <a:pt x="4713" y="1300"/>
                  </a:lnTo>
                  <a:lnTo>
                    <a:pt x="4651" y="1177"/>
                  </a:lnTo>
                  <a:lnTo>
                    <a:pt x="4581" y="1063"/>
                  </a:lnTo>
                  <a:lnTo>
                    <a:pt x="4502" y="949"/>
                  </a:lnTo>
                  <a:lnTo>
                    <a:pt x="4414" y="843"/>
                  </a:lnTo>
                  <a:lnTo>
                    <a:pt x="4327" y="738"/>
                  </a:lnTo>
                  <a:lnTo>
                    <a:pt x="4221" y="642"/>
                  </a:lnTo>
                  <a:lnTo>
                    <a:pt x="4116" y="545"/>
                  </a:lnTo>
                  <a:lnTo>
                    <a:pt x="3941" y="422"/>
                  </a:lnTo>
                  <a:lnTo>
                    <a:pt x="3765" y="317"/>
                  </a:lnTo>
                  <a:lnTo>
                    <a:pt x="3572" y="220"/>
                  </a:lnTo>
                  <a:lnTo>
                    <a:pt x="3379" y="150"/>
                  </a:lnTo>
                  <a:lnTo>
                    <a:pt x="3177" y="89"/>
                  </a:lnTo>
                  <a:lnTo>
                    <a:pt x="2975" y="45"/>
                  </a:lnTo>
                  <a:lnTo>
                    <a:pt x="2765" y="18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 flipH="1">
              <a:off x="2744928" y="829528"/>
              <a:ext cx="577859" cy="821906"/>
            </a:xfrm>
            <a:custGeom>
              <a:avLst/>
              <a:gdLst/>
              <a:ahLst/>
              <a:cxnLst/>
              <a:rect l="l" t="t" r="r" b="b"/>
              <a:pathLst>
                <a:path w="4511" h="6416" extrusionOk="0">
                  <a:moveTo>
                    <a:pt x="2115" y="1"/>
                  </a:moveTo>
                  <a:lnTo>
                    <a:pt x="1913" y="18"/>
                  </a:lnTo>
                  <a:lnTo>
                    <a:pt x="1720" y="45"/>
                  </a:lnTo>
                  <a:lnTo>
                    <a:pt x="1527" y="88"/>
                  </a:lnTo>
                  <a:lnTo>
                    <a:pt x="1334" y="141"/>
                  </a:lnTo>
                  <a:lnTo>
                    <a:pt x="1158" y="211"/>
                  </a:lnTo>
                  <a:lnTo>
                    <a:pt x="983" y="290"/>
                  </a:lnTo>
                  <a:lnTo>
                    <a:pt x="816" y="387"/>
                  </a:lnTo>
                  <a:lnTo>
                    <a:pt x="658" y="492"/>
                  </a:lnTo>
                  <a:lnTo>
                    <a:pt x="562" y="571"/>
                  </a:lnTo>
                  <a:lnTo>
                    <a:pt x="456" y="659"/>
                  </a:lnTo>
                  <a:lnTo>
                    <a:pt x="369" y="747"/>
                  </a:lnTo>
                  <a:lnTo>
                    <a:pt x="281" y="843"/>
                  </a:lnTo>
                  <a:lnTo>
                    <a:pt x="202" y="948"/>
                  </a:lnTo>
                  <a:lnTo>
                    <a:pt x="132" y="1054"/>
                  </a:lnTo>
                  <a:lnTo>
                    <a:pt x="62" y="1168"/>
                  </a:lnTo>
                  <a:lnTo>
                    <a:pt x="0" y="1282"/>
                  </a:lnTo>
                  <a:lnTo>
                    <a:pt x="105" y="1133"/>
                  </a:lnTo>
                  <a:lnTo>
                    <a:pt x="228" y="992"/>
                  </a:lnTo>
                  <a:lnTo>
                    <a:pt x="360" y="869"/>
                  </a:lnTo>
                  <a:lnTo>
                    <a:pt x="509" y="747"/>
                  </a:lnTo>
                  <a:lnTo>
                    <a:pt x="667" y="641"/>
                  </a:lnTo>
                  <a:lnTo>
                    <a:pt x="834" y="554"/>
                  </a:lnTo>
                  <a:lnTo>
                    <a:pt x="1009" y="466"/>
                  </a:lnTo>
                  <a:lnTo>
                    <a:pt x="1185" y="404"/>
                  </a:lnTo>
                  <a:lnTo>
                    <a:pt x="1378" y="343"/>
                  </a:lnTo>
                  <a:lnTo>
                    <a:pt x="1562" y="308"/>
                  </a:lnTo>
                  <a:lnTo>
                    <a:pt x="1764" y="273"/>
                  </a:lnTo>
                  <a:lnTo>
                    <a:pt x="1966" y="264"/>
                  </a:lnTo>
                  <a:lnTo>
                    <a:pt x="2176" y="282"/>
                  </a:lnTo>
                  <a:lnTo>
                    <a:pt x="2378" y="308"/>
                  </a:lnTo>
                  <a:lnTo>
                    <a:pt x="2580" y="352"/>
                  </a:lnTo>
                  <a:lnTo>
                    <a:pt x="2782" y="413"/>
                  </a:lnTo>
                  <a:lnTo>
                    <a:pt x="2966" y="492"/>
                  </a:lnTo>
                  <a:lnTo>
                    <a:pt x="3150" y="580"/>
                  </a:lnTo>
                  <a:lnTo>
                    <a:pt x="3317" y="685"/>
                  </a:lnTo>
                  <a:lnTo>
                    <a:pt x="3484" y="799"/>
                  </a:lnTo>
                  <a:lnTo>
                    <a:pt x="3589" y="887"/>
                  </a:lnTo>
                  <a:lnTo>
                    <a:pt x="3686" y="984"/>
                  </a:lnTo>
                  <a:lnTo>
                    <a:pt x="3773" y="1089"/>
                  </a:lnTo>
                  <a:lnTo>
                    <a:pt x="3861" y="1194"/>
                  </a:lnTo>
                  <a:lnTo>
                    <a:pt x="3940" y="1299"/>
                  </a:lnTo>
                  <a:lnTo>
                    <a:pt x="4010" y="1422"/>
                  </a:lnTo>
                  <a:lnTo>
                    <a:pt x="4081" y="1545"/>
                  </a:lnTo>
                  <a:lnTo>
                    <a:pt x="4142" y="1677"/>
                  </a:lnTo>
                  <a:lnTo>
                    <a:pt x="4186" y="1791"/>
                  </a:lnTo>
                  <a:lnTo>
                    <a:pt x="4230" y="1922"/>
                  </a:lnTo>
                  <a:lnTo>
                    <a:pt x="4265" y="2054"/>
                  </a:lnTo>
                  <a:lnTo>
                    <a:pt x="4300" y="2186"/>
                  </a:lnTo>
                  <a:lnTo>
                    <a:pt x="4317" y="2317"/>
                  </a:lnTo>
                  <a:lnTo>
                    <a:pt x="4335" y="2458"/>
                  </a:lnTo>
                  <a:lnTo>
                    <a:pt x="4353" y="2607"/>
                  </a:lnTo>
                  <a:lnTo>
                    <a:pt x="4353" y="2747"/>
                  </a:lnTo>
                  <a:lnTo>
                    <a:pt x="4353" y="6415"/>
                  </a:lnTo>
                  <a:lnTo>
                    <a:pt x="4484" y="6389"/>
                  </a:lnTo>
                  <a:lnTo>
                    <a:pt x="4502" y="6380"/>
                  </a:lnTo>
                  <a:lnTo>
                    <a:pt x="4511" y="6363"/>
                  </a:lnTo>
                  <a:lnTo>
                    <a:pt x="4511" y="2493"/>
                  </a:lnTo>
                  <a:lnTo>
                    <a:pt x="4502" y="2344"/>
                  </a:lnTo>
                  <a:lnTo>
                    <a:pt x="4493" y="2203"/>
                  </a:lnTo>
                  <a:lnTo>
                    <a:pt x="4475" y="2063"/>
                  </a:lnTo>
                  <a:lnTo>
                    <a:pt x="4449" y="1922"/>
                  </a:lnTo>
                  <a:lnTo>
                    <a:pt x="4414" y="1791"/>
                  </a:lnTo>
                  <a:lnTo>
                    <a:pt x="4379" y="1659"/>
                  </a:lnTo>
                  <a:lnTo>
                    <a:pt x="4335" y="1536"/>
                  </a:lnTo>
                  <a:lnTo>
                    <a:pt x="4291" y="1414"/>
                  </a:lnTo>
                  <a:lnTo>
                    <a:pt x="4230" y="1282"/>
                  </a:lnTo>
                  <a:lnTo>
                    <a:pt x="4168" y="1159"/>
                  </a:lnTo>
                  <a:lnTo>
                    <a:pt x="4089" y="1045"/>
                  </a:lnTo>
                  <a:lnTo>
                    <a:pt x="4010" y="931"/>
                  </a:lnTo>
                  <a:lnTo>
                    <a:pt x="3931" y="826"/>
                  </a:lnTo>
                  <a:lnTo>
                    <a:pt x="3835" y="729"/>
                  </a:lnTo>
                  <a:lnTo>
                    <a:pt x="3738" y="633"/>
                  </a:lnTo>
                  <a:lnTo>
                    <a:pt x="3633" y="545"/>
                  </a:lnTo>
                  <a:lnTo>
                    <a:pt x="3466" y="422"/>
                  </a:lnTo>
                  <a:lnTo>
                    <a:pt x="3300" y="325"/>
                  </a:lnTo>
                  <a:lnTo>
                    <a:pt x="3115" y="229"/>
                  </a:lnTo>
                  <a:lnTo>
                    <a:pt x="2931" y="159"/>
                  </a:lnTo>
                  <a:lnTo>
                    <a:pt x="2729" y="97"/>
                  </a:lnTo>
                  <a:lnTo>
                    <a:pt x="2527" y="53"/>
                  </a:lnTo>
                  <a:lnTo>
                    <a:pt x="2326" y="18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 flipH="1">
              <a:off x="2744928" y="829528"/>
              <a:ext cx="577859" cy="821906"/>
            </a:xfrm>
            <a:custGeom>
              <a:avLst/>
              <a:gdLst/>
              <a:ahLst/>
              <a:cxnLst/>
              <a:rect l="l" t="t" r="r" b="b"/>
              <a:pathLst>
                <a:path w="4511" h="6416" fill="none" extrusionOk="0">
                  <a:moveTo>
                    <a:pt x="2115" y="1"/>
                  </a:moveTo>
                  <a:lnTo>
                    <a:pt x="2115" y="1"/>
                  </a:lnTo>
                  <a:lnTo>
                    <a:pt x="1913" y="18"/>
                  </a:lnTo>
                  <a:lnTo>
                    <a:pt x="1720" y="45"/>
                  </a:lnTo>
                  <a:lnTo>
                    <a:pt x="1527" y="88"/>
                  </a:lnTo>
                  <a:lnTo>
                    <a:pt x="1334" y="141"/>
                  </a:lnTo>
                  <a:lnTo>
                    <a:pt x="1158" y="211"/>
                  </a:lnTo>
                  <a:lnTo>
                    <a:pt x="983" y="290"/>
                  </a:lnTo>
                  <a:lnTo>
                    <a:pt x="816" y="387"/>
                  </a:lnTo>
                  <a:lnTo>
                    <a:pt x="658" y="492"/>
                  </a:lnTo>
                  <a:lnTo>
                    <a:pt x="658" y="492"/>
                  </a:lnTo>
                  <a:lnTo>
                    <a:pt x="562" y="571"/>
                  </a:lnTo>
                  <a:lnTo>
                    <a:pt x="456" y="659"/>
                  </a:lnTo>
                  <a:lnTo>
                    <a:pt x="369" y="747"/>
                  </a:lnTo>
                  <a:lnTo>
                    <a:pt x="281" y="843"/>
                  </a:lnTo>
                  <a:lnTo>
                    <a:pt x="202" y="948"/>
                  </a:lnTo>
                  <a:lnTo>
                    <a:pt x="132" y="1054"/>
                  </a:lnTo>
                  <a:lnTo>
                    <a:pt x="62" y="1168"/>
                  </a:lnTo>
                  <a:lnTo>
                    <a:pt x="0" y="1282"/>
                  </a:lnTo>
                  <a:lnTo>
                    <a:pt x="0" y="1282"/>
                  </a:lnTo>
                  <a:lnTo>
                    <a:pt x="105" y="1133"/>
                  </a:lnTo>
                  <a:lnTo>
                    <a:pt x="228" y="992"/>
                  </a:lnTo>
                  <a:lnTo>
                    <a:pt x="360" y="869"/>
                  </a:lnTo>
                  <a:lnTo>
                    <a:pt x="509" y="747"/>
                  </a:lnTo>
                  <a:lnTo>
                    <a:pt x="509" y="747"/>
                  </a:lnTo>
                  <a:lnTo>
                    <a:pt x="667" y="641"/>
                  </a:lnTo>
                  <a:lnTo>
                    <a:pt x="834" y="554"/>
                  </a:lnTo>
                  <a:lnTo>
                    <a:pt x="1009" y="466"/>
                  </a:lnTo>
                  <a:lnTo>
                    <a:pt x="1185" y="404"/>
                  </a:lnTo>
                  <a:lnTo>
                    <a:pt x="1378" y="343"/>
                  </a:lnTo>
                  <a:lnTo>
                    <a:pt x="1562" y="308"/>
                  </a:lnTo>
                  <a:lnTo>
                    <a:pt x="1764" y="273"/>
                  </a:lnTo>
                  <a:lnTo>
                    <a:pt x="1966" y="264"/>
                  </a:lnTo>
                  <a:lnTo>
                    <a:pt x="1966" y="264"/>
                  </a:lnTo>
                  <a:lnTo>
                    <a:pt x="2176" y="282"/>
                  </a:lnTo>
                  <a:lnTo>
                    <a:pt x="2378" y="308"/>
                  </a:lnTo>
                  <a:lnTo>
                    <a:pt x="2580" y="352"/>
                  </a:lnTo>
                  <a:lnTo>
                    <a:pt x="2782" y="413"/>
                  </a:lnTo>
                  <a:lnTo>
                    <a:pt x="2966" y="492"/>
                  </a:lnTo>
                  <a:lnTo>
                    <a:pt x="3150" y="580"/>
                  </a:lnTo>
                  <a:lnTo>
                    <a:pt x="3317" y="685"/>
                  </a:lnTo>
                  <a:lnTo>
                    <a:pt x="3484" y="799"/>
                  </a:lnTo>
                  <a:lnTo>
                    <a:pt x="3484" y="799"/>
                  </a:lnTo>
                  <a:lnTo>
                    <a:pt x="3589" y="887"/>
                  </a:lnTo>
                  <a:lnTo>
                    <a:pt x="3686" y="984"/>
                  </a:lnTo>
                  <a:lnTo>
                    <a:pt x="3773" y="1089"/>
                  </a:lnTo>
                  <a:lnTo>
                    <a:pt x="3861" y="1194"/>
                  </a:lnTo>
                  <a:lnTo>
                    <a:pt x="3940" y="1299"/>
                  </a:lnTo>
                  <a:lnTo>
                    <a:pt x="4010" y="1422"/>
                  </a:lnTo>
                  <a:lnTo>
                    <a:pt x="4081" y="1545"/>
                  </a:lnTo>
                  <a:lnTo>
                    <a:pt x="4142" y="1677"/>
                  </a:lnTo>
                  <a:lnTo>
                    <a:pt x="4142" y="1677"/>
                  </a:lnTo>
                  <a:lnTo>
                    <a:pt x="4186" y="1791"/>
                  </a:lnTo>
                  <a:lnTo>
                    <a:pt x="4230" y="1922"/>
                  </a:lnTo>
                  <a:lnTo>
                    <a:pt x="4265" y="2054"/>
                  </a:lnTo>
                  <a:lnTo>
                    <a:pt x="4300" y="2186"/>
                  </a:lnTo>
                  <a:lnTo>
                    <a:pt x="4317" y="2317"/>
                  </a:lnTo>
                  <a:lnTo>
                    <a:pt x="4335" y="2458"/>
                  </a:lnTo>
                  <a:lnTo>
                    <a:pt x="4353" y="2607"/>
                  </a:lnTo>
                  <a:lnTo>
                    <a:pt x="4353" y="2747"/>
                  </a:lnTo>
                  <a:lnTo>
                    <a:pt x="4353" y="6415"/>
                  </a:lnTo>
                  <a:lnTo>
                    <a:pt x="4353" y="6415"/>
                  </a:lnTo>
                  <a:lnTo>
                    <a:pt x="4484" y="6389"/>
                  </a:lnTo>
                  <a:lnTo>
                    <a:pt x="4484" y="6389"/>
                  </a:lnTo>
                  <a:lnTo>
                    <a:pt x="4502" y="6380"/>
                  </a:lnTo>
                  <a:lnTo>
                    <a:pt x="4511" y="6363"/>
                  </a:lnTo>
                  <a:lnTo>
                    <a:pt x="4511" y="2493"/>
                  </a:lnTo>
                  <a:lnTo>
                    <a:pt x="4511" y="2493"/>
                  </a:lnTo>
                  <a:lnTo>
                    <a:pt x="4502" y="2344"/>
                  </a:lnTo>
                  <a:lnTo>
                    <a:pt x="4493" y="2203"/>
                  </a:lnTo>
                  <a:lnTo>
                    <a:pt x="4475" y="2063"/>
                  </a:lnTo>
                  <a:lnTo>
                    <a:pt x="4449" y="1922"/>
                  </a:lnTo>
                  <a:lnTo>
                    <a:pt x="4414" y="1791"/>
                  </a:lnTo>
                  <a:lnTo>
                    <a:pt x="4379" y="1659"/>
                  </a:lnTo>
                  <a:lnTo>
                    <a:pt x="4335" y="1536"/>
                  </a:lnTo>
                  <a:lnTo>
                    <a:pt x="4291" y="1414"/>
                  </a:lnTo>
                  <a:lnTo>
                    <a:pt x="4291" y="1414"/>
                  </a:lnTo>
                  <a:lnTo>
                    <a:pt x="4230" y="1282"/>
                  </a:lnTo>
                  <a:lnTo>
                    <a:pt x="4168" y="1159"/>
                  </a:lnTo>
                  <a:lnTo>
                    <a:pt x="4089" y="1045"/>
                  </a:lnTo>
                  <a:lnTo>
                    <a:pt x="4010" y="931"/>
                  </a:lnTo>
                  <a:lnTo>
                    <a:pt x="3931" y="826"/>
                  </a:lnTo>
                  <a:lnTo>
                    <a:pt x="3835" y="729"/>
                  </a:lnTo>
                  <a:lnTo>
                    <a:pt x="3738" y="633"/>
                  </a:lnTo>
                  <a:lnTo>
                    <a:pt x="3633" y="545"/>
                  </a:lnTo>
                  <a:lnTo>
                    <a:pt x="3633" y="545"/>
                  </a:lnTo>
                  <a:lnTo>
                    <a:pt x="3466" y="422"/>
                  </a:lnTo>
                  <a:lnTo>
                    <a:pt x="3300" y="325"/>
                  </a:lnTo>
                  <a:lnTo>
                    <a:pt x="3115" y="229"/>
                  </a:lnTo>
                  <a:lnTo>
                    <a:pt x="2931" y="159"/>
                  </a:lnTo>
                  <a:lnTo>
                    <a:pt x="2729" y="97"/>
                  </a:lnTo>
                  <a:lnTo>
                    <a:pt x="2527" y="53"/>
                  </a:lnTo>
                  <a:lnTo>
                    <a:pt x="2326" y="18"/>
                  </a:lnTo>
                  <a:lnTo>
                    <a:pt x="21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 flipH="1">
              <a:off x="3222613" y="919455"/>
              <a:ext cx="137323" cy="215981"/>
            </a:xfrm>
            <a:custGeom>
              <a:avLst/>
              <a:gdLst/>
              <a:ahLst/>
              <a:cxnLst/>
              <a:rect l="l" t="t" r="r" b="b"/>
              <a:pathLst>
                <a:path w="1072" h="1686" extrusionOk="0">
                  <a:moveTo>
                    <a:pt x="1071" y="1"/>
                  </a:moveTo>
                  <a:lnTo>
                    <a:pt x="957" y="62"/>
                  </a:lnTo>
                  <a:lnTo>
                    <a:pt x="852" y="132"/>
                  </a:lnTo>
                  <a:lnTo>
                    <a:pt x="746" y="203"/>
                  </a:lnTo>
                  <a:lnTo>
                    <a:pt x="650" y="290"/>
                  </a:lnTo>
                  <a:lnTo>
                    <a:pt x="553" y="378"/>
                  </a:lnTo>
                  <a:lnTo>
                    <a:pt x="466" y="475"/>
                  </a:lnTo>
                  <a:lnTo>
                    <a:pt x="387" y="571"/>
                  </a:lnTo>
                  <a:lnTo>
                    <a:pt x="308" y="676"/>
                  </a:lnTo>
                  <a:lnTo>
                    <a:pt x="246" y="790"/>
                  </a:lnTo>
                  <a:lnTo>
                    <a:pt x="185" y="905"/>
                  </a:lnTo>
                  <a:lnTo>
                    <a:pt x="132" y="1027"/>
                  </a:lnTo>
                  <a:lnTo>
                    <a:pt x="88" y="1150"/>
                  </a:lnTo>
                  <a:lnTo>
                    <a:pt x="53" y="1273"/>
                  </a:lnTo>
                  <a:lnTo>
                    <a:pt x="27" y="1396"/>
                  </a:lnTo>
                  <a:lnTo>
                    <a:pt x="9" y="1528"/>
                  </a:lnTo>
                  <a:lnTo>
                    <a:pt x="1" y="1659"/>
                  </a:lnTo>
                  <a:lnTo>
                    <a:pt x="71" y="1668"/>
                  </a:lnTo>
                  <a:lnTo>
                    <a:pt x="158" y="1686"/>
                  </a:lnTo>
                  <a:lnTo>
                    <a:pt x="237" y="1686"/>
                  </a:lnTo>
                  <a:lnTo>
                    <a:pt x="281" y="1677"/>
                  </a:lnTo>
                  <a:lnTo>
                    <a:pt x="308" y="1668"/>
                  </a:lnTo>
                  <a:lnTo>
                    <a:pt x="316" y="1554"/>
                  </a:lnTo>
                  <a:lnTo>
                    <a:pt x="325" y="1431"/>
                  </a:lnTo>
                  <a:lnTo>
                    <a:pt x="343" y="1317"/>
                  </a:lnTo>
                  <a:lnTo>
                    <a:pt x="369" y="1203"/>
                  </a:lnTo>
                  <a:lnTo>
                    <a:pt x="404" y="1089"/>
                  </a:lnTo>
                  <a:lnTo>
                    <a:pt x="439" y="975"/>
                  </a:lnTo>
                  <a:lnTo>
                    <a:pt x="474" y="861"/>
                  </a:lnTo>
                  <a:lnTo>
                    <a:pt x="527" y="755"/>
                  </a:lnTo>
                  <a:lnTo>
                    <a:pt x="571" y="650"/>
                  </a:lnTo>
                  <a:lnTo>
                    <a:pt x="632" y="545"/>
                  </a:lnTo>
                  <a:lnTo>
                    <a:pt x="694" y="448"/>
                  </a:lnTo>
                  <a:lnTo>
                    <a:pt x="764" y="352"/>
                  </a:lnTo>
                  <a:lnTo>
                    <a:pt x="834" y="255"/>
                  </a:lnTo>
                  <a:lnTo>
                    <a:pt x="913" y="167"/>
                  </a:lnTo>
                  <a:lnTo>
                    <a:pt x="992" y="80"/>
                  </a:lnTo>
                  <a:lnTo>
                    <a:pt x="1071" y="1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 flipH="1">
              <a:off x="3311515" y="1026292"/>
              <a:ext cx="86596" cy="86725"/>
            </a:xfrm>
            <a:custGeom>
              <a:avLst/>
              <a:gdLst/>
              <a:ahLst/>
              <a:cxnLst/>
              <a:rect l="l" t="t" r="r" b="b"/>
              <a:pathLst>
                <a:path w="676" h="677" extrusionOk="0">
                  <a:moveTo>
                    <a:pt x="334" y="0"/>
                  </a:moveTo>
                  <a:lnTo>
                    <a:pt x="334" y="106"/>
                  </a:lnTo>
                  <a:lnTo>
                    <a:pt x="316" y="176"/>
                  </a:lnTo>
                  <a:lnTo>
                    <a:pt x="299" y="237"/>
                  </a:lnTo>
                  <a:lnTo>
                    <a:pt x="272" y="272"/>
                  </a:lnTo>
                  <a:lnTo>
                    <a:pt x="237" y="307"/>
                  </a:lnTo>
                  <a:lnTo>
                    <a:pt x="176" y="325"/>
                  </a:lnTo>
                  <a:lnTo>
                    <a:pt x="105" y="334"/>
                  </a:lnTo>
                  <a:lnTo>
                    <a:pt x="0" y="343"/>
                  </a:lnTo>
                  <a:lnTo>
                    <a:pt x="105" y="343"/>
                  </a:lnTo>
                  <a:lnTo>
                    <a:pt x="176" y="360"/>
                  </a:lnTo>
                  <a:lnTo>
                    <a:pt x="237" y="378"/>
                  </a:lnTo>
                  <a:lnTo>
                    <a:pt x="272" y="404"/>
                  </a:lnTo>
                  <a:lnTo>
                    <a:pt x="299" y="439"/>
                  </a:lnTo>
                  <a:lnTo>
                    <a:pt x="316" y="501"/>
                  </a:lnTo>
                  <a:lnTo>
                    <a:pt x="334" y="571"/>
                  </a:lnTo>
                  <a:lnTo>
                    <a:pt x="334" y="676"/>
                  </a:lnTo>
                  <a:lnTo>
                    <a:pt x="342" y="571"/>
                  </a:lnTo>
                  <a:lnTo>
                    <a:pt x="360" y="501"/>
                  </a:lnTo>
                  <a:lnTo>
                    <a:pt x="377" y="439"/>
                  </a:lnTo>
                  <a:lnTo>
                    <a:pt x="404" y="404"/>
                  </a:lnTo>
                  <a:lnTo>
                    <a:pt x="439" y="378"/>
                  </a:lnTo>
                  <a:lnTo>
                    <a:pt x="500" y="360"/>
                  </a:lnTo>
                  <a:lnTo>
                    <a:pt x="571" y="343"/>
                  </a:lnTo>
                  <a:lnTo>
                    <a:pt x="676" y="343"/>
                  </a:lnTo>
                  <a:lnTo>
                    <a:pt x="571" y="334"/>
                  </a:lnTo>
                  <a:lnTo>
                    <a:pt x="500" y="325"/>
                  </a:lnTo>
                  <a:lnTo>
                    <a:pt x="439" y="307"/>
                  </a:lnTo>
                  <a:lnTo>
                    <a:pt x="404" y="272"/>
                  </a:lnTo>
                  <a:lnTo>
                    <a:pt x="377" y="237"/>
                  </a:lnTo>
                  <a:lnTo>
                    <a:pt x="360" y="176"/>
                  </a:lnTo>
                  <a:lnTo>
                    <a:pt x="342" y="106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 flipH="1">
              <a:off x="2722504" y="1249958"/>
              <a:ext cx="95563" cy="95693"/>
            </a:xfrm>
            <a:custGeom>
              <a:avLst/>
              <a:gdLst/>
              <a:ahLst/>
              <a:cxnLst/>
              <a:rect l="l" t="t" r="r" b="b"/>
              <a:pathLst>
                <a:path w="746" h="747" extrusionOk="0">
                  <a:moveTo>
                    <a:pt x="377" y="1"/>
                  </a:moveTo>
                  <a:lnTo>
                    <a:pt x="369" y="106"/>
                  </a:lnTo>
                  <a:lnTo>
                    <a:pt x="351" y="194"/>
                  </a:lnTo>
                  <a:lnTo>
                    <a:pt x="334" y="255"/>
                  </a:lnTo>
                  <a:lnTo>
                    <a:pt x="307" y="308"/>
                  </a:lnTo>
                  <a:lnTo>
                    <a:pt x="263" y="334"/>
                  </a:lnTo>
                  <a:lnTo>
                    <a:pt x="193" y="352"/>
                  </a:lnTo>
                  <a:lnTo>
                    <a:pt x="114" y="360"/>
                  </a:lnTo>
                  <a:lnTo>
                    <a:pt x="0" y="369"/>
                  </a:lnTo>
                  <a:lnTo>
                    <a:pt x="114" y="378"/>
                  </a:lnTo>
                  <a:lnTo>
                    <a:pt x="193" y="395"/>
                  </a:lnTo>
                  <a:lnTo>
                    <a:pt x="263" y="413"/>
                  </a:lnTo>
                  <a:lnTo>
                    <a:pt x="307" y="439"/>
                  </a:lnTo>
                  <a:lnTo>
                    <a:pt x="334" y="492"/>
                  </a:lnTo>
                  <a:lnTo>
                    <a:pt x="351" y="553"/>
                  </a:lnTo>
                  <a:lnTo>
                    <a:pt x="369" y="641"/>
                  </a:lnTo>
                  <a:lnTo>
                    <a:pt x="377" y="746"/>
                  </a:lnTo>
                  <a:lnTo>
                    <a:pt x="386" y="641"/>
                  </a:lnTo>
                  <a:lnTo>
                    <a:pt x="395" y="553"/>
                  </a:lnTo>
                  <a:lnTo>
                    <a:pt x="413" y="492"/>
                  </a:lnTo>
                  <a:lnTo>
                    <a:pt x="448" y="439"/>
                  </a:lnTo>
                  <a:lnTo>
                    <a:pt x="492" y="413"/>
                  </a:lnTo>
                  <a:lnTo>
                    <a:pt x="553" y="395"/>
                  </a:lnTo>
                  <a:lnTo>
                    <a:pt x="641" y="378"/>
                  </a:lnTo>
                  <a:lnTo>
                    <a:pt x="746" y="369"/>
                  </a:lnTo>
                  <a:lnTo>
                    <a:pt x="641" y="360"/>
                  </a:lnTo>
                  <a:lnTo>
                    <a:pt x="553" y="352"/>
                  </a:lnTo>
                  <a:lnTo>
                    <a:pt x="492" y="334"/>
                  </a:lnTo>
                  <a:lnTo>
                    <a:pt x="448" y="308"/>
                  </a:lnTo>
                  <a:lnTo>
                    <a:pt x="413" y="255"/>
                  </a:lnTo>
                  <a:lnTo>
                    <a:pt x="395" y="194"/>
                  </a:lnTo>
                  <a:lnTo>
                    <a:pt x="386" y="106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 flipH="1">
              <a:off x="2780917" y="1135307"/>
              <a:ext cx="22546" cy="512666"/>
            </a:xfrm>
            <a:custGeom>
              <a:avLst/>
              <a:gdLst/>
              <a:ahLst/>
              <a:cxnLst/>
              <a:rect l="l" t="t" r="r" b="b"/>
              <a:pathLst>
                <a:path w="176" h="4002" extrusionOk="0">
                  <a:moveTo>
                    <a:pt x="0" y="1"/>
                  </a:moveTo>
                  <a:lnTo>
                    <a:pt x="0" y="3958"/>
                  </a:lnTo>
                  <a:lnTo>
                    <a:pt x="176" y="4002"/>
                  </a:lnTo>
                  <a:lnTo>
                    <a:pt x="176" y="711"/>
                  </a:lnTo>
                  <a:lnTo>
                    <a:pt x="167" y="624"/>
                  </a:lnTo>
                  <a:lnTo>
                    <a:pt x="158" y="527"/>
                  </a:lnTo>
                  <a:lnTo>
                    <a:pt x="149" y="439"/>
                  </a:lnTo>
                  <a:lnTo>
                    <a:pt x="132" y="343"/>
                  </a:lnTo>
                  <a:lnTo>
                    <a:pt x="105" y="255"/>
                  </a:lnTo>
                  <a:lnTo>
                    <a:pt x="70" y="167"/>
                  </a:lnTo>
                  <a:lnTo>
                    <a:pt x="35" y="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 flipH="1">
              <a:off x="2247003" y="2702375"/>
              <a:ext cx="1093846" cy="2721538"/>
            </a:xfrm>
            <a:custGeom>
              <a:avLst/>
              <a:gdLst/>
              <a:ahLst/>
              <a:cxnLst/>
              <a:rect l="l" t="t" r="r" b="b"/>
              <a:pathLst>
                <a:path w="8539" h="21245" extrusionOk="0">
                  <a:moveTo>
                    <a:pt x="1378" y="0"/>
                  </a:moveTo>
                  <a:lnTo>
                    <a:pt x="9" y="20104"/>
                  </a:lnTo>
                  <a:lnTo>
                    <a:pt x="1" y="20174"/>
                  </a:lnTo>
                  <a:lnTo>
                    <a:pt x="1" y="20244"/>
                  </a:lnTo>
                  <a:lnTo>
                    <a:pt x="9" y="20314"/>
                  </a:lnTo>
                  <a:lnTo>
                    <a:pt x="36" y="20385"/>
                  </a:lnTo>
                  <a:lnTo>
                    <a:pt x="80" y="20446"/>
                  </a:lnTo>
                  <a:lnTo>
                    <a:pt x="124" y="20499"/>
                  </a:lnTo>
                  <a:lnTo>
                    <a:pt x="185" y="20543"/>
                  </a:lnTo>
                  <a:lnTo>
                    <a:pt x="255" y="20569"/>
                  </a:lnTo>
                  <a:lnTo>
                    <a:pt x="615" y="20692"/>
                  </a:lnTo>
                  <a:lnTo>
                    <a:pt x="1019" y="20806"/>
                  </a:lnTo>
                  <a:lnTo>
                    <a:pt x="1449" y="20920"/>
                  </a:lnTo>
                  <a:lnTo>
                    <a:pt x="1914" y="21016"/>
                  </a:lnTo>
                  <a:lnTo>
                    <a:pt x="2159" y="21060"/>
                  </a:lnTo>
                  <a:lnTo>
                    <a:pt x="2414" y="21104"/>
                  </a:lnTo>
                  <a:lnTo>
                    <a:pt x="2677" y="21139"/>
                  </a:lnTo>
                  <a:lnTo>
                    <a:pt x="2940" y="21174"/>
                  </a:lnTo>
                  <a:lnTo>
                    <a:pt x="3221" y="21201"/>
                  </a:lnTo>
                  <a:lnTo>
                    <a:pt x="3502" y="21218"/>
                  </a:lnTo>
                  <a:lnTo>
                    <a:pt x="3792" y="21236"/>
                  </a:lnTo>
                  <a:lnTo>
                    <a:pt x="4081" y="21245"/>
                  </a:lnTo>
                  <a:lnTo>
                    <a:pt x="4415" y="21245"/>
                  </a:lnTo>
                  <a:lnTo>
                    <a:pt x="4739" y="21236"/>
                  </a:lnTo>
                  <a:lnTo>
                    <a:pt x="5046" y="21218"/>
                  </a:lnTo>
                  <a:lnTo>
                    <a:pt x="5354" y="21201"/>
                  </a:lnTo>
                  <a:lnTo>
                    <a:pt x="5652" y="21166"/>
                  </a:lnTo>
                  <a:lnTo>
                    <a:pt x="5941" y="21131"/>
                  </a:lnTo>
                  <a:lnTo>
                    <a:pt x="6213" y="21087"/>
                  </a:lnTo>
                  <a:lnTo>
                    <a:pt x="6485" y="21043"/>
                  </a:lnTo>
                  <a:lnTo>
                    <a:pt x="6749" y="20990"/>
                  </a:lnTo>
                  <a:lnTo>
                    <a:pt x="6994" y="20938"/>
                  </a:lnTo>
                  <a:lnTo>
                    <a:pt x="7468" y="20823"/>
                  </a:lnTo>
                  <a:lnTo>
                    <a:pt x="7898" y="20701"/>
                  </a:lnTo>
                  <a:lnTo>
                    <a:pt x="8284" y="20569"/>
                  </a:lnTo>
                  <a:lnTo>
                    <a:pt x="8355" y="20543"/>
                  </a:lnTo>
                  <a:lnTo>
                    <a:pt x="8416" y="20499"/>
                  </a:lnTo>
                  <a:lnTo>
                    <a:pt x="8460" y="20446"/>
                  </a:lnTo>
                  <a:lnTo>
                    <a:pt x="8504" y="20385"/>
                  </a:lnTo>
                  <a:lnTo>
                    <a:pt x="8530" y="20314"/>
                  </a:lnTo>
                  <a:lnTo>
                    <a:pt x="8539" y="20244"/>
                  </a:lnTo>
                  <a:lnTo>
                    <a:pt x="8539" y="20174"/>
                  </a:lnTo>
                  <a:lnTo>
                    <a:pt x="8530" y="20104"/>
                  </a:lnTo>
                  <a:lnTo>
                    <a:pt x="71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 flipH="1">
              <a:off x="2247003" y="2702375"/>
              <a:ext cx="1093846" cy="2721538"/>
            </a:xfrm>
            <a:custGeom>
              <a:avLst/>
              <a:gdLst/>
              <a:ahLst/>
              <a:cxnLst/>
              <a:rect l="l" t="t" r="r" b="b"/>
              <a:pathLst>
                <a:path w="8539" h="21245" fill="none" extrusionOk="0">
                  <a:moveTo>
                    <a:pt x="8530" y="20104"/>
                  </a:moveTo>
                  <a:lnTo>
                    <a:pt x="8530" y="20104"/>
                  </a:lnTo>
                  <a:lnTo>
                    <a:pt x="8539" y="20174"/>
                  </a:lnTo>
                  <a:lnTo>
                    <a:pt x="8539" y="20244"/>
                  </a:lnTo>
                  <a:lnTo>
                    <a:pt x="8530" y="20314"/>
                  </a:lnTo>
                  <a:lnTo>
                    <a:pt x="8504" y="20385"/>
                  </a:lnTo>
                  <a:lnTo>
                    <a:pt x="8460" y="20446"/>
                  </a:lnTo>
                  <a:lnTo>
                    <a:pt x="8416" y="20499"/>
                  </a:lnTo>
                  <a:lnTo>
                    <a:pt x="8355" y="20543"/>
                  </a:lnTo>
                  <a:lnTo>
                    <a:pt x="8284" y="20569"/>
                  </a:lnTo>
                  <a:lnTo>
                    <a:pt x="8284" y="20569"/>
                  </a:lnTo>
                  <a:lnTo>
                    <a:pt x="7898" y="20701"/>
                  </a:lnTo>
                  <a:lnTo>
                    <a:pt x="7468" y="20823"/>
                  </a:lnTo>
                  <a:lnTo>
                    <a:pt x="6994" y="20938"/>
                  </a:lnTo>
                  <a:lnTo>
                    <a:pt x="6749" y="20990"/>
                  </a:lnTo>
                  <a:lnTo>
                    <a:pt x="6485" y="21043"/>
                  </a:lnTo>
                  <a:lnTo>
                    <a:pt x="6213" y="21087"/>
                  </a:lnTo>
                  <a:lnTo>
                    <a:pt x="5941" y="21131"/>
                  </a:lnTo>
                  <a:lnTo>
                    <a:pt x="5652" y="21166"/>
                  </a:lnTo>
                  <a:lnTo>
                    <a:pt x="5354" y="21201"/>
                  </a:lnTo>
                  <a:lnTo>
                    <a:pt x="5046" y="21218"/>
                  </a:lnTo>
                  <a:lnTo>
                    <a:pt x="4739" y="21236"/>
                  </a:lnTo>
                  <a:lnTo>
                    <a:pt x="4415" y="21245"/>
                  </a:lnTo>
                  <a:lnTo>
                    <a:pt x="4081" y="21245"/>
                  </a:lnTo>
                  <a:lnTo>
                    <a:pt x="4081" y="21245"/>
                  </a:lnTo>
                  <a:lnTo>
                    <a:pt x="3792" y="21236"/>
                  </a:lnTo>
                  <a:lnTo>
                    <a:pt x="3502" y="21218"/>
                  </a:lnTo>
                  <a:lnTo>
                    <a:pt x="3221" y="21201"/>
                  </a:lnTo>
                  <a:lnTo>
                    <a:pt x="2940" y="21174"/>
                  </a:lnTo>
                  <a:lnTo>
                    <a:pt x="2677" y="21139"/>
                  </a:lnTo>
                  <a:lnTo>
                    <a:pt x="2414" y="21104"/>
                  </a:lnTo>
                  <a:lnTo>
                    <a:pt x="2159" y="21060"/>
                  </a:lnTo>
                  <a:lnTo>
                    <a:pt x="1914" y="21016"/>
                  </a:lnTo>
                  <a:lnTo>
                    <a:pt x="1449" y="20920"/>
                  </a:lnTo>
                  <a:lnTo>
                    <a:pt x="1019" y="20806"/>
                  </a:lnTo>
                  <a:lnTo>
                    <a:pt x="615" y="20692"/>
                  </a:lnTo>
                  <a:lnTo>
                    <a:pt x="255" y="20569"/>
                  </a:lnTo>
                  <a:lnTo>
                    <a:pt x="255" y="20569"/>
                  </a:lnTo>
                  <a:lnTo>
                    <a:pt x="185" y="20543"/>
                  </a:lnTo>
                  <a:lnTo>
                    <a:pt x="124" y="20499"/>
                  </a:lnTo>
                  <a:lnTo>
                    <a:pt x="80" y="20446"/>
                  </a:lnTo>
                  <a:lnTo>
                    <a:pt x="36" y="20385"/>
                  </a:lnTo>
                  <a:lnTo>
                    <a:pt x="9" y="20314"/>
                  </a:lnTo>
                  <a:lnTo>
                    <a:pt x="1" y="20244"/>
                  </a:lnTo>
                  <a:lnTo>
                    <a:pt x="1" y="20174"/>
                  </a:lnTo>
                  <a:lnTo>
                    <a:pt x="9" y="20104"/>
                  </a:lnTo>
                  <a:lnTo>
                    <a:pt x="1378" y="0"/>
                  </a:lnTo>
                  <a:lnTo>
                    <a:pt x="7161" y="0"/>
                  </a:lnTo>
                  <a:lnTo>
                    <a:pt x="8530" y="2010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 flipH="1">
              <a:off x="2269419" y="2860837"/>
              <a:ext cx="884787" cy="2529384"/>
            </a:xfrm>
            <a:custGeom>
              <a:avLst/>
              <a:gdLst/>
              <a:ahLst/>
              <a:cxnLst/>
              <a:rect l="l" t="t" r="r" b="b"/>
              <a:pathLst>
                <a:path w="6907" h="19745" extrusionOk="0">
                  <a:moveTo>
                    <a:pt x="27" y="0"/>
                  </a:moveTo>
                  <a:lnTo>
                    <a:pt x="0" y="395"/>
                  </a:lnTo>
                  <a:lnTo>
                    <a:pt x="229" y="527"/>
                  </a:lnTo>
                  <a:lnTo>
                    <a:pt x="474" y="658"/>
                  </a:lnTo>
                  <a:lnTo>
                    <a:pt x="720" y="773"/>
                  </a:lnTo>
                  <a:lnTo>
                    <a:pt x="966" y="878"/>
                  </a:lnTo>
                  <a:lnTo>
                    <a:pt x="1220" y="974"/>
                  </a:lnTo>
                  <a:lnTo>
                    <a:pt x="1475" y="1062"/>
                  </a:lnTo>
                  <a:lnTo>
                    <a:pt x="1738" y="1141"/>
                  </a:lnTo>
                  <a:lnTo>
                    <a:pt x="2001" y="1211"/>
                  </a:lnTo>
                  <a:lnTo>
                    <a:pt x="2273" y="1282"/>
                  </a:lnTo>
                  <a:lnTo>
                    <a:pt x="2545" y="1334"/>
                  </a:lnTo>
                  <a:lnTo>
                    <a:pt x="2817" y="1378"/>
                  </a:lnTo>
                  <a:lnTo>
                    <a:pt x="3098" y="1422"/>
                  </a:lnTo>
                  <a:lnTo>
                    <a:pt x="3379" y="1448"/>
                  </a:lnTo>
                  <a:lnTo>
                    <a:pt x="3660" y="1475"/>
                  </a:lnTo>
                  <a:lnTo>
                    <a:pt x="3940" y="1492"/>
                  </a:lnTo>
                  <a:lnTo>
                    <a:pt x="4230" y="1510"/>
                  </a:lnTo>
                  <a:lnTo>
                    <a:pt x="4230" y="19744"/>
                  </a:lnTo>
                  <a:lnTo>
                    <a:pt x="4546" y="19701"/>
                  </a:lnTo>
                  <a:lnTo>
                    <a:pt x="4871" y="19648"/>
                  </a:lnTo>
                  <a:lnTo>
                    <a:pt x="5195" y="19586"/>
                  </a:lnTo>
                  <a:lnTo>
                    <a:pt x="5511" y="19525"/>
                  </a:lnTo>
                  <a:lnTo>
                    <a:pt x="5827" y="19446"/>
                  </a:lnTo>
                  <a:lnTo>
                    <a:pt x="6143" y="19358"/>
                  </a:lnTo>
                  <a:lnTo>
                    <a:pt x="6459" y="19262"/>
                  </a:lnTo>
                  <a:lnTo>
                    <a:pt x="6775" y="19165"/>
                  </a:lnTo>
                  <a:lnTo>
                    <a:pt x="6810" y="19148"/>
                  </a:lnTo>
                  <a:lnTo>
                    <a:pt x="6836" y="19121"/>
                  </a:lnTo>
                  <a:lnTo>
                    <a:pt x="6862" y="19095"/>
                  </a:lnTo>
                  <a:lnTo>
                    <a:pt x="6880" y="19069"/>
                  </a:lnTo>
                  <a:lnTo>
                    <a:pt x="6898" y="19034"/>
                  </a:lnTo>
                  <a:lnTo>
                    <a:pt x="6906" y="18990"/>
                  </a:lnTo>
                  <a:lnTo>
                    <a:pt x="6906" y="18955"/>
                  </a:lnTo>
                  <a:lnTo>
                    <a:pt x="6898" y="18920"/>
                  </a:lnTo>
                  <a:lnTo>
                    <a:pt x="6889" y="18893"/>
                  </a:lnTo>
                  <a:lnTo>
                    <a:pt x="5704" y="1475"/>
                  </a:lnTo>
                  <a:lnTo>
                    <a:pt x="5599" y="0"/>
                  </a:lnTo>
                  <a:lnTo>
                    <a:pt x="5274" y="79"/>
                  </a:lnTo>
                  <a:lnTo>
                    <a:pt x="4941" y="150"/>
                  </a:lnTo>
                  <a:lnTo>
                    <a:pt x="4599" y="211"/>
                  </a:lnTo>
                  <a:lnTo>
                    <a:pt x="4248" y="255"/>
                  </a:lnTo>
                  <a:lnTo>
                    <a:pt x="3897" y="299"/>
                  </a:lnTo>
                  <a:lnTo>
                    <a:pt x="3537" y="325"/>
                  </a:lnTo>
                  <a:lnTo>
                    <a:pt x="3177" y="343"/>
                  </a:lnTo>
                  <a:lnTo>
                    <a:pt x="2449" y="343"/>
                  </a:lnTo>
                  <a:lnTo>
                    <a:pt x="2089" y="325"/>
                  </a:lnTo>
                  <a:lnTo>
                    <a:pt x="1729" y="299"/>
                  </a:lnTo>
                  <a:lnTo>
                    <a:pt x="1378" y="255"/>
                  </a:lnTo>
                  <a:lnTo>
                    <a:pt x="1027" y="211"/>
                  </a:lnTo>
                  <a:lnTo>
                    <a:pt x="685" y="150"/>
                  </a:lnTo>
                  <a:lnTo>
                    <a:pt x="351" y="79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 flipH="1">
              <a:off x="2269419" y="2860837"/>
              <a:ext cx="884787" cy="2529384"/>
            </a:xfrm>
            <a:custGeom>
              <a:avLst/>
              <a:gdLst/>
              <a:ahLst/>
              <a:cxnLst/>
              <a:rect l="l" t="t" r="r" b="b"/>
              <a:pathLst>
                <a:path w="6907" h="19745" fill="none" extrusionOk="0">
                  <a:moveTo>
                    <a:pt x="5599" y="0"/>
                  </a:moveTo>
                  <a:lnTo>
                    <a:pt x="5599" y="0"/>
                  </a:lnTo>
                  <a:lnTo>
                    <a:pt x="5274" y="79"/>
                  </a:lnTo>
                  <a:lnTo>
                    <a:pt x="4941" y="150"/>
                  </a:lnTo>
                  <a:lnTo>
                    <a:pt x="4599" y="211"/>
                  </a:lnTo>
                  <a:lnTo>
                    <a:pt x="4248" y="255"/>
                  </a:lnTo>
                  <a:lnTo>
                    <a:pt x="3897" y="299"/>
                  </a:lnTo>
                  <a:lnTo>
                    <a:pt x="3537" y="325"/>
                  </a:lnTo>
                  <a:lnTo>
                    <a:pt x="3177" y="343"/>
                  </a:lnTo>
                  <a:lnTo>
                    <a:pt x="2817" y="343"/>
                  </a:lnTo>
                  <a:lnTo>
                    <a:pt x="2817" y="343"/>
                  </a:lnTo>
                  <a:lnTo>
                    <a:pt x="2449" y="343"/>
                  </a:lnTo>
                  <a:lnTo>
                    <a:pt x="2089" y="325"/>
                  </a:lnTo>
                  <a:lnTo>
                    <a:pt x="1729" y="299"/>
                  </a:lnTo>
                  <a:lnTo>
                    <a:pt x="1378" y="255"/>
                  </a:lnTo>
                  <a:lnTo>
                    <a:pt x="1027" y="211"/>
                  </a:lnTo>
                  <a:lnTo>
                    <a:pt x="685" y="150"/>
                  </a:lnTo>
                  <a:lnTo>
                    <a:pt x="351" y="79"/>
                  </a:lnTo>
                  <a:lnTo>
                    <a:pt x="27" y="0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229" y="527"/>
                  </a:lnTo>
                  <a:lnTo>
                    <a:pt x="474" y="658"/>
                  </a:lnTo>
                  <a:lnTo>
                    <a:pt x="720" y="773"/>
                  </a:lnTo>
                  <a:lnTo>
                    <a:pt x="966" y="878"/>
                  </a:lnTo>
                  <a:lnTo>
                    <a:pt x="1220" y="974"/>
                  </a:lnTo>
                  <a:lnTo>
                    <a:pt x="1475" y="1062"/>
                  </a:lnTo>
                  <a:lnTo>
                    <a:pt x="1738" y="1141"/>
                  </a:lnTo>
                  <a:lnTo>
                    <a:pt x="2001" y="1211"/>
                  </a:lnTo>
                  <a:lnTo>
                    <a:pt x="2273" y="1282"/>
                  </a:lnTo>
                  <a:lnTo>
                    <a:pt x="2545" y="1334"/>
                  </a:lnTo>
                  <a:lnTo>
                    <a:pt x="2817" y="1378"/>
                  </a:lnTo>
                  <a:lnTo>
                    <a:pt x="3098" y="1422"/>
                  </a:lnTo>
                  <a:lnTo>
                    <a:pt x="3379" y="1448"/>
                  </a:lnTo>
                  <a:lnTo>
                    <a:pt x="3660" y="1475"/>
                  </a:lnTo>
                  <a:lnTo>
                    <a:pt x="3940" y="1492"/>
                  </a:lnTo>
                  <a:lnTo>
                    <a:pt x="4230" y="1510"/>
                  </a:lnTo>
                  <a:lnTo>
                    <a:pt x="4230" y="19744"/>
                  </a:lnTo>
                  <a:lnTo>
                    <a:pt x="4230" y="19744"/>
                  </a:lnTo>
                  <a:lnTo>
                    <a:pt x="4546" y="19701"/>
                  </a:lnTo>
                  <a:lnTo>
                    <a:pt x="4871" y="19648"/>
                  </a:lnTo>
                  <a:lnTo>
                    <a:pt x="5195" y="19586"/>
                  </a:lnTo>
                  <a:lnTo>
                    <a:pt x="5511" y="19525"/>
                  </a:lnTo>
                  <a:lnTo>
                    <a:pt x="5827" y="19446"/>
                  </a:lnTo>
                  <a:lnTo>
                    <a:pt x="6143" y="19358"/>
                  </a:lnTo>
                  <a:lnTo>
                    <a:pt x="6459" y="19262"/>
                  </a:lnTo>
                  <a:lnTo>
                    <a:pt x="6775" y="19165"/>
                  </a:lnTo>
                  <a:lnTo>
                    <a:pt x="6775" y="19165"/>
                  </a:lnTo>
                  <a:lnTo>
                    <a:pt x="6810" y="19148"/>
                  </a:lnTo>
                  <a:lnTo>
                    <a:pt x="6836" y="19121"/>
                  </a:lnTo>
                  <a:lnTo>
                    <a:pt x="6862" y="19095"/>
                  </a:lnTo>
                  <a:lnTo>
                    <a:pt x="6880" y="19069"/>
                  </a:lnTo>
                  <a:lnTo>
                    <a:pt x="6898" y="19034"/>
                  </a:lnTo>
                  <a:lnTo>
                    <a:pt x="6906" y="18990"/>
                  </a:lnTo>
                  <a:lnTo>
                    <a:pt x="6906" y="18955"/>
                  </a:lnTo>
                  <a:lnTo>
                    <a:pt x="6898" y="18920"/>
                  </a:lnTo>
                  <a:lnTo>
                    <a:pt x="6889" y="18893"/>
                  </a:lnTo>
                  <a:lnTo>
                    <a:pt x="5704" y="1475"/>
                  </a:lnTo>
                  <a:lnTo>
                    <a:pt x="55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 flipH="1">
              <a:off x="1782775" y="2222378"/>
              <a:ext cx="2022315" cy="682402"/>
            </a:xfrm>
            <a:custGeom>
              <a:avLst/>
              <a:gdLst/>
              <a:ahLst/>
              <a:cxnLst/>
              <a:rect l="l" t="t" r="r" b="b"/>
              <a:pathLst>
                <a:path w="15787" h="5327" extrusionOk="0">
                  <a:moveTo>
                    <a:pt x="1" y="0"/>
                  </a:moveTo>
                  <a:lnTo>
                    <a:pt x="9" y="272"/>
                  </a:lnTo>
                  <a:lnTo>
                    <a:pt x="44" y="544"/>
                  </a:lnTo>
                  <a:lnTo>
                    <a:pt x="88" y="816"/>
                  </a:lnTo>
                  <a:lnTo>
                    <a:pt x="159" y="1071"/>
                  </a:lnTo>
                  <a:lnTo>
                    <a:pt x="246" y="1334"/>
                  </a:lnTo>
                  <a:lnTo>
                    <a:pt x="352" y="1588"/>
                  </a:lnTo>
                  <a:lnTo>
                    <a:pt x="483" y="1834"/>
                  </a:lnTo>
                  <a:lnTo>
                    <a:pt x="624" y="2071"/>
                  </a:lnTo>
                  <a:lnTo>
                    <a:pt x="782" y="2308"/>
                  </a:lnTo>
                  <a:lnTo>
                    <a:pt x="957" y="2545"/>
                  </a:lnTo>
                  <a:lnTo>
                    <a:pt x="1141" y="2764"/>
                  </a:lnTo>
                  <a:lnTo>
                    <a:pt x="1352" y="2984"/>
                  </a:lnTo>
                  <a:lnTo>
                    <a:pt x="1571" y="3185"/>
                  </a:lnTo>
                  <a:lnTo>
                    <a:pt x="1799" y="3387"/>
                  </a:lnTo>
                  <a:lnTo>
                    <a:pt x="2054" y="3580"/>
                  </a:lnTo>
                  <a:lnTo>
                    <a:pt x="2308" y="3765"/>
                  </a:lnTo>
                  <a:lnTo>
                    <a:pt x="2589" y="3949"/>
                  </a:lnTo>
                  <a:lnTo>
                    <a:pt x="2870" y="4116"/>
                  </a:lnTo>
                  <a:lnTo>
                    <a:pt x="3168" y="4274"/>
                  </a:lnTo>
                  <a:lnTo>
                    <a:pt x="3484" y="4423"/>
                  </a:lnTo>
                  <a:lnTo>
                    <a:pt x="3800" y="4554"/>
                  </a:lnTo>
                  <a:lnTo>
                    <a:pt x="4134" y="4686"/>
                  </a:lnTo>
                  <a:lnTo>
                    <a:pt x="4476" y="4800"/>
                  </a:lnTo>
                  <a:lnTo>
                    <a:pt x="4818" y="4914"/>
                  </a:lnTo>
                  <a:lnTo>
                    <a:pt x="5178" y="5011"/>
                  </a:lnTo>
                  <a:lnTo>
                    <a:pt x="5546" y="5090"/>
                  </a:lnTo>
                  <a:lnTo>
                    <a:pt x="5924" y="5160"/>
                  </a:lnTo>
                  <a:lnTo>
                    <a:pt x="6301" y="5221"/>
                  </a:lnTo>
                  <a:lnTo>
                    <a:pt x="6696" y="5265"/>
                  </a:lnTo>
                  <a:lnTo>
                    <a:pt x="7091" y="5300"/>
                  </a:lnTo>
                  <a:lnTo>
                    <a:pt x="7486" y="5327"/>
                  </a:lnTo>
                  <a:lnTo>
                    <a:pt x="8302" y="5327"/>
                  </a:lnTo>
                  <a:lnTo>
                    <a:pt x="8697" y="5300"/>
                  </a:lnTo>
                  <a:lnTo>
                    <a:pt x="9092" y="5265"/>
                  </a:lnTo>
                  <a:lnTo>
                    <a:pt x="9486" y="5221"/>
                  </a:lnTo>
                  <a:lnTo>
                    <a:pt x="9864" y="5160"/>
                  </a:lnTo>
                  <a:lnTo>
                    <a:pt x="10241" y="5090"/>
                  </a:lnTo>
                  <a:lnTo>
                    <a:pt x="10610" y="5011"/>
                  </a:lnTo>
                  <a:lnTo>
                    <a:pt x="10969" y="4914"/>
                  </a:lnTo>
                  <a:lnTo>
                    <a:pt x="11312" y="4800"/>
                  </a:lnTo>
                  <a:lnTo>
                    <a:pt x="11654" y="4686"/>
                  </a:lnTo>
                  <a:lnTo>
                    <a:pt x="11987" y="4554"/>
                  </a:lnTo>
                  <a:lnTo>
                    <a:pt x="12303" y="4423"/>
                  </a:lnTo>
                  <a:lnTo>
                    <a:pt x="12619" y="4274"/>
                  </a:lnTo>
                  <a:lnTo>
                    <a:pt x="12918" y="4116"/>
                  </a:lnTo>
                  <a:lnTo>
                    <a:pt x="13198" y="3949"/>
                  </a:lnTo>
                  <a:lnTo>
                    <a:pt x="13479" y="3765"/>
                  </a:lnTo>
                  <a:lnTo>
                    <a:pt x="13734" y="3580"/>
                  </a:lnTo>
                  <a:lnTo>
                    <a:pt x="13988" y="3387"/>
                  </a:lnTo>
                  <a:lnTo>
                    <a:pt x="14216" y="3185"/>
                  </a:lnTo>
                  <a:lnTo>
                    <a:pt x="14436" y="2984"/>
                  </a:lnTo>
                  <a:lnTo>
                    <a:pt x="14646" y="2764"/>
                  </a:lnTo>
                  <a:lnTo>
                    <a:pt x="14831" y="2545"/>
                  </a:lnTo>
                  <a:lnTo>
                    <a:pt x="15006" y="2308"/>
                  </a:lnTo>
                  <a:lnTo>
                    <a:pt x="15164" y="2071"/>
                  </a:lnTo>
                  <a:lnTo>
                    <a:pt x="15304" y="1834"/>
                  </a:lnTo>
                  <a:lnTo>
                    <a:pt x="15436" y="1588"/>
                  </a:lnTo>
                  <a:lnTo>
                    <a:pt x="15541" y="1334"/>
                  </a:lnTo>
                  <a:lnTo>
                    <a:pt x="15629" y="1071"/>
                  </a:lnTo>
                  <a:lnTo>
                    <a:pt x="15699" y="816"/>
                  </a:lnTo>
                  <a:lnTo>
                    <a:pt x="15743" y="544"/>
                  </a:lnTo>
                  <a:lnTo>
                    <a:pt x="15778" y="272"/>
                  </a:lnTo>
                  <a:lnTo>
                    <a:pt x="157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 flipH="1">
              <a:off x="1782775" y="2222378"/>
              <a:ext cx="2022315" cy="682402"/>
            </a:xfrm>
            <a:custGeom>
              <a:avLst/>
              <a:gdLst/>
              <a:ahLst/>
              <a:cxnLst/>
              <a:rect l="l" t="t" r="r" b="b"/>
              <a:pathLst>
                <a:path w="15787" h="532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9" y="272"/>
                  </a:lnTo>
                  <a:lnTo>
                    <a:pt x="44" y="544"/>
                  </a:lnTo>
                  <a:lnTo>
                    <a:pt x="88" y="816"/>
                  </a:lnTo>
                  <a:lnTo>
                    <a:pt x="159" y="1071"/>
                  </a:lnTo>
                  <a:lnTo>
                    <a:pt x="246" y="1334"/>
                  </a:lnTo>
                  <a:lnTo>
                    <a:pt x="352" y="1588"/>
                  </a:lnTo>
                  <a:lnTo>
                    <a:pt x="483" y="1834"/>
                  </a:lnTo>
                  <a:lnTo>
                    <a:pt x="624" y="2071"/>
                  </a:lnTo>
                  <a:lnTo>
                    <a:pt x="782" y="2308"/>
                  </a:lnTo>
                  <a:lnTo>
                    <a:pt x="957" y="2545"/>
                  </a:lnTo>
                  <a:lnTo>
                    <a:pt x="1141" y="2764"/>
                  </a:lnTo>
                  <a:lnTo>
                    <a:pt x="1352" y="2984"/>
                  </a:lnTo>
                  <a:lnTo>
                    <a:pt x="1571" y="3185"/>
                  </a:lnTo>
                  <a:lnTo>
                    <a:pt x="1799" y="3387"/>
                  </a:lnTo>
                  <a:lnTo>
                    <a:pt x="2054" y="3580"/>
                  </a:lnTo>
                  <a:lnTo>
                    <a:pt x="2308" y="3765"/>
                  </a:lnTo>
                  <a:lnTo>
                    <a:pt x="2589" y="3949"/>
                  </a:lnTo>
                  <a:lnTo>
                    <a:pt x="2870" y="4116"/>
                  </a:lnTo>
                  <a:lnTo>
                    <a:pt x="3168" y="4274"/>
                  </a:lnTo>
                  <a:lnTo>
                    <a:pt x="3484" y="4423"/>
                  </a:lnTo>
                  <a:lnTo>
                    <a:pt x="3800" y="4554"/>
                  </a:lnTo>
                  <a:lnTo>
                    <a:pt x="4134" y="4686"/>
                  </a:lnTo>
                  <a:lnTo>
                    <a:pt x="4476" y="4800"/>
                  </a:lnTo>
                  <a:lnTo>
                    <a:pt x="4818" y="4914"/>
                  </a:lnTo>
                  <a:lnTo>
                    <a:pt x="5178" y="5011"/>
                  </a:lnTo>
                  <a:lnTo>
                    <a:pt x="5546" y="5090"/>
                  </a:lnTo>
                  <a:lnTo>
                    <a:pt x="5924" y="5160"/>
                  </a:lnTo>
                  <a:lnTo>
                    <a:pt x="6301" y="5221"/>
                  </a:lnTo>
                  <a:lnTo>
                    <a:pt x="6696" y="5265"/>
                  </a:lnTo>
                  <a:lnTo>
                    <a:pt x="7091" y="5300"/>
                  </a:lnTo>
                  <a:lnTo>
                    <a:pt x="7486" y="5327"/>
                  </a:lnTo>
                  <a:lnTo>
                    <a:pt x="7898" y="5327"/>
                  </a:lnTo>
                  <a:lnTo>
                    <a:pt x="7898" y="5327"/>
                  </a:lnTo>
                  <a:lnTo>
                    <a:pt x="8302" y="5327"/>
                  </a:lnTo>
                  <a:lnTo>
                    <a:pt x="8697" y="5300"/>
                  </a:lnTo>
                  <a:lnTo>
                    <a:pt x="9092" y="5265"/>
                  </a:lnTo>
                  <a:lnTo>
                    <a:pt x="9486" y="5221"/>
                  </a:lnTo>
                  <a:lnTo>
                    <a:pt x="9864" y="5160"/>
                  </a:lnTo>
                  <a:lnTo>
                    <a:pt x="10241" y="5090"/>
                  </a:lnTo>
                  <a:lnTo>
                    <a:pt x="10610" y="5011"/>
                  </a:lnTo>
                  <a:lnTo>
                    <a:pt x="10969" y="4914"/>
                  </a:lnTo>
                  <a:lnTo>
                    <a:pt x="11312" y="4800"/>
                  </a:lnTo>
                  <a:lnTo>
                    <a:pt x="11654" y="4686"/>
                  </a:lnTo>
                  <a:lnTo>
                    <a:pt x="11987" y="4554"/>
                  </a:lnTo>
                  <a:lnTo>
                    <a:pt x="12303" y="4423"/>
                  </a:lnTo>
                  <a:lnTo>
                    <a:pt x="12619" y="4274"/>
                  </a:lnTo>
                  <a:lnTo>
                    <a:pt x="12918" y="4116"/>
                  </a:lnTo>
                  <a:lnTo>
                    <a:pt x="13198" y="3949"/>
                  </a:lnTo>
                  <a:lnTo>
                    <a:pt x="13479" y="3765"/>
                  </a:lnTo>
                  <a:lnTo>
                    <a:pt x="13734" y="3580"/>
                  </a:lnTo>
                  <a:lnTo>
                    <a:pt x="13988" y="3387"/>
                  </a:lnTo>
                  <a:lnTo>
                    <a:pt x="14216" y="3185"/>
                  </a:lnTo>
                  <a:lnTo>
                    <a:pt x="14436" y="2984"/>
                  </a:lnTo>
                  <a:lnTo>
                    <a:pt x="14646" y="2764"/>
                  </a:lnTo>
                  <a:lnTo>
                    <a:pt x="14831" y="2545"/>
                  </a:lnTo>
                  <a:lnTo>
                    <a:pt x="15006" y="2308"/>
                  </a:lnTo>
                  <a:lnTo>
                    <a:pt x="15164" y="2071"/>
                  </a:lnTo>
                  <a:lnTo>
                    <a:pt x="15304" y="1834"/>
                  </a:lnTo>
                  <a:lnTo>
                    <a:pt x="15436" y="1588"/>
                  </a:lnTo>
                  <a:lnTo>
                    <a:pt x="15541" y="1334"/>
                  </a:lnTo>
                  <a:lnTo>
                    <a:pt x="15629" y="1071"/>
                  </a:lnTo>
                  <a:lnTo>
                    <a:pt x="15699" y="816"/>
                  </a:lnTo>
                  <a:lnTo>
                    <a:pt x="15743" y="544"/>
                  </a:lnTo>
                  <a:lnTo>
                    <a:pt x="15778" y="272"/>
                  </a:lnTo>
                  <a:lnTo>
                    <a:pt x="15787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 flipH="1">
              <a:off x="1809672" y="2274003"/>
              <a:ext cx="1714362" cy="608359"/>
            </a:xfrm>
            <a:custGeom>
              <a:avLst/>
              <a:gdLst/>
              <a:ahLst/>
              <a:cxnLst/>
              <a:rect l="l" t="t" r="r" b="b"/>
              <a:pathLst>
                <a:path w="13383" h="4749" extrusionOk="0">
                  <a:moveTo>
                    <a:pt x="13382" y="1"/>
                  </a:moveTo>
                  <a:lnTo>
                    <a:pt x="13339" y="10"/>
                  </a:lnTo>
                  <a:lnTo>
                    <a:pt x="12794" y="246"/>
                  </a:lnTo>
                  <a:lnTo>
                    <a:pt x="12364" y="440"/>
                  </a:lnTo>
                  <a:lnTo>
                    <a:pt x="11917" y="641"/>
                  </a:lnTo>
                  <a:lnTo>
                    <a:pt x="11698" y="729"/>
                  </a:lnTo>
                  <a:lnTo>
                    <a:pt x="11469" y="817"/>
                  </a:lnTo>
                  <a:lnTo>
                    <a:pt x="11241" y="896"/>
                  </a:lnTo>
                  <a:lnTo>
                    <a:pt x="11004" y="957"/>
                  </a:lnTo>
                  <a:lnTo>
                    <a:pt x="10952" y="1115"/>
                  </a:lnTo>
                  <a:lnTo>
                    <a:pt x="10899" y="1273"/>
                  </a:lnTo>
                  <a:lnTo>
                    <a:pt x="10794" y="1571"/>
                  </a:lnTo>
                  <a:lnTo>
                    <a:pt x="10671" y="1835"/>
                  </a:lnTo>
                  <a:lnTo>
                    <a:pt x="10548" y="2072"/>
                  </a:lnTo>
                  <a:lnTo>
                    <a:pt x="10416" y="2282"/>
                  </a:lnTo>
                  <a:lnTo>
                    <a:pt x="10294" y="2475"/>
                  </a:lnTo>
                  <a:lnTo>
                    <a:pt x="10171" y="2633"/>
                  </a:lnTo>
                  <a:lnTo>
                    <a:pt x="10057" y="2765"/>
                  </a:lnTo>
                  <a:lnTo>
                    <a:pt x="9951" y="2888"/>
                  </a:lnTo>
                  <a:lnTo>
                    <a:pt x="9837" y="3011"/>
                  </a:lnTo>
                  <a:lnTo>
                    <a:pt x="9714" y="3125"/>
                  </a:lnTo>
                  <a:lnTo>
                    <a:pt x="9600" y="3230"/>
                  </a:lnTo>
                  <a:lnTo>
                    <a:pt x="9477" y="3327"/>
                  </a:lnTo>
                  <a:lnTo>
                    <a:pt x="9346" y="3423"/>
                  </a:lnTo>
                  <a:lnTo>
                    <a:pt x="9223" y="3520"/>
                  </a:lnTo>
                  <a:lnTo>
                    <a:pt x="9091" y="3599"/>
                  </a:lnTo>
                  <a:lnTo>
                    <a:pt x="8951" y="3686"/>
                  </a:lnTo>
                  <a:lnTo>
                    <a:pt x="8819" y="3756"/>
                  </a:lnTo>
                  <a:lnTo>
                    <a:pt x="8539" y="3897"/>
                  </a:lnTo>
                  <a:lnTo>
                    <a:pt x="8249" y="4020"/>
                  </a:lnTo>
                  <a:lnTo>
                    <a:pt x="7959" y="4125"/>
                  </a:lnTo>
                  <a:lnTo>
                    <a:pt x="7661" y="4213"/>
                  </a:lnTo>
                  <a:lnTo>
                    <a:pt x="7363" y="4292"/>
                  </a:lnTo>
                  <a:lnTo>
                    <a:pt x="7056" y="4344"/>
                  </a:lnTo>
                  <a:lnTo>
                    <a:pt x="6748" y="4397"/>
                  </a:lnTo>
                  <a:lnTo>
                    <a:pt x="6450" y="4432"/>
                  </a:lnTo>
                  <a:lnTo>
                    <a:pt x="6143" y="4459"/>
                  </a:lnTo>
                  <a:lnTo>
                    <a:pt x="5845" y="4467"/>
                  </a:lnTo>
                  <a:lnTo>
                    <a:pt x="5546" y="4476"/>
                  </a:lnTo>
                  <a:lnTo>
                    <a:pt x="5230" y="4467"/>
                  </a:lnTo>
                  <a:lnTo>
                    <a:pt x="4914" y="4459"/>
                  </a:lnTo>
                  <a:lnTo>
                    <a:pt x="4616" y="4432"/>
                  </a:lnTo>
                  <a:lnTo>
                    <a:pt x="4326" y="4406"/>
                  </a:lnTo>
                  <a:lnTo>
                    <a:pt x="4046" y="4371"/>
                  </a:lnTo>
                  <a:lnTo>
                    <a:pt x="3782" y="4336"/>
                  </a:lnTo>
                  <a:lnTo>
                    <a:pt x="3291" y="4257"/>
                  </a:lnTo>
                  <a:lnTo>
                    <a:pt x="2870" y="4169"/>
                  </a:lnTo>
                  <a:lnTo>
                    <a:pt x="2536" y="4090"/>
                  </a:lnTo>
                  <a:lnTo>
                    <a:pt x="2291" y="4029"/>
                  </a:lnTo>
                  <a:lnTo>
                    <a:pt x="2150" y="3985"/>
                  </a:lnTo>
                  <a:lnTo>
                    <a:pt x="1808" y="3879"/>
                  </a:lnTo>
                  <a:lnTo>
                    <a:pt x="1483" y="3765"/>
                  </a:lnTo>
                  <a:lnTo>
                    <a:pt x="1185" y="3642"/>
                  </a:lnTo>
                  <a:lnTo>
                    <a:pt x="904" y="3520"/>
                  </a:lnTo>
                  <a:lnTo>
                    <a:pt x="641" y="3397"/>
                  </a:lnTo>
                  <a:lnTo>
                    <a:pt x="404" y="3283"/>
                  </a:lnTo>
                  <a:lnTo>
                    <a:pt x="193" y="3169"/>
                  </a:lnTo>
                  <a:lnTo>
                    <a:pt x="0" y="3054"/>
                  </a:lnTo>
                  <a:lnTo>
                    <a:pt x="272" y="3248"/>
                  </a:lnTo>
                  <a:lnTo>
                    <a:pt x="553" y="3423"/>
                  </a:lnTo>
                  <a:lnTo>
                    <a:pt x="852" y="3599"/>
                  </a:lnTo>
                  <a:lnTo>
                    <a:pt x="1167" y="3756"/>
                  </a:lnTo>
                  <a:lnTo>
                    <a:pt x="1492" y="3906"/>
                  </a:lnTo>
                  <a:lnTo>
                    <a:pt x="1826" y="4046"/>
                  </a:lnTo>
                  <a:lnTo>
                    <a:pt x="2177" y="4178"/>
                  </a:lnTo>
                  <a:lnTo>
                    <a:pt x="2528" y="4292"/>
                  </a:lnTo>
                  <a:lnTo>
                    <a:pt x="2896" y="4397"/>
                  </a:lnTo>
                  <a:lnTo>
                    <a:pt x="3273" y="4485"/>
                  </a:lnTo>
                  <a:lnTo>
                    <a:pt x="3660" y="4564"/>
                  </a:lnTo>
                  <a:lnTo>
                    <a:pt x="4054" y="4625"/>
                  </a:lnTo>
                  <a:lnTo>
                    <a:pt x="4458" y="4678"/>
                  </a:lnTo>
                  <a:lnTo>
                    <a:pt x="4862" y="4713"/>
                  </a:lnTo>
                  <a:lnTo>
                    <a:pt x="5283" y="4739"/>
                  </a:lnTo>
                  <a:lnTo>
                    <a:pt x="5704" y="4748"/>
                  </a:lnTo>
                  <a:lnTo>
                    <a:pt x="6082" y="4739"/>
                  </a:lnTo>
                  <a:lnTo>
                    <a:pt x="6450" y="4722"/>
                  </a:lnTo>
                  <a:lnTo>
                    <a:pt x="6819" y="4695"/>
                  </a:lnTo>
                  <a:lnTo>
                    <a:pt x="7178" y="4652"/>
                  </a:lnTo>
                  <a:lnTo>
                    <a:pt x="7538" y="4599"/>
                  </a:lnTo>
                  <a:lnTo>
                    <a:pt x="7889" y="4537"/>
                  </a:lnTo>
                  <a:lnTo>
                    <a:pt x="8231" y="4459"/>
                  </a:lnTo>
                  <a:lnTo>
                    <a:pt x="8565" y="4380"/>
                  </a:lnTo>
                  <a:lnTo>
                    <a:pt x="8898" y="4283"/>
                  </a:lnTo>
                  <a:lnTo>
                    <a:pt x="9214" y="4178"/>
                  </a:lnTo>
                  <a:lnTo>
                    <a:pt x="9530" y="4064"/>
                  </a:lnTo>
                  <a:lnTo>
                    <a:pt x="9828" y="3941"/>
                  </a:lnTo>
                  <a:lnTo>
                    <a:pt x="10127" y="3809"/>
                  </a:lnTo>
                  <a:lnTo>
                    <a:pt x="10408" y="3669"/>
                  </a:lnTo>
                  <a:lnTo>
                    <a:pt x="10680" y="3520"/>
                  </a:lnTo>
                  <a:lnTo>
                    <a:pt x="10943" y="3370"/>
                  </a:lnTo>
                  <a:lnTo>
                    <a:pt x="11197" y="3204"/>
                  </a:lnTo>
                  <a:lnTo>
                    <a:pt x="11443" y="3028"/>
                  </a:lnTo>
                  <a:lnTo>
                    <a:pt x="11671" y="2853"/>
                  </a:lnTo>
                  <a:lnTo>
                    <a:pt x="11891" y="2668"/>
                  </a:lnTo>
                  <a:lnTo>
                    <a:pt x="12092" y="2475"/>
                  </a:lnTo>
                  <a:lnTo>
                    <a:pt x="12285" y="2274"/>
                  </a:lnTo>
                  <a:lnTo>
                    <a:pt x="12461" y="2072"/>
                  </a:lnTo>
                  <a:lnTo>
                    <a:pt x="12628" y="1861"/>
                  </a:lnTo>
                  <a:lnTo>
                    <a:pt x="12777" y="1642"/>
                  </a:lnTo>
                  <a:lnTo>
                    <a:pt x="12909" y="1422"/>
                  </a:lnTo>
                  <a:lnTo>
                    <a:pt x="13031" y="1194"/>
                  </a:lnTo>
                  <a:lnTo>
                    <a:pt x="13137" y="966"/>
                  </a:lnTo>
                  <a:lnTo>
                    <a:pt x="13224" y="729"/>
                  </a:lnTo>
                  <a:lnTo>
                    <a:pt x="13295" y="492"/>
                  </a:lnTo>
                  <a:lnTo>
                    <a:pt x="13347" y="246"/>
                  </a:lnTo>
                  <a:lnTo>
                    <a:pt x="13382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 flipH="1">
              <a:off x="1809672" y="2274003"/>
              <a:ext cx="1714362" cy="608359"/>
            </a:xfrm>
            <a:custGeom>
              <a:avLst/>
              <a:gdLst/>
              <a:ahLst/>
              <a:cxnLst/>
              <a:rect l="l" t="t" r="r" b="b"/>
              <a:pathLst>
                <a:path w="13383" h="4749" fill="none" extrusionOk="0">
                  <a:moveTo>
                    <a:pt x="13382" y="1"/>
                  </a:moveTo>
                  <a:lnTo>
                    <a:pt x="13382" y="1"/>
                  </a:lnTo>
                  <a:lnTo>
                    <a:pt x="13339" y="10"/>
                  </a:lnTo>
                  <a:lnTo>
                    <a:pt x="13339" y="10"/>
                  </a:lnTo>
                  <a:lnTo>
                    <a:pt x="12794" y="246"/>
                  </a:lnTo>
                  <a:lnTo>
                    <a:pt x="12794" y="246"/>
                  </a:lnTo>
                  <a:lnTo>
                    <a:pt x="12364" y="440"/>
                  </a:lnTo>
                  <a:lnTo>
                    <a:pt x="11917" y="641"/>
                  </a:lnTo>
                  <a:lnTo>
                    <a:pt x="11698" y="729"/>
                  </a:lnTo>
                  <a:lnTo>
                    <a:pt x="11469" y="817"/>
                  </a:lnTo>
                  <a:lnTo>
                    <a:pt x="11241" y="896"/>
                  </a:lnTo>
                  <a:lnTo>
                    <a:pt x="11004" y="957"/>
                  </a:lnTo>
                  <a:lnTo>
                    <a:pt x="11004" y="957"/>
                  </a:lnTo>
                  <a:lnTo>
                    <a:pt x="10952" y="1115"/>
                  </a:lnTo>
                  <a:lnTo>
                    <a:pt x="10899" y="1273"/>
                  </a:lnTo>
                  <a:lnTo>
                    <a:pt x="10794" y="1571"/>
                  </a:lnTo>
                  <a:lnTo>
                    <a:pt x="10671" y="1835"/>
                  </a:lnTo>
                  <a:lnTo>
                    <a:pt x="10548" y="2072"/>
                  </a:lnTo>
                  <a:lnTo>
                    <a:pt x="10416" y="2282"/>
                  </a:lnTo>
                  <a:lnTo>
                    <a:pt x="10294" y="2475"/>
                  </a:lnTo>
                  <a:lnTo>
                    <a:pt x="10171" y="2633"/>
                  </a:lnTo>
                  <a:lnTo>
                    <a:pt x="10057" y="2765"/>
                  </a:lnTo>
                  <a:lnTo>
                    <a:pt x="10057" y="2765"/>
                  </a:lnTo>
                  <a:lnTo>
                    <a:pt x="9951" y="2888"/>
                  </a:lnTo>
                  <a:lnTo>
                    <a:pt x="9837" y="3011"/>
                  </a:lnTo>
                  <a:lnTo>
                    <a:pt x="9714" y="3125"/>
                  </a:lnTo>
                  <a:lnTo>
                    <a:pt x="9600" y="3230"/>
                  </a:lnTo>
                  <a:lnTo>
                    <a:pt x="9477" y="3327"/>
                  </a:lnTo>
                  <a:lnTo>
                    <a:pt x="9346" y="3423"/>
                  </a:lnTo>
                  <a:lnTo>
                    <a:pt x="9223" y="3520"/>
                  </a:lnTo>
                  <a:lnTo>
                    <a:pt x="9091" y="3599"/>
                  </a:lnTo>
                  <a:lnTo>
                    <a:pt x="8951" y="3686"/>
                  </a:lnTo>
                  <a:lnTo>
                    <a:pt x="8819" y="3756"/>
                  </a:lnTo>
                  <a:lnTo>
                    <a:pt x="8539" y="3897"/>
                  </a:lnTo>
                  <a:lnTo>
                    <a:pt x="8249" y="4020"/>
                  </a:lnTo>
                  <a:lnTo>
                    <a:pt x="7959" y="4125"/>
                  </a:lnTo>
                  <a:lnTo>
                    <a:pt x="7661" y="4213"/>
                  </a:lnTo>
                  <a:lnTo>
                    <a:pt x="7363" y="4292"/>
                  </a:lnTo>
                  <a:lnTo>
                    <a:pt x="7056" y="4344"/>
                  </a:lnTo>
                  <a:lnTo>
                    <a:pt x="6748" y="4397"/>
                  </a:lnTo>
                  <a:lnTo>
                    <a:pt x="6450" y="4432"/>
                  </a:lnTo>
                  <a:lnTo>
                    <a:pt x="6143" y="4459"/>
                  </a:lnTo>
                  <a:lnTo>
                    <a:pt x="5845" y="4467"/>
                  </a:lnTo>
                  <a:lnTo>
                    <a:pt x="5546" y="4476"/>
                  </a:lnTo>
                  <a:lnTo>
                    <a:pt x="5546" y="4476"/>
                  </a:lnTo>
                  <a:lnTo>
                    <a:pt x="5230" y="4467"/>
                  </a:lnTo>
                  <a:lnTo>
                    <a:pt x="4914" y="4459"/>
                  </a:lnTo>
                  <a:lnTo>
                    <a:pt x="4616" y="4432"/>
                  </a:lnTo>
                  <a:lnTo>
                    <a:pt x="4326" y="4406"/>
                  </a:lnTo>
                  <a:lnTo>
                    <a:pt x="4046" y="4371"/>
                  </a:lnTo>
                  <a:lnTo>
                    <a:pt x="3782" y="4336"/>
                  </a:lnTo>
                  <a:lnTo>
                    <a:pt x="3291" y="4257"/>
                  </a:lnTo>
                  <a:lnTo>
                    <a:pt x="2870" y="4169"/>
                  </a:lnTo>
                  <a:lnTo>
                    <a:pt x="2536" y="4090"/>
                  </a:lnTo>
                  <a:lnTo>
                    <a:pt x="2291" y="4029"/>
                  </a:lnTo>
                  <a:lnTo>
                    <a:pt x="2150" y="3985"/>
                  </a:lnTo>
                  <a:lnTo>
                    <a:pt x="2150" y="3985"/>
                  </a:lnTo>
                  <a:lnTo>
                    <a:pt x="1808" y="3879"/>
                  </a:lnTo>
                  <a:lnTo>
                    <a:pt x="1483" y="3765"/>
                  </a:lnTo>
                  <a:lnTo>
                    <a:pt x="1185" y="3642"/>
                  </a:lnTo>
                  <a:lnTo>
                    <a:pt x="904" y="3520"/>
                  </a:lnTo>
                  <a:lnTo>
                    <a:pt x="641" y="3397"/>
                  </a:lnTo>
                  <a:lnTo>
                    <a:pt x="404" y="3283"/>
                  </a:lnTo>
                  <a:lnTo>
                    <a:pt x="193" y="3169"/>
                  </a:lnTo>
                  <a:lnTo>
                    <a:pt x="0" y="3054"/>
                  </a:lnTo>
                  <a:lnTo>
                    <a:pt x="0" y="3054"/>
                  </a:lnTo>
                  <a:lnTo>
                    <a:pt x="272" y="3248"/>
                  </a:lnTo>
                  <a:lnTo>
                    <a:pt x="553" y="3423"/>
                  </a:lnTo>
                  <a:lnTo>
                    <a:pt x="852" y="3599"/>
                  </a:lnTo>
                  <a:lnTo>
                    <a:pt x="1167" y="3756"/>
                  </a:lnTo>
                  <a:lnTo>
                    <a:pt x="1492" y="3906"/>
                  </a:lnTo>
                  <a:lnTo>
                    <a:pt x="1826" y="4046"/>
                  </a:lnTo>
                  <a:lnTo>
                    <a:pt x="2177" y="4178"/>
                  </a:lnTo>
                  <a:lnTo>
                    <a:pt x="2528" y="4292"/>
                  </a:lnTo>
                  <a:lnTo>
                    <a:pt x="2896" y="4397"/>
                  </a:lnTo>
                  <a:lnTo>
                    <a:pt x="3273" y="4485"/>
                  </a:lnTo>
                  <a:lnTo>
                    <a:pt x="3660" y="4564"/>
                  </a:lnTo>
                  <a:lnTo>
                    <a:pt x="4054" y="4625"/>
                  </a:lnTo>
                  <a:lnTo>
                    <a:pt x="4458" y="4678"/>
                  </a:lnTo>
                  <a:lnTo>
                    <a:pt x="4862" y="4713"/>
                  </a:lnTo>
                  <a:lnTo>
                    <a:pt x="5283" y="4739"/>
                  </a:lnTo>
                  <a:lnTo>
                    <a:pt x="5704" y="4748"/>
                  </a:lnTo>
                  <a:lnTo>
                    <a:pt x="5704" y="4748"/>
                  </a:lnTo>
                  <a:lnTo>
                    <a:pt x="6082" y="4739"/>
                  </a:lnTo>
                  <a:lnTo>
                    <a:pt x="6450" y="4722"/>
                  </a:lnTo>
                  <a:lnTo>
                    <a:pt x="6819" y="4695"/>
                  </a:lnTo>
                  <a:lnTo>
                    <a:pt x="7178" y="4652"/>
                  </a:lnTo>
                  <a:lnTo>
                    <a:pt x="7538" y="4599"/>
                  </a:lnTo>
                  <a:lnTo>
                    <a:pt x="7889" y="4537"/>
                  </a:lnTo>
                  <a:lnTo>
                    <a:pt x="8231" y="4459"/>
                  </a:lnTo>
                  <a:lnTo>
                    <a:pt x="8565" y="4380"/>
                  </a:lnTo>
                  <a:lnTo>
                    <a:pt x="8898" y="4283"/>
                  </a:lnTo>
                  <a:lnTo>
                    <a:pt x="9214" y="4178"/>
                  </a:lnTo>
                  <a:lnTo>
                    <a:pt x="9530" y="4064"/>
                  </a:lnTo>
                  <a:lnTo>
                    <a:pt x="9828" y="3941"/>
                  </a:lnTo>
                  <a:lnTo>
                    <a:pt x="10127" y="3809"/>
                  </a:lnTo>
                  <a:lnTo>
                    <a:pt x="10408" y="3669"/>
                  </a:lnTo>
                  <a:lnTo>
                    <a:pt x="10680" y="3520"/>
                  </a:lnTo>
                  <a:lnTo>
                    <a:pt x="10943" y="3370"/>
                  </a:lnTo>
                  <a:lnTo>
                    <a:pt x="11197" y="3204"/>
                  </a:lnTo>
                  <a:lnTo>
                    <a:pt x="11443" y="3028"/>
                  </a:lnTo>
                  <a:lnTo>
                    <a:pt x="11671" y="2853"/>
                  </a:lnTo>
                  <a:lnTo>
                    <a:pt x="11891" y="2668"/>
                  </a:lnTo>
                  <a:lnTo>
                    <a:pt x="12092" y="2475"/>
                  </a:lnTo>
                  <a:lnTo>
                    <a:pt x="12285" y="2274"/>
                  </a:lnTo>
                  <a:lnTo>
                    <a:pt x="12461" y="2072"/>
                  </a:lnTo>
                  <a:lnTo>
                    <a:pt x="12628" y="1861"/>
                  </a:lnTo>
                  <a:lnTo>
                    <a:pt x="12777" y="1642"/>
                  </a:lnTo>
                  <a:lnTo>
                    <a:pt x="12909" y="1422"/>
                  </a:lnTo>
                  <a:lnTo>
                    <a:pt x="13031" y="1194"/>
                  </a:lnTo>
                  <a:lnTo>
                    <a:pt x="13137" y="966"/>
                  </a:lnTo>
                  <a:lnTo>
                    <a:pt x="13224" y="729"/>
                  </a:lnTo>
                  <a:lnTo>
                    <a:pt x="13295" y="492"/>
                  </a:lnTo>
                  <a:lnTo>
                    <a:pt x="13347" y="246"/>
                  </a:lnTo>
                  <a:lnTo>
                    <a:pt x="1338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 flipH="1">
              <a:off x="2253669" y="2234676"/>
              <a:ext cx="1408588" cy="549816"/>
            </a:xfrm>
            <a:custGeom>
              <a:avLst/>
              <a:gdLst/>
              <a:ahLst/>
              <a:cxnLst/>
              <a:rect l="l" t="t" r="r" b="b"/>
              <a:pathLst>
                <a:path w="10996" h="4292" extrusionOk="0">
                  <a:moveTo>
                    <a:pt x="97" y="1"/>
                  </a:moveTo>
                  <a:lnTo>
                    <a:pt x="61" y="141"/>
                  </a:lnTo>
                  <a:lnTo>
                    <a:pt x="35" y="273"/>
                  </a:lnTo>
                  <a:lnTo>
                    <a:pt x="18" y="404"/>
                  </a:lnTo>
                  <a:lnTo>
                    <a:pt x="0" y="536"/>
                  </a:lnTo>
                  <a:lnTo>
                    <a:pt x="0" y="676"/>
                  </a:lnTo>
                  <a:lnTo>
                    <a:pt x="0" y="808"/>
                  </a:lnTo>
                  <a:lnTo>
                    <a:pt x="9" y="940"/>
                  </a:lnTo>
                  <a:lnTo>
                    <a:pt x="18" y="1071"/>
                  </a:lnTo>
                  <a:lnTo>
                    <a:pt x="44" y="1203"/>
                  </a:lnTo>
                  <a:lnTo>
                    <a:pt x="70" y="1334"/>
                  </a:lnTo>
                  <a:lnTo>
                    <a:pt x="105" y="1457"/>
                  </a:lnTo>
                  <a:lnTo>
                    <a:pt x="149" y="1589"/>
                  </a:lnTo>
                  <a:lnTo>
                    <a:pt x="193" y="1712"/>
                  </a:lnTo>
                  <a:lnTo>
                    <a:pt x="246" y="1835"/>
                  </a:lnTo>
                  <a:lnTo>
                    <a:pt x="307" y="1957"/>
                  </a:lnTo>
                  <a:lnTo>
                    <a:pt x="377" y="2080"/>
                  </a:lnTo>
                  <a:lnTo>
                    <a:pt x="448" y="2203"/>
                  </a:lnTo>
                  <a:lnTo>
                    <a:pt x="527" y="2317"/>
                  </a:lnTo>
                  <a:lnTo>
                    <a:pt x="614" y="2431"/>
                  </a:lnTo>
                  <a:lnTo>
                    <a:pt x="702" y="2545"/>
                  </a:lnTo>
                  <a:lnTo>
                    <a:pt x="799" y="2659"/>
                  </a:lnTo>
                  <a:lnTo>
                    <a:pt x="904" y="2765"/>
                  </a:lnTo>
                  <a:lnTo>
                    <a:pt x="1009" y="2870"/>
                  </a:lnTo>
                  <a:lnTo>
                    <a:pt x="1123" y="2975"/>
                  </a:lnTo>
                  <a:lnTo>
                    <a:pt x="1246" y="3081"/>
                  </a:lnTo>
                  <a:lnTo>
                    <a:pt x="1369" y="3177"/>
                  </a:lnTo>
                  <a:lnTo>
                    <a:pt x="1501" y="3265"/>
                  </a:lnTo>
                  <a:lnTo>
                    <a:pt x="1632" y="3361"/>
                  </a:lnTo>
                  <a:lnTo>
                    <a:pt x="1773" y="3449"/>
                  </a:lnTo>
                  <a:lnTo>
                    <a:pt x="1922" y="3528"/>
                  </a:lnTo>
                  <a:lnTo>
                    <a:pt x="2071" y="3616"/>
                  </a:lnTo>
                  <a:lnTo>
                    <a:pt x="2229" y="3686"/>
                  </a:lnTo>
                  <a:lnTo>
                    <a:pt x="2422" y="3774"/>
                  </a:lnTo>
                  <a:lnTo>
                    <a:pt x="2615" y="3853"/>
                  </a:lnTo>
                  <a:lnTo>
                    <a:pt x="2808" y="3923"/>
                  </a:lnTo>
                  <a:lnTo>
                    <a:pt x="3001" y="3993"/>
                  </a:lnTo>
                  <a:lnTo>
                    <a:pt x="3203" y="4046"/>
                  </a:lnTo>
                  <a:lnTo>
                    <a:pt x="3405" y="4099"/>
                  </a:lnTo>
                  <a:lnTo>
                    <a:pt x="3607" y="4142"/>
                  </a:lnTo>
                  <a:lnTo>
                    <a:pt x="3808" y="4186"/>
                  </a:lnTo>
                  <a:lnTo>
                    <a:pt x="4010" y="4213"/>
                  </a:lnTo>
                  <a:lnTo>
                    <a:pt x="4221" y="4239"/>
                  </a:lnTo>
                  <a:lnTo>
                    <a:pt x="4423" y="4265"/>
                  </a:lnTo>
                  <a:lnTo>
                    <a:pt x="4624" y="4283"/>
                  </a:lnTo>
                  <a:lnTo>
                    <a:pt x="4835" y="4292"/>
                  </a:lnTo>
                  <a:lnTo>
                    <a:pt x="5441" y="4292"/>
                  </a:lnTo>
                  <a:lnTo>
                    <a:pt x="5844" y="4265"/>
                  </a:lnTo>
                  <a:lnTo>
                    <a:pt x="6248" y="4221"/>
                  </a:lnTo>
                  <a:lnTo>
                    <a:pt x="6634" y="4160"/>
                  </a:lnTo>
                  <a:lnTo>
                    <a:pt x="7011" y="4081"/>
                  </a:lnTo>
                  <a:lnTo>
                    <a:pt x="7380" y="3985"/>
                  </a:lnTo>
                  <a:lnTo>
                    <a:pt x="7731" y="3879"/>
                  </a:lnTo>
                  <a:lnTo>
                    <a:pt x="8064" y="3765"/>
                  </a:lnTo>
                  <a:lnTo>
                    <a:pt x="8380" y="3634"/>
                  </a:lnTo>
                  <a:lnTo>
                    <a:pt x="8696" y="3476"/>
                  </a:lnTo>
                  <a:lnTo>
                    <a:pt x="9003" y="3309"/>
                  </a:lnTo>
                  <a:lnTo>
                    <a:pt x="9284" y="3133"/>
                  </a:lnTo>
                  <a:lnTo>
                    <a:pt x="9416" y="3037"/>
                  </a:lnTo>
                  <a:lnTo>
                    <a:pt x="9547" y="2940"/>
                  </a:lnTo>
                  <a:lnTo>
                    <a:pt x="9670" y="2844"/>
                  </a:lnTo>
                  <a:lnTo>
                    <a:pt x="9793" y="2738"/>
                  </a:lnTo>
                  <a:lnTo>
                    <a:pt x="9907" y="2633"/>
                  </a:lnTo>
                  <a:lnTo>
                    <a:pt x="10012" y="2528"/>
                  </a:lnTo>
                  <a:lnTo>
                    <a:pt x="10118" y="2414"/>
                  </a:lnTo>
                  <a:lnTo>
                    <a:pt x="10214" y="2300"/>
                  </a:lnTo>
                  <a:lnTo>
                    <a:pt x="10311" y="2186"/>
                  </a:lnTo>
                  <a:lnTo>
                    <a:pt x="10399" y="2072"/>
                  </a:lnTo>
                  <a:lnTo>
                    <a:pt x="10477" y="1957"/>
                  </a:lnTo>
                  <a:lnTo>
                    <a:pt x="10556" y="1835"/>
                  </a:lnTo>
                  <a:lnTo>
                    <a:pt x="10627" y="1712"/>
                  </a:lnTo>
                  <a:lnTo>
                    <a:pt x="10688" y="1589"/>
                  </a:lnTo>
                  <a:lnTo>
                    <a:pt x="10741" y="1457"/>
                  </a:lnTo>
                  <a:lnTo>
                    <a:pt x="10793" y="1334"/>
                  </a:lnTo>
                  <a:lnTo>
                    <a:pt x="10846" y="1203"/>
                  </a:lnTo>
                  <a:lnTo>
                    <a:pt x="10881" y="1071"/>
                  </a:lnTo>
                  <a:lnTo>
                    <a:pt x="10916" y="948"/>
                  </a:lnTo>
                  <a:lnTo>
                    <a:pt x="10943" y="817"/>
                  </a:lnTo>
                  <a:lnTo>
                    <a:pt x="10969" y="676"/>
                  </a:lnTo>
                  <a:lnTo>
                    <a:pt x="10978" y="545"/>
                  </a:lnTo>
                  <a:lnTo>
                    <a:pt x="10986" y="413"/>
                  </a:lnTo>
                  <a:lnTo>
                    <a:pt x="10995" y="273"/>
                  </a:lnTo>
                  <a:lnTo>
                    <a:pt x="10986" y="141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 flipH="1">
              <a:off x="2253669" y="2234676"/>
              <a:ext cx="1408588" cy="549816"/>
            </a:xfrm>
            <a:custGeom>
              <a:avLst/>
              <a:gdLst/>
              <a:ahLst/>
              <a:cxnLst/>
              <a:rect l="l" t="t" r="r" b="b"/>
              <a:pathLst>
                <a:path w="10996" h="4292" fill="none" extrusionOk="0">
                  <a:moveTo>
                    <a:pt x="2229" y="3686"/>
                  </a:moveTo>
                  <a:lnTo>
                    <a:pt x="2229" y="3686"/>
                  </a:lnTo>
                  <a:lnTo>
                    <a:pt x="2422" y="3774"/>
                  </a:lnTo>
                  <a:lnTo>
                    <a:pt x="2615" y="3853"/>
                  </a:lnTo>
                  <a:lnTo>
                    <a:pt x="2808" y="3923"/>
                  </a:lnTo>
                  <a:lnTo>
                    <a:pt x="3001" y="3993"/>
                  </a:lnTo>
                  <a:lnTo>
                    <a:pt x="3203" y="4046"/>
                  </a:lnTo>
                  <a:lnTo>
                    <a:pt x="3405" y="4099"/>
                  </a:lnTo>
                  <a:lnTo>
                    <a:pt x="3607" y="4142"/>
                  </a:lnTo>
                  <a:lnTo>
                    <a:pt x="3808" y="4186"/>
                  </a:lnTo>
                  <a:lnTo>
                    <a:pt x="4010" y="4213"/>
                  </a:lnTo>
                  <a:lnTo>
                    <a:pt x="4221" y="4239"/>
                  </a:lnTo>
                  <a:lnTo>
                    <a:pt x="4423" y="4265"/>
                  </a:lnTo>
                  <a:lnTo>
                    <a:pt x="4624" y="4283"/>
                  </a:lnTo>
                  <a:lnTo>
                    <a:pt x="4835" y="4292"/>
                  </a:lnTo>
                  <a:lnTo>
                    <a:pt x="5037" y="4292"/>
                  </a:lnTo>
                  <a:lnTo>
                    <a:pt x="5441" y="4292"/>
                  </a:lnTo>
                  <a:lnTo>
                    <a:pt x="5844" y="4265"/>
                  </a:lnTo>
                  <a:lnTo>
                    <a:pt x="6248" y="4221"/>
                  </a:lnTo>
                  <a:lnTo>
                    <a:pt x="6634" y="4160"/>
                  </a:lnTo>
                  <a:lnTo>
                    <a:pt x="7011" y="4081"/>
                  </a:lnTo>
                  <a:lnTo>
                    <a:pt x="7380" y="3985"/>
                  </a:lnTo>
                  <a:lnTo>
                    <a:pt x="7731" y="3879"/>
                  </a:lnTo>
                  <a:lnTo>
                    <a:pt x="8064" y="3765"/>
                  </a:lnTo>
                  <a:lnTo>
                    <a:pt x="8380" y="3634"/>
                  </a:lnTo>
                  <a:lnTo>
                    <a:pt x="8380" y="3634"/>
                  </a:lnTo>
                  <a:lnTo>
                    <a:pt x="8696" y="3476"/>
                  </a:lnTo>
                  <a:lnTo>
                    <a:pt x="9003" y="3309"/>
                  </a:lnTo>
                  <a:lnTo>
                    <a:pt x="9284" y="3133"/>
                  </a:lnTo>
                  <a:lnTo>
                    <a:pt x="9416" y="3037"/>
                  </a:lnTo>
                  <a:lnTo>
                    <a:pt x="9547" y="2940"/>
                  </a:lnTo>
                  <a:lnTo>
                    <a:pt x="9670" y="2844"/>
                  </a:lnTo>
                  <a:lnTo>
                    <a:pt x="9793" y="2738"/>
                  </a:lnTo>
                  <a:lnTo>
                    <a:pt x="9907" y="2633"/>
                  </a:lnTo>
                  <a:lnTo>
                    <a:pt x="10012" y="2528"/>
                  </a:lnTo>
                  <a:lnTo>
                    <a:pt x="10118" y="2414"/>
                  </a:lnTo>
                  <a:lnTo>
                    <a:pt x="10214" y="2300"/>
                  </a:lnTo>
                  <a:lnTo>
                    <a:pt x="10311" y="2186"/>
                  </a:lnTo>
                  <a:lnTo>
                    <a:pt x="10399" y="2072"/>
                  </a:lnTo>
                  <a:lnTo>
                    <a:pt x="10477" y="1957"/>
                  </a:lnTo>
                  <a:lnTo>
                    <a:pt x="10556" y="1835"/>
                  </a:lnTo>
                  <a:lnTo>
                    <a:pt x="10627" y="1712"/>
                  </a:lnTo>
                  <a:lnTo>
                    <a:pt x="10688" y="1589"/>
                  </a:lnTo>
                  <a:lnTo>
                    <a:pt x="10741" y="1457"/>
                  </a:lnTo>
                  <a:lnTo>
                    <a:pt x="10793" y="1334"/>
                  </a:lnTo>
                  <a:lnTo>
                    <a:pt x="10846" y="1203"/>
                  </a:lnTo>
                  <a:lnTo>
                    <a:pt x="10881" y="1071"/>
                  </a:lnTo>
                  <a:lnTo>
                    <a:pt x="10916" y="948"/>
                  </a:lnTo>
                  <a:lnTo>
                    <a:pt x="10943" y="817"/>
                  </a:lnTo>
                  <a:lnTo>
                    <a:pt x="10969" y="676"/>
                  </a:lnTo>
                  <a:lnTo>
                    <a:pt x="10978" y="545"/>
                  </a:lnTo>
                  <a:lnTo>
                    <a:pt x="10986" y="413"/>
                  </a:lnTo>
                  <a:lnTo>
                    <a:pt x="10995" y="273"/>
                  </a:lnTo>
                  <a:lnTo>
                    <a:pt x="10986" y="141"/>
                  </a:lnTo>
                  <a:lnTo>
                    <a:pt x="10978" y="1"/>
                  </a:lnTo>
                  <a:lnTo>
                    <a:pt x="97" y="1"/>
                  </a:lnTo>
                  <a:lnTo>
                    <a:pt x="97" y="1"/>
                  </a:lnTo>
                  <a:lnTo>
                    <a:pt x="61" y="141"/>
                  </a:lnTo>
                  <a:lnTo>
                    <a:pt x="35" y="273"/>
                  </a:lnTo>
                  <a:lnTo>
                    <a:pt x="18" y="404"/>
                  </a:lnTo>
                  <a:lnTo>
                    <a:pt x="0" y="536"/>
                  </a:lnTo>
                  <a:lnTo>
                    <a:pt x="0" y="676"/>
                  </a:lnTo>
                  <a:lnTo>
                    <a:pt x="0" y="808"/>
                  </a:lnTo>
                  <a:lnTo>
                    <a:pt x="9" y="940"/>
                  </a:lnTo>
                  <a:lnTo>
                    <a:pt x="18" y="1071"/>
                  </a:lnTo>
                  <a:lnTo>
                    <a:pt x="44" y="1203"/>
                  </a:lnTo>
                  <a:lnTo>
                    <a:pt x="70" y="1334"/>
                  </a:lnTo>
                  <a:lnTo>
                    <a:pt x="105" y="1457"/>
                  </a:lnTo>
                  <a:lnTo>
                    <a:pt x="149" y="1589"/>
                  </a:lnTo>
                  <a:lnTo>
                    <a:pt x="193" y="1712"/>
                  </a:lnTo>
                  <a:lnTo>
                    <a:pt x="246" y="1835"/>
                  </a:lnTo>
                  <a:lnTo>
                    <a:pt x="307" y="1957"/>
                  </a:lnTo>
                  <a:lnTo>
                    <a:pt x="377" y="2080"/>
                  </a:lnTo>
                  <a:lnTo>
                    <a:pt x="448" y="2203"/>
                  </a:lnTo>
                  <a:lnTo>
                    <a:pt x="527" y="2317"/>
                  </a:lnTo>
                  <a:lnTo>
                    <a:pt x="614" y="2431"/>
                  </a:lnTo>
                  <a:lnTo>
                    <a:pt x="702" y="2545"/>
                  </a:lnTo>
                  <a:lnTo>
                    <a:pt x="799" y="2659"/>
                  </a:lnTo>
                  <a:lnTo>
                    <a:pt x="904" y="2765"/>
                  </a:lnTo>
                  <a:lnTo>
                    <a:pt x="1009" y="2870"/>
                  </a:lnTo>
                  <a:lnTo>
                    <a:pt x="1123" y="2975"/>
                  </a:lnTo>
                  <a:lnTo>
                    <a:pt x="1246" y="3081"/>
                  </a:lnTo>
                  <a:lnTo>
                    <a:pt x="1369" y="3177"/>
                  </a:lnTo>
                  <a:lnTo>
                    <a:pt x="1501" y="3265"/>
                  </a:lnTo>
                  <a:lnTo>
                    <a:pt x="1632" y="3361"/>
                  </a:lnTo>
                  <a:lnTo>
                    <a:pt x="1773" y="3449"/>
                  </a:lnTo>
                  <a:lnTo>
                    <a:pt x="1922" y="3528"/>
                  </a:lnTo>
                  <a:lnTo>
                    <a:pt x="2071" y="3616"/>
                  </a:lnTo>
                  <a:lnTo>
                    <a:pt x="2229" y="368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 flipH="1">
              <a:off x="1782775" y="2003068"/>
              <a:ext cx="2022315" cy="420561"/>
            </a:xfrm>
            <a:custGeom>
              <a:avLst/>
              <a:gdLst/>
              <a:ahLst/>
              <a:cxnLst/>
              <a:rect l="l" t="t" r="r" b="b"/>
              <a:pathLst>
                <a:path w="15787" h="3283" extrusionOk="0">
                  <a:moveTo>
                    <a:pt x="7898" y="1"/>
                  </a:moveTo>
                  <a:lnTo>
                    <a:pt x="7091" y="10"/>
                  </a:lnTo>
                  <a:lnTo>
                    <a:pt x="6301" y="36"/>
                  </a:lnTo>
                  <a:lnTo>
                    <a:pt x="5546" y="80"/>
                  </a:lnTo>
                  <a:lnTo>
                    <a:pt x="4818" y="133"/>
                  </a:lnTo>
                  <a:lnTo>
                    <a:pt x="4134" y="203"/>
                  </a:lnTo>
                  <a:lnTo>
                    <a:pt x="3484" y="282"/>
                  </a:lnTo>
                  <a:lnTo>
                    <a:pt x="2870" y="378"/>
                  </a:lnTo>
                  <a:lnTo>
                    <a:pt x="2308" y="484"/>
                  </a:lnTo>
                  <a:lnTo>
                    <a:pt x="2054" y="545"/>
                  </a:lnTo>
                  <a:lnTo>
                    <a:pt x="1799" y="598"/>
                  </a:lnTo>
                  <a:lnTo>
                    <a:pt x="1571" y="659"/>
                  </a:lnTo>
                  <a:lnTo>
                    <a:pt x="1352" y="729"/>
                  </a:lnTo>
                  <a:lnTo>
                    <a:pt x="1141" y="791"/>
                  </a:lnTo>
                  <a:lnTo>
                    <a:pt x="957" y="861"/>
                  </a:lnTo>
                  <a:lnTo>
                    <a:pt x="782" y="931"/>
                  </a:lnTo>
                  <a:lnTo>
                    <a:pt x="624" y="1001"/>
                  </a:lnTo>
                  <a:lnTo>
                    <a:pt x="483" y="1080"/>
                  </a:lnTo>
                  <a:lnTo>
                    <a:pt x="352" y="1159"/>
                  </a:lnTo>
                  <a:lnTo>
                    <a:pt x="246" y="1229"/>
                  </a:lnTo>
                  <a:lnTo>
                    <a:pt x="159" y="1308"/>
                  </a:lnTo>
                  <a:lnTo>
                    <a:pt x="88" y="1396"/>
                  </a:lnTo>
                  <a:lnTo>
                    <a:pt x="44" y="1475"/>
                  </a:lnTo>
                  <a:lnTo>
                    <a:pt x="9" y="1554"/>
                  </a:lnTo>
                  <a:lnTo>
                    <a:pt x="1" y="1642"/>
                  </a:lnTo>
                  <a:lnTo>
                    <a:pt x="9" y="1730"/>
                  </a:lnTo>
                  <a:lnTo>
                    <a:pt x="44" y="1809"/>
                  </a:lnTo>
                  <a:lnTo>
                    <a:pt x="88" y="1888"/>
                  </a:lnTo>
                  <a:lnTo>
                    <a:pt x="159" y="1975"/>
                  </a:lnTo>
                  <a:lnTo>
                    <a:pt x="246" y="2054"/>
                  </a:lnTo>
                  <a:lnTo>
                    <a:pt x="352" y="2133"/>
                  </a:lnTo>
                  <a:lnTo>
                    <a:pt x="483" y="2203"/>
                  </a:lnTo>
                  <a:lnTo>
                    <a:pt x="624" y="2282"/>
                  </a:lnTo>
                  <a:lnTo>
                    <a:pt x="782" y="2353"/>
                  </a:lnTo>
                  <a:lnTo>
                    <a:pt x="957" y="2423"/>
                  </a:lnTo>
                  <a:lnTo>
                    <a:pt x="1141" y="2493"/>
                  </a:lnTo>
                  <a:lnTo>
                    <a:pt x="1352" y="2555"/>
                  </a:lnTo>
                  <a:lnTo>
                    <a:pt x="1571" y="2625"/>
                  </a:lnTo>
                  <a:lnTo>
                    <a:pt x="1799" y="2686"/>
                  </a:lnTo>
                  <a:lnTo>
                    <a:pt x="2054" y="2748"/>
                  </a:lnTo>
                  <a:lnTo>
                    <a:pt x="2308" y="2800"/>
                  </a:lnTo>
                  <a:lnTo>
                    <a:pt x="2870" y="2906"/>
                  </a:lnTo>
                  <a:lnTo>
                    <a:pt x="3484" y="3002"/>
                  </a:lnTo>
                  <a:lnTo>
                    <a:pt x="4134" y="3081"/>
                  </a:lnTo>
                  <a:lnTo>
                    <a:pt x="4818" y="3151"/>
                  </a:lnTo>
                  <a:lnTo>
                    <a:pt x="5546" y="3204"/>
                  </a:lnTo>
                  <a:lnTo>
                    <a:pt x="6301" y="3248"/>
                  </a:lnTo>
                  <a:lnTo>
                    <a:pt x="7091" y="3274"/>
                  </a:lnTo>
                  <a:lnTo>
                    <a:pt x="7898" y="3283"/>
                  </a:lnTo>
                  <a:lnTo>
                    <a:pt x="8697" y="3274"/>
                  </a:lnTo>
                  <a:lnTo>
                    <a:pt x="9486" y="3248"/>
                  </a:lnTo>
                  <a:lnTo>
                    <a:pt x="10241" y="3204"/>
                  </a:lnTo>
                  <a:lnTo>
                    <a:pt x="10969" y="3151"/>
                  </a:lnTo>
                  <a:lnTo>
                    <a:pt x="11654" y="3081"/>
                  </a:lnTo>
                  <a:lnTo>
                    <a:pt x="12303" y="3002"/>
                  </a:lnTo>
                  <a:lnTo>
                    <a:pt x="12918" y="2906"/>
                  </a:lnTo>
                  <a:lnTo>
                    <a:pt x="13479" y="2800"/>
                  </a:lnTo>
                  <a:lnTo>
                    <a:pt x="13734" y="2748"/>
                  </a:lnTo>
                  <a:lnTo>
                    <a:pt x="13988" y="2686"/>
                  </a:lnTo>
                  <a:lnTo>
                    <a:pt x="14216" y="2625"/>
                  </a:lnTo>
                  <a:lnTo>
                    <a:pt x="14436" y="2555"/>
                  </a:lnTo>
                  <a:lnTo>
                    <a:pt x="14646" y="2493"/>
                  </a:lnTo>
                  <a:lnTo>
                    <a:pt x="14831" y="2423"/>
                  </a:lnTo>
                  <a:lnTo>
                    <a:pt x="15006" y="2353"/>
                  </a:lnTo>
                  <a:lnTo>
                    <a:pt x="15164" y="2282"/>
                  </a:lnTo>
                  <a:lnTo>
                    <a:pt x="15304" y="2203"/>
                  </a:lnTo>
                  <a:lnTo>
                    <a:pt x="15436" y="2133"/>
                  </a:lnTo>
                  <a:lnTo>
                    <a:pt x="15541" y="2054"/>
                  </a:lnTo>
                  <a:lnTo>
                    <a:pt x="15629" y="1975"/>
                  </a:lnTo>
                  <a:lnTo>
                    <a:pt x="15699" y="1888"/>
                  </a:lnTo>
                  <a:lnTo>
                    <a:pt x="15743" y="1809"/>
                  </a:lnTo>
                  <a:lnTo>
                    <a:pt x="15778" y="1730"/>
                  </a:lnTo>
                  <a:lnTo>
                    <a:pt x="15787" y="1642"/>
                  </a:lnTo>
                  <a:lnTo>
                    <a:pt x="15778" y="1554"/>
                  </a:lnTo>
                  <a:lnTo>
                    <a:pt x="15743" y="1475"/>
                  </a:lnTo>
                  <a:lnTo>
                    <a:pt x="15699" y="1396"/>
                  </a:lnTo>
                  <a:lnTo>
                    <a:pt x="15629" y="1308"/>
                  </a:lnTo>
                  <a:lnTo>
                    <a:pt x="15541" y="1229"/>
                  </a:lnTo>
                  <a:lnTo>
                    <a:pt x="15436" y="1159"/>
                  </a:lnTo>
                  <a:lnTo>
                    <a:pt x="15304" y="1080"/>
                  </a:lnTo>
                  <a:lnTo>
                    <a:pt x="15164" y="1001"/>
                  </a:lnTo>
                  <a:lnTo>
                    <a:pt x="15006" y="931"/>
                  </a:lnTo>
                  <a:lnTo>
                    <a:pt x="14831" y="861"/>
                  </a:lnTo>
                  <a:lnTo>
                    <a:pt x="14646" y="791"/>
                  </a:lnTo>
                  <a:lnTo>
                    <a:pt x="14436" y="729"/>
                  </a:lnTo>
                  <a:lnTo>
                    <a:pt x="14216" y="659"/>
                  </a:lnTo>
                  <a:lnTo>
                    <a:pt x="13988" y="598"/>
                  </a:lnTo>
                  <a:lnTo>
                    <a:pt x="13734" y="545"/>
                  </a:lnTo>
                  <a:lnTo>
                    <a:pt x="13479" y="484"/>
                  </a:lnTo>
                  <a:lnTo>
                    <a:pt x="12918" y="378"/>
                  </a:lnTo>
                  <a:lnTo>
                    <a:pt x="12303" y="282"/>
                  </a:lnTo>
                  <a:lnTo>
                    <a:pt x="11654" y="203"/>
                  </a:lnTo>
                  <a:lnTo>
                    <a:pt x="10969" y="133"/>
                  </a:lnTo>
                  <a:lnTo>
                    <a:pt x="10241" y="80"/>
                  </a:lnTo>
                  <a:lnTo>
                    <a:pt x="9486" y="36"/>
                  </a:lnTo>
                  <a:lnTo>
                    <a:pt x="8697" y="10"/>
                  </a:lnTo>
                  <a:lnTo>
                    <a:pt x="7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 flipH="1">
              <a:off x="1782775" y="2003068"/>
              <a:ext cx="2022315" cy="420561"/>
            </a:xfrm>
            <a:custGeom>
              <a:avLst/>
              <a:gdLst/>
              <a:ahLst/>
              <a:cxnLst/>
              <a:rect l="l" t="t" r="r" b="b"/>
              <a:pathLst>
                <a:path w="15787" h="3283" fill="none" extrusionOk="0">
                  <a:moveTo>
                    <a:pt x="15787" y="1642"/>
                  </a:moveTo>
                  <a:lnTo>
                    <a:pt x="15787" y="1642"/>
                  </a:lnTo>
                  <a:lnTo>
                    <a:pt x="15778" y="1730"/>
                  </a:lnTo>
                  <a:lnTo>
                    <a:pt x="15743" y="1809"/>
                  </a:lnTo>
                  <a:lnTo>
                    <a:pt x="15699" y="1888"/>
                  </a:lnTo>
                  <a:lnTo>
                    <a:pt x="15629" y="1975"/>
                  </a:lnTo>
                  <a:lnTo>
                    <a:pt x="15541" y="2054"/>
                  </a:lnTo>
                  <a:lnTo>
                    <a:pt x="15436" y="2133"/>
                  </a:lnTo>
                  <a:lnTo>
                    <a:pt x="15304" y="2203"/>
                  </a:lnTo>
                  <a:lnTo>
                    <a:pt x="15164" y="2282"/>
                  </a:lnTo>
                  <a:lnTo>
                    <a:pt x="15006" y="2353"/>
                  </a:lnTo>
                  <a:lnTo>
                    <a:pt x="14831" y="2423"/>
                  </a:lnTo>
                  <a:lnTo>
                    <a:pt x="14646" y="2493"/>
                  </a:lnTo>
                  <a:lnTo>
                    <a:pt x="14436" y="2555"/>
                  </a:lnTo>
                  <a:lnTo>
                    <a:pt x="14216" y="2625"/>
                  </a:lnTo>
                  <a:lnTo>
                    <a:pt x="13988" y="2686"/>
                  </a:lnTo>
                  <a:lnTo>
                    <a:pt x="13734" y="2748"/>
                  </a:lnTo>
                  <a:lnTo>
                    <a:pt x="13479" y="2800"/>
                  </a:lnTo>
                  <a:lnTo>
                    <a:pt x="12918" y="2906"/>
                  </a:lnTo>
                  <a:lnTo>
                    <a:pt x="12303" y="3002"/>
                  </a:lnTo>
                  <a:lnTo>
                    <a:pt x="11654" y="3081"/>
                  </a:lnTo>
                  <a:lnTo>
                    <a:pt x="10969" y="3151"/>
                  </a:lnTo>
                  <a:lnTo>
                    <a:pt x="10241" y="3204"/>
                  </a:lnTo>
                  <a:lnTo>
                    <a:pt x="9486" y="3248"/>
                  </a:lnTo>
                  <a:lnTo>
                    <a:pt x="8697" y="3274"/>
                  </a:lnTo>
                  <a:lnTo>
                    <a:pt x="7898" y="3283"/>
                  </a:lnTo>
                  <a:lnTo>
                    <a:pt x="7898" y="3283"/>
                  </a:lnTo>
                  <a:lnTo>
                    <a:pt x="7091" y="3274"/>
                  </a:lnTo>
                  <a:lnTo>
                    <a:pt x="6301" y="3248"/>
                  </a:lnTo>
                  <a:lnTo>
                    <a:pt x="5546" y="3204"/>
                  </a:lnTo>
                  <a:lnTo>
                    <a:pt x="4818" y="3151"/>
                  </a:lnTo>
                  <a:lnTo>
                    <a:pt x="4134" y="3081"/>
                  </a:lnTo>
                  <a:lnTo>
                    <a:pt x="3484" y="3002"/>
                  </a:lnTo>
                  <a:lnTo>
                    <a:pt x="2870" y="2906"/>
                  </a:lnTo>
                  <a:lnTo>
                    <a:pt x="2308" y="2800"/>
                  </a:lnTo>
                  <a:lnTo>
                    <a:pt x="2054" y="2748"/>
                  </a:lnTo>
                  <a:lnTo>
                    <a:pt x="1799" y="2686"/>
                  </a:lnTo>
                  <a:lnTo>
                    <a:pt x="1571" y="2625"/>
                  </a:lnTo>
                  <a:lnTo>
                    <a:pt x="1352" y="2555"/>
                  </a:lnTo>
                  <a:lnTo>
                    <a:pt x="1141" y="2493"/>
                  </a:lnTo>
                  <a:lnTo>
                    <a:pt x="957" y="2423"/>
                  </a:lnTo>
                  <a:lnTo>
                    <a:pt x="782" y="2353"/>
                  </a:lnTo>
                  <a:lnTo>
                    <a:pt x="624" y="2282"/>
                  </a:lnTo>
                  <a:lnTo>
                    <a:pt x="483" y="2203"/>
                  </a:lnTo>
                  <a:lnTo>
                    <a:pt x="352" y="2133"/>
                  </a:lnTo>
                  <a:lnTo>
                    <a:pt x="246" y="2054"/>
                  </a:lnTo>
                  <a:lnTo>
                    <a:pt x="159" y="1975"/>
                  </a:lnTo>
                  <a:lnTo>
                    <a:pt x="88" y="1888"/>
                  </a:lnTo>
                  <a:lnTo>
                    <a:pt x="44" y="1809"/>
                  </a:lnTo>
                  <a:lnTo>
                    <a:pt x="9" y="1730"/>
                  </a:lnTo>
                  <a:lnTo>
                    <a:pt x="1" y="1642"/>
                  </a:lnTo>
                  <a:lnTo>
                    <a:pt x="1" y="1642"/>
                  </a:lnTo>
                  <a:lnTo>
                    <a:pt x="9" y="1554"/>
                  </a:lnTo>
                  <a:lnTo>
                    <a:pt x="44" y="1475"/>
                  </a:lnTo>
                  <a:lnTo>
                    <a:pt x="88" y="1396"/>
                  </a:lnTo>
                  <a:lnTo>
                    <a:pt x="159" y="1308"/>
                  </a:lnTo>
                  <a:lnTo>
                    <a:pt x="246" y="1229"/>
                  </a:lnTo>
                  <a:lnTo>
                    <a:pt x="352" y="1159"/>
                  </a:lnTo>
                  <a:lnTo>
                    <a:pt x="483" y="1080"/>
                  </a:lnTo>
                  <a:lnTo>
                    <a:pt x="624" y="1001"/>
                  </a:lnTo>
                  <a:lnTo>
                    <a:pt x="782" y="931"/>
                  </a:lnTo>
                  <a:lnTo>
                    <a:pt x="957" y="861"/>
                  </a:lnTo>
                  <a:lnTo>
                    <a:pt x="1141" y="791"/>
                  </a:lnTo>
                  <a:lnTo>
                    <a:pt x="1352" y="729"/>
                  </a:lnTo>
                  <a:lnTo>
                    <a:pt x="1571" y="659"/>
                  </a:lnTo>
                  <a:lnTo>
                    <a:pt x="1799" y="598"/>
                  </a:lnTo>
                  <a:lnTo>
                    <a:pt x="2054" y="545"/>
                  </a:lnTo>
                  <a:lnTo>
                    <a:pt x="2308" y="484"/>
                  </a:lnTo>
                  <a:lnTo>
                    <a:pt x="2870" y="378"/>
                  </a:lnTo>
                  <a:lnTo>
                    <a:pt x="3484" y="282"/>
                  </a:lnTo>
                  <a:lnTo>
                    <a:pt x="4134" y="203"/>
                  </a:lnTo>
                  <a:lnTo>
                    <a:pt x="4818" y="133"/>
                  </a:lnTo>
                  <a:lnTo>
                    <a:pt x="5546" y="80"/>
                  </a:lnTo>
                  <a:lnTo>
                    <a:pt x="6301" y="36"/>
                  </a:lnTo>
                  <a:lnTo>
                    <a:pt x="7091" y="10"/>
                  </a:lnTo>
                  <a:lnTo>
                    <a:pt x="7898" y="1"/>
                  </a:lnTo>
                  <a:lnTo>
                    <a:pt x="7898" y="1"/>
                  </a:lnTo>
                  <a:lnTo>
                    <a:pt x="8697" y="10"/>
                  </a:lnTo>
                  <a:lnTo>
                    <a:pt x="9486" y="36"/>
                  </a:lnTo>
                  <a:lnTo>
                    <a:pt x="10241" y="80"/>
                  </a:lnTo>
                  <a:lnTo>
                    <a:pt x="10969" y="133"/>
                  </a:lnTo>
                  <a:lnTo>
                    <a:pt x="11654" y="203"/>
                  </a:lnTo>
                  <a:lnTo>
                    <a:pt x="12303" y="282"/>
                  </a:lnTo>
                  <a:lnTo>
                    <a:pt x="12918" y="378"/>
                  </a:lnTo>
                  <a:lnTo>
                    <a:pt x="13479" y="484"/>
                  </a:lnTo>
                  <a:lnTo>
                    <a:pt x="13734" y="545"/>
                  </a:lnTo>
                  <a:lnTo>
                    <a:pt x="13988" y="598"/>
                  </a:lnTo>
                  <a:lnTo>
                    <a:pt x="14216" y="659"/>
                  </a:lnTo>
                  <a:lnTo>
                    <a:pt x="14436" y="729"/>
                  </a:lnTo>
                  <a:lnTo>
                    <a:pt x="14646" y="791"/>
                  </a:lnTo>
                  <a:lnTo>
                    <a:pt x="14831" y="861"/>
                  </a:lnTo>
                  <a:lnTo>
                    <a:pt x="15006" y="931"/>
                  </a:lnTo>
                  <a:lnTo>
                    <a:pt x="15164" y="1001"/>
                  </a:lnTo>
                  <a:lnTo>
                    <a:pt x="15304" y="1080"/>
                  </a:lnTo>
                  <a:lnTo>
                    <a:pt x="15436" y="1159"/>
                  </a:lnTo>
                  <a:lnTo>
                    <a:pt x="15541" y="1229"/>
                  </a:lnTo>
                  <a:lnTo>
                    <a:pt x="15629" y="1308"/>
                  </a:lnTo>
                  <a:lnTo>
                    <a:pt x="15699" y="1396"/>
                  </a:lnTo>
                  <a:lnTo>
                    <a:pt x="15743" y="1475"/>
                  </a:lnTo>
                  <a:lnTo>
                    <a:pt x="15778" y="1554"/>
                  </a:lnTo>
                  <a:lnTo>
                    <a:pt x="15787" y="16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 flipH="1">
              <a:off x="1980559" y="2051490"/>
              <a:ext cx="1626614" cy="302450"/>
            </a:xfrm>
            <a:custGeom>
              <a:avLst/>
              <a:gdLst/>
              <a:ahLst/>
              <a:cxnLst/>
              <a:rect l="l" t="t" r="r" b="b"/>
              <a:pathLst>
                <a:path w="12698" h="2361" extrusionOk="0">
                  <a:moveTo>
                    <a:pt x="7038" y="185"/>
                  </a:moveTo>
                  <a:lnTo>
                    <a:pt x="7687" y="202"/>
                  </a:lnTo>
                  <a:lnTo>
                    <a:pt x="8301" y="237"/>
                  </a:lnTo>
                  <a:lnTo>
                    <a:pt x="8863" y="281"/>
                  </a:lnTo>
                  <a:lnTo>
                    <a:pt x="9389" y="334"/>
                  </a:lnTo>
                  <a:lnTo>
                    <a:pt x="9881" y="395"/>
                  </a:lnTo>
                  <a:lnTo>
                    <a:pt x="10320" y="465"/>
                  </a:lnTo>
                  <a:lnTo>
                    <a:pt x="10723" y="544"/>
                  </a:lnTo>
                  <a:lnTo>
                    <a:pt x="11083" y="615"/>
                  </a:lnTo>
                  <a:lnTo>
                    <a:pt x="11408" y="694"/>
                  </a:lnTo>
                  <a:lnTo>
                    <a:pt x="11688" y="772"/>
                  </a:lnTo>
                  <a:lnTo>
                    <a:pt x="11925" y="851"/>
                  </a:lnTo>
                  <a:lnTo>
                    <a:pt x="12127" y="930"/>
                  </a:lnTo>
                  <a:lnTo>
                    <a:pt x="12285" y="1001"/>
                  </a:lnTo>
                  <a:lnTo>
                    <a:pt x="12399" y="1071"/>
                  </a:lnTo>
                  <a:lnTo>
                    <a:pt x="12478" y="1132"/>
                  </a:lnTo>
                  <a:lnTo>
                    <a:pt x="12505" y="1159"/>
                  </a:lnTo>
                  <a:lnTo>
                    <a:pt x="12513" y="1185"/>
                  </a:lnTo>
                  <a:lnTo>
                    <a:pt x="12505" y="1211"/>
                  </a:lnTo>
                  <a:lnTo>
                    <a:pt x="12478" y="1238"/>
                  </a:lnTo>
                  <a:lnTo>
                    <a:pt x="12399" y="1299"/>
                  </a:lnTo>
                  <a:lnTo>
                    <a:pt x="12276" y="1360"/>
                  </a:lnTo>
                  <a:lnTo>
                    <a:pt x="12118" y="1439"/>
                  </a:lnTo>
                  <a:lnTo>
                    <a:pt x="11917" y="1510"/>
                  </a:lnTo>
                  <a:lnTo>
                    <a:pt x="11680" y="1589"/>
                  </a:lnTo>
                  <a:lnTo>
                    <a:pt x="11390" y="1668"/>
                  </a:lnTo>
                  <a:lnTo>
                    <a:pt x="11065" y="1747"/>
                  </a:lnTo>
                  <a:lnTo>
                    <a:pt x="10697" y="1825"/>
                  </a:lnTo>
                  <a:lnTo>
                    <a:pt x="10293" y="1896"/>
                  </a:lnTo>
                  <a:lnTo>
                    <a:pt x="9837" y="1966"/>
                  </a:lnTo>
                  <a:lnTo>
                    <a:pt x="9345" y="2027"/>
                  </a:lnTo>
                  <a:lnTo>
                    <a:pt x="8819" y="2080"/>
                  </a:lnTo>
                  <a:lnTo>
                    <a:pt x="8240" y="2124"/>
                  </a:lnTo>
                  <a:lnTo>
                    <a:pt x="7626" y="2150"/>
                  </a:lnTo>
                  <a:lnTo>
                    <a:pt x="6959" y="2177"/>
                  </a:lnTo>
                  <a:lnTo>
                    <a:pt x="7011" y="2062"/>
                  </a:lnTo>
                  <a:lnTo>
                    <a:pt x="7055" y="1940"/>
                  </a:lnTo>
                  <a:lnTo>
                    <a:pt x="7099" y="1825"/>
                  </a:lnTo>
                  <a:lnTo>
                    <a:pt x="7134" y="1703"/>
                  </a:lnTo>
                  <a:lnTo>
                    <a:pt x="7160" y="1580"/>
                  </a:lnTo>
                  <a:lnTo>
                    <a:pt x="7178" y="1457"/>
                  </a:lnTo>
                  <a:lnTo>
                    <a:pt x="7196" y="1334"/>
                  </a:lnTo>
                  <a:lnTo>
                    <a:pt x="7204" y="1211"/>
                  </a:lnTo>
                  <a:lnTo>
                    <a:pt x="7204" y="1080"/>
                  </a:lnTo>
                  <a:lnTo>
                    <a:pt x="7204" y="957"/>
                  </a:lnTo>
                  <a:lnTo>
                    <a:pt x="7196" y="825"/>
                  </a:lnTo>
                  <a:lnTo>
                    <a:pt x="7178" y="694"/>
                  </a:lnTo>
                  <a:lnTo>
                    <a:pt x="7152" y="571"/>
                  </a:lnTo>
                  <a:lnTo>
                    <a:pt x="7117" y="439"/>
                  </a:lnTo>
                  <a:lnTo>
                    <a:pt x="7082" y="316"/>
                  </a:lnTo>
                  <a:lnTo>
                    <a:pt x="7038" y="185"/>
                  </a:lnTo>
                  <a:close/>
                  <a:moveTo>
                    <a:pt x="5642" y="0"/>
                  </a:moveTo>
                  <a:lnTo>
                    <a:pt x="4967" y="27"/>
                  </a:lnTo>
                  <a:lnTo>
                    <a:pt x="4326" y="62"/>
                  </a:lnTo>
                  <a:lnTo>
                    <a:pt x="3721" y="114"/>
                  </a:lnTo>
                  <a:lnTo>
                    <a:pt x="3159" y="176"/>
                  </a:lnTo>
                  <a:lnTo>
                    <a:pt x="2641" y="246"/>
                  </a:lnTo>
                  <a:lnTo>
                    <a:pt x="2159" y="325"/>
                  </a:lnTo>
                  <a:lnTo>
                    <a:pt x="1720" y="404"/>
                  </a:lnTo>
                  <a:lnTo>
                    <a:pt x="1334" y="500"/>
                  </a:lnTo>
                  <a:lnTo>
                    <a:pt x="992" y="588"/>
                  </a:lnTo>
                  <a:lnTo>
                    <a:pt x="693" y="694"/>
                  </a:lnTo>
                  <a:lnTo>
                    <a:pt x="448" y="790"/>
                  </a:lnTo>
                  <a:lnTo>
                    <a:pt x="351" y="843"/>
                  </a:lnTo>
                  <a:lnTo>
                    <a:pt x="254" y="887"/>
                  </a:lnTo>
                  <a:lnTo>
                    <a:pt x="184" y="939"/>
                  </a:lnTo>
                  <a:lnTo>
                    <a:pt x="114" y="992"/>
                  </a:lnTo>
                  <a:lnTo>
                    <a:pt x="70" y="1036"/>
                  </a:lnTo>
                  <a:lnTo>
                    <a:pt x="35" y="1088"/>
                  </a:lnTo>
                  <a:lnTo>
                    <a:pt x="9" y="1132"/>
                  </a:lnTo>
                  <a:lnTo>
                    <a:pt x="0" y="1176"/>
                  </a:lnTo>
                  <a:lnTo>
                    <a:pt x="9" y="1229"/>
                  </a:lnTo>
                  <a:lnTo>
                    <a:pt x="35" y="1273"/>
                  </a:lnTo>
                  <a:lnTo>
                    <a:pt x="70" y="1317"/>
                  </a:lnTo>
                  <a:lnTo>
                    <a:pt x="114" y="1369"/>
                  </a:lnTo>
                  <a:lnTo>
                    <a:pt x="184" y="1413"/>
                  </a:lnTo>
                  <a:lnTo>
                    <a:pt x="254" y="1466"/>
                  </a:lnTo>
                  <a:lnTo>
                    <a:pt x="351" y="1518"/>
                  </a:lnTo>
                  <a:lnTo>
                    <a:pt x="448" y="1571"/>
                  </a:lnTo>
                  <a:lnTo>
                    <a:pt x="693" y="1668"/>
                  </a:lnTo>
                  <a:lnTo>
                    <a:pt x="992" y="1764"/>
                  </a:lnTo>
                  <a:lnTo>
                    <a:pt x="1334" y="1861"/>
                  </a:lnTo>
                  <a:lnTo>
                    <a:pt x="1720" y="1948"/>
                  </a:lnTo>
                  <a:lnTo>
                    <a:pt x="2159" y="2036"/>
                  </a:lnTo>
                  <a:lnTo>
                    <a:pt x="2641" y="2115"/>
                  </a:lnTo>
                  <a:lnTo>
                    <a:pt x="3159" y="2185"/>
                  </a:lnTo>
                  <a:lnTo>
                    <a:pt x="3721" y="2247"/>
                  </a:lnTo>
                  <a:lnTo>
                    <a:pt x="4326" y="2291"/>
                  </a:lnTo>
                  <a:lnTo>
                    <a:pt x="4967" y="2334"/>
                  </a:lnTo>
                  <a:lnTo>
                    <a:pt x="5642" y="2352"/>
                  </a:lnTo>
                  <a:lnTo>
                    <a:pt x="6353" y="2361"/>
                  </a:lnTo>
                  <a:lnTo>
                    <a:pt x="7055" y="2352"/>
                  </a:lnTo>
                  <a:lnTo>
                    <a:pt x="7731" y="2334"/>
                  </a:lnTo>
                  <a:lnTo>
                    <a:pt x="8371" y="2291"/>
                  </a:lnTo>
                  <a:lnTo>
                    <a:pt x="8977" y="2247"/>
                  </a:lnTo>
                  <a:lnTo>
                    <a:pt x="9539" y="2185"/>
                  </a:lnTo>
                  <a:lnTo>
                    <a:pt x="10056" y="2115"/>
                  </a:lnTo>
                  <a:lnTo>
                    <a:pt x="10539" y="2036"/>
                  </a:lnTo>
                  <a:lnTo>
                    <a:pt x="10978" y="1948"/>
                  </a:lnTo>
                  <a:lnTo>
                    <a:pt x="11364" y="1861"/>
                  </a:lnTo>
                  <a:lnTo>
                    <a:pt x="11706" y="1764"/>
                  </a:lnTo>
                  <a:lnTo>
                    <a:pt x="12004" y="1668"/>
                  </a:lnTo>
                  <a:lnTo>
                    <a:pt x="12250" y="1571"/>
                  </a:lnTo>
                  <a:lnTo>
                    <a:pt x="12347" y="1518"/>
                  </a:lnTo>
                  <a:lnTo>
                    <a:pt x="12443" y="1466"/>
                  </a:lnTo>
                  <a:lnTo>
                    <a:pt x="12513" y="1413"/>
                  </a:lnTo>
                  <a:lnTo>
                    <a:pt x="12583" y="1369"/>
                  </a:lnTo>
                  <a:lnTo>
                    <a:pt x="12627" y="1317"/>
                  </a:lnTo>
                  <a:lnTo>
                    <a:pt x="12662" y="1273"/>
                  </a:lnTo>
                  <a:lnTo>
                    <a:pt x="12689" y="1229"/>
                  </a:lnTo>
                  <a:lnTo>
                    <a:pt x="12698" y="1176"/>
                  </a:lnTo>
                  <a:lnTo>
                    <a:pt x="12689" y="1132"/>
                  </a:lnTo>
                  <a:lnTo>
                    <a:pt x="12662" y="1088"/>
                  </a:lnTo>
                  <a:lnTo>
                    <a:pt x="12627" y="1036"/>
                  </a:lnTo>
                  <a:lnTo>
                    <a:pt x="12583" y="992"/>
                  </a:lnTo>
                  <a:lnTo>
                    <a:pt x="12513" y="939"/>
                  </a:lnTo>
                  <a:lnTo>
                    <a:pt x="12443" y="887"/>
                  </a:lnTo>
                  <a:lnTo>
                    <a:pt x="12347" y="843"/>
                  </a:lnTo>
                  <a:lnTo>
                    <a:pt x="12250" y="790"/>
                  </a:lnTo>
                  <a:lnTo>
                    <a:pt x="12004" y="694"/>
                  </a:lnTo>
                  <a:lnTo>
                    <a:pt x="11706" y="588"/>
                  </a:lnTo>
                  <a:lnTo>
                    <a:pt x="11364" y="500"/>
                  </a:lnTo>
                  <a:lnTo>
                    <a:pt x="10978" y="404"/>
                  </a:lnTo>
                  <a:lnTo>
                    <a:pt x="10539" y="325"/>
                  </a:lnTo>
                  <a:lnTo>
                    <a:pt x="10056" y="246"/>
                  </a:lnTo>
                  <a:lnTo>
                    <a:pt x="9539" y="176"/>
                  </a:lnTo>
                  <a:lnTo>
                    <a:pt x="8977" y="114"/>
                  </a:lnTo>
                  <a:lnTo>
                    <a:pt x="8371" y="62"/>
                  </a:lnTo>
                  <a:lnTo>
                    <a:pt x="7731" y="27"/>
                  </a:lnTo>
                  <a:lnTo>
                    <a:pt x="70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 flipH="1">
              <a:off x="2004118" y="2075061"/>
              <a:ext cx="711724" cy="255308"/>
            </a:xfrm>
            <a:custGeom>
              <a:avLst/>
              <a:gdLst/>
              <a:ahLst/>
              <a:cxnLst/>
              <a:rect l="l" t="t" r="r" b="b"/>
              <a:pathLst>
                <a:path w="5556" h="1993" fill="none" extrusionOk="0">
                  <a:moveTo>
                    <a:pt x="1" y="1993"/>
                  </a:moveTo>
                  <a:lnTo>
                    <a:pt x="1" y="1993"/>
                  </a:lnTo>
                  <a:lnTo>
                    <a:pt x="53" y="1878"/>
                  </a:lnTo>
                  <a:lnTo>
                    <a:pt x="97" y="1756"/>
                  </a:lnTo>
                  <a:lnTo>
                    <a:pt x="141" y="1641"/>
                  </a:lnTo>
                  <a:lnTo>
                    <a:pt x="176" y="1519"/>
                  </a:lnTo>
                  <a:lnTo>
                    <a:pt x="202" y="1396"/>
                  </a:lnTo>
                  <a:lnTo>
                    <a:pt x="220" y="1273"/>
                  </a:lnTo>
                  <a:lnTo>
                    <a:pt x="238" y="1150"/>
                  </a:lnTo>
                  <a:lnTo>
                    <a:pt x="246" y="1027"/>
                  </a:lnTo>
                  <a:lnTo>
                    <a:pt x="246" y="896"/>
                  </a:lnTo>
                  <a:lnTo>
                    <a:pt x="246" y="773"/>
                  </a:lnTo>
                  <a:lnTo>
                    <a:pt x="238" y="641"/>
                  </a:lnTo>
                  <a:lnTo>
                    <a:pt x="220" y="510"/>
                  </a:lnTo>
                  <a:lnTo>
                    <a:pt x="194" y="387"/>
                  </a:lnTo>
                  <a:lnTo>
                    <a:pt x="159" y="255"/>
                  </a:lnTo>
                  <a:lnTo>
                    <a:pt x="124" y="132"/>
                  </a:lnTo>
                  <a:lnTo>
                    <a:pt x="80" y="1"/>
                  </a:lnTo>
                  <a:lnTo>
                    <a:pt x="80" y="1"/>
                  </a:lnTo>
                  <a:lnTo>
                    <a:pt x="729" y="18"/>
                  </a:lnTo>
                  <a:lnTo>
                    <a:pt x="1343" y="53"/>
                  </a:lnTo>
                  <a:lnTo>
                    <a:pt x="1905" y="97"/>
                  </a:lnTo>
                  <a:lnTo>
                    <a:pt x="2431" y="150"/>
                  </a:lnTo>
                  <a:lnTo>
                    <a:pt x="2923" y="211"/>
                  </a:lnTo>
                  <a:lnTo>
                    <a:pt x="3362" y="281"/>
                  </a:lnTo>
                  <a:lnTo>
                    <a:pt x="3765" y="360"/>
                  </a:lnTo>
                  <a:lnTo>
                    <a:pt x="4125" y="431"/>
                  </a:lnTo>
                  <a:lnTo>
                    <a:pt x="4450" y="510"/>
                  </a:lnTo>
                  <a:lnTo>
                    <a:pt x="4730" y="588"/>
                  </a:lnTo>
                  <a:lnTo>
                    <a:pt x="4967" y="667"/>
                  </a:lnTo>
                  <a:lnTo>
                    <a:pt x="5169" y="746"/>
                  </a:lnTo>
                  <a:lnTo>
                    <a:pt x="5327" y="817"/>
                  </a:lnTo>
                  <a:lnTo>
                    <a:pt x="5441" y="887"/>
                  </a:lnTo>
                  <a:lnTo>
                    <a:pt x="5520" y="948"/>
                  </a:lnTo>
                  <a:lnTo>
                    <a:pt x="5547" y="975"/>
                  </a:lnTo>
                  <a:lnTo>
                    <a:pt x="5555" y="1001"/>
                  </a:lnTo>
                  <a:lnTo>
                    <a:pt x="5555" y="1001"/>
                  </a:lnTo>
                  <a:lnTo>
                    <a:pt x="5547" y="1027"/>
                  </a:lnTo>
                  <a:lnTo>
                    <a:pt x="5520" y="1054"/>
                  </a:lnTo>
                  <a:lnTo>
                    <a:pt x="5441" y="1115"/>
                  </a:lnTo>
                  <a:lnTo>
                    <a:pt x="5318" y="1176"/>
                  </a:lnTo>
                  <a:lnTo>
                    <a:pt x="5160" y="1255"/>
                  </a:lnTo>
                  <a:lnTo>
                    <a:pt x="4959" y="1326"/>
                  </a:lnTo>
                  <a:lnTo>
                    <a:pt x="4722" y="1405"/>
                  </a:lnTo>
                  <a:lnTo>
                    <a:pt x="4432" y="1484"/>
                  </a:lnTo>
                  <a:lnTo>
                    <a:pt x="4107" y="1563"/>
                  </a:lnTo>
                  <a:lnTo>
                    <a:pt x="3739" y="1641"/>
                  </a:lnTo>
                  <a:lnTo>
                    <a:pt x="3335" y="1712"/>
                  </a:lnTo>
                  <a:lnTo>
                    <a:pt x="2879" y="1782"/>
                  </a:lnTo>
                  <a:lnTo>
                    <a:pt x="2387" y="1843"/>
                  </a:lnTo>
                  <a:lnTo>
                    <a:pt x="1861" y="1896"/>
                  </a:lnTo>
                  <a:lnTo>
                    <a:pt x="1282" y="1940"/>
                  </a:lnTo>
                  <a:lnTo>
                    <a:pt x="668" y="1966"/>
                  </a:lnTo>
                  <a:lnTo>
                    <a:pt x="1" y="19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 flipH="1">
              <a:off x="2004118" y="2075061"/>
              <a:ext cx="711724" cy="255308"/>
            </a:xfrm>
            <a:custGeom>
              <a:avLst/>
              <a:gdLst/>
              <a:ahLst/>
              <a:cxnLst/>
              <a:rect l="l" t="t" r="r" b="b"/>
              <a:pathLst>
                <a:path w="5556" h="1993" extrusionOk="0">
                  <a:moveTo>
                    <a:pt x="80" y="1"/>
                  </a:moveTo>
                  <a:lnTo>
                    <a:pt x="124" y="132"/>
                  </a:lnTo>
                  <a:lnTo>
                    <a:pt x="159" y="255"/>
                  </a:lnTo>
                  <a:lnTo>
                    <a:pt x="194" y="387"/>
                  </a:lnTo>
                  <a:lnTo>
                    <a:pt x="220" y="510"/>
                  </a:lnTo>
                  <a:lnTo>
                    <a:pt x="238" y="641"/>
                  </a:lnTo>
                  <a:lnTo>
                    <a:pt x="246" y="773"/>
                  </a:lnTo>
                  <a:lnTo>
                    <a:pt x="246" y="896"/>
                  </a:lnTo>
                  <a:lnTo>
                    <a:pt x="246" y="1027"/>
                  </a:lnTo>
                  <a:lnTo>
                    <a:pt x="238" y="1150"/>
                  </a:lnTo>
                  <a:lnTo>
                    <a:pt x="220" y="1273"/>
                  </a:lnTo>
                  <a:lnTo>
                    <a:pt x="202" y="1396"/>
                  </a:lnTo>
                  <a:lnTo>
                    <a:pt x="176" y="1519"/>
                  </a:lnTo>
                  <a:lnTo>
                    <a:pt x="141" y="1641"/>
                  </a:lnTo>
                  <a:lnTo>
                    <a:pt x="97" y="1756"/>
                  </a:lnTo>
                  <a:lnTo>
                    <a:pt x="53" y="1878"/>
                  </a:lnTo>
                  <a:lnTo>
                    <a:pt x="1" y="1993"/>
                  </a:lnTo>
                  <a:lnTo>
                    <a:pt x="668" y="1966"/>
                  </a:lnTo>
                  <a:lnTo>
                    <a:pt x="1282" y="1940"/>
                  </a:lnTo>
                  <a:lnTo>
                    <a:pt x="1861" y="1896"/>
                  </a:lnTo>
                  <a:lnTo>
                    <a:pt x="2387" y="1843"/>
                  </a:lnTo>
                  <a:lnTo>
                    <a:pt x="2879" y="1782"/>
                  </a:lnTo>
                  <a:lnTo>
                    <a:pt x="3335" y="1712"/>
                  </a:lnTo>
                  <a:lnTo>
                    <a:pt x="3739" y="1641"/>
                  </a:lnTo>
                  <a:lnTo>
                    <a:pt x="4107" y="1563"/>
                  </a:lnTo>
                  <a:lnTo>
                    <a:pt x="4432" y="1484"/>
                  </a:lnTo>
                  <a:lnTo>
                    <a:pt x="4722" y="1405"/>
                  </a:lnTo>
                  <a:lnTo>
                    <a:pt x="4959" y="1326"/>
                  </a:lnTo>
                  <a:lnTo>
                    <a:pt x="5160" y="1255"/>
                  </a:lnTo>
                  <a:lnTo>
                    <a:pt x="5318" y="1176"/>
                  </a:lnTo>
                  <a:lnTo>
                    <a:pt x="5441" y="1115"/>
                  </a:lnTo>
                  <a:lnTo>
                    <a:pt x="5520" y="1054"/>
                  </a:lnTo>
                  <a:lnTo>
                    <a:pt x="5547" y="1027"/>
                  </a:lnTo>
                  <a:lnTo>
                    <a:pt x="5555" y="1001"/>
                  </a:lnTo>
                  <a:lnTo>
                    <a:pt x="5547" y="975"/>
                  </a:lnTo>
                  <a:lnTo>
                    <a:pt x="5520" y="948"/>
                  </a:lnTo>
                  <a:lnTo>
                    <a:pt x="5441" y="887"/>
                  </a:lnTo>
                  <a:lnTo>
                    <a:pt x="5327" y="817"/>
                  </a:lnTo>
                  <a:lnTo>
                    <a:pt x="5169" y="746"/>
                  </a:lnTo>
                  <a:lnTo>
                    <a:pt x="4967" y="667"/>
                  </a:lnTo>
                  <a:lnTo>
                    <a:pt x="4730" y="588"/>
                  </a:lnTo>
                  <a:lnTo>
                    <a:pt x="4450" y="510"/>
                  </a:lnTo>
                  <a:lnTo>
                    <a:pt x="4125" y="431"/>
                  </a:lnTo>
                  <a:lnTo>
                    <a:pt x="3765" y="360"/>
                  </a:lnTo>
                  <a:lnTo>
                    <a:pt x="3362" y="281"/>
                  </a:lnTo>
                  <a:lnTo>
                    <a:pt x="2923" y="211"/>
                  </a:lnTo>
                  <a:lnTo>
                    <a:pt x="2431" y="150"/>
                  </a:lnTo>
                  <a:lnTo>
                    <a:pt x="1905" y="97"/>
                  </a:lnTo>
                  <a:lnTo>
                    <a:pt x="1343" y="53"/>
                  </a:lnTo>
                  <a:lnTo>
                    <a:pt x="729" y="18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 flipH="1">
              <a:off x="2917989" y="3081172"/>
              <a:ext cx="213799" cy="719552"/>
            </a:xfrm>
            <a:custGeom>
              <a:avLst/>
              <a:gdLst/>
              <a:ahLst/>
              <a:cxnLst/>
              <a:rect l="l" t="t" r="r" b="b"/>
              <a:pathLst>
                <a:path w="1669" h="5617" extrusionOk="0">
                  <a:moveTo>
                    <a:pt x="361" y="0"/>
                  </a:moveTo>
                  <a:lnTo>
                    <a:pt x="1" y="4660"/>
                  </a:lnTo>
                  <a:lnTo>
                    <a:pt x="782" y="5151"/>
                  </a:lnTo>
                  <a:lnTo>
                    <a:pt x="1177" y="5388"/>
                  </a:lnTo>
                  <a:lnTo>
                    <a:pt x="1572" y="5616"/>
                  </a:lnTo>
                  <a:lnTo>
                    <a:pt x="1668" y="492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 flipH="1">
              <a:off x="2930416" y="3718478"/>
              <a:ext cx="323837" cy="1619984"/>
            </a:xfrm>
            <a:custGeom>
              <a:avLst/>
              <a:gdLst/>
              <a:ahLst/>
              <a:cxnLst/>
              <a:rect l="l" t="t" r="r" b="b"/>
              <a:pathLst>
                <a:path w="2528" h="12646" extrusionOk="0">
                  <a:moveTo>
                    <a:pt x="939" y="1"/>
                  </a:moveTo>
                  <a:lnTo>
                    <a:pt x="0" y="12128"/>
                  </a:lnTo>
                  <a:lnTo>
                    <a:pt x="185" y="12207"/>
                  </a:lnTo>
                  <a:lnTo>
                    <a:pt x="395" y="12295"/>
                  </a:lnTo>
                  <a:lnTo>
                    <a:pt x="676" y="12382"/>
                  </a:lnTo>
                  <a:lnTo>
                    <a:pt x="834" y="12435"/>
                  </a:lnTo>
                  <a:lnTo>
                    <a:pt x="1018" y="12479"/>
                  </a:lnTo>
                  <a:lnTo>
                    <a:pt x="1203" y="12523"/>
                  </a:lnTo>
                  <a:lnTo>
                    <a:pt x="1404" y="12567"/>
                  </a:lnTo>
                  <a:lnTo>
                    <a:pt x="1624" y="12593"/>
                  </a:lnTo>
                  <a:lnTo>
                    <a:pt x="1843" y="12619"/>
                  </a:lnTo>
                  <a:lnTo>
                    <a:pt x="2071" y="12637"/>
                  </a:lnTo>
                  <a:lnTo>
                    <a:pt x="2308" y="12646"/>
                  </a:lnTo>
                  <a:lnTo>
                    <a:pt x="2528" y="957"/>
                  </a:lnTo>
                  <a:lnTo>
                    <a:pt x="2124" y="720"/>
                  </a:lnTo>
                  <a:lnTo>
                    <a:pt x="1729" y="483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FFFFFF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1"/>
            <p:cNvSpPr/>
            <p:nvPr/>
          </p:nvSpPr>
          <p:spPr>
            <a:xfrm flipH="1">
              <a:off x="2004118" y="2075061"/>
              <a:ext cx="711724" cy="255308"/>
            </a:xfrm>
            <a:custGeom>
              <a:avLst/>
              <a:gdLst/>
              <a:ahLst/>
              <a:cxnLst/>
              <a:rect l="l" t="t" r="r" b="b"/>
              <a:pathLst>
                <a:path w="5556" h="1993" extrusionOk="0">
                  <a:moveTo>
                    <a:pt x="80" y="1"/>
                  </a:moveTo>
                  <a:lnTo>
                    <a:pt x="124" y="132"/>
                  </a:lnTo>
                  <a:lnTo>
                    <a:pt x="159" y="255"/>
                  </a:lnTo>
                  <a:lnTo>
                    <a:pt x="194" y="387"/>
                  </a:lnTo>
                  <a:lnTo>
                    <a:pt x="220" y="510"/>
                  </a:lnTo>
                  <a:lnTo>
                    <a:pt x="238" y="641"/>
                  </a:lnTo>
                  <a:lnTo>
                    <a:pt x="246" y="773"/>
                  </a:lnTo>
                  <a:lnTo>
                    <a:pt x="246" y="896"/>
                  </a:lnTo>
                  <a:lnTo>
                    <a:pt x="246" y="1027"/>
                  </a:lnTo>
                  <a:lnTo>
                    <a:pt x="238" y="1150"/>
                  </a:lnTo>
                  <a:lnTo>
                    <a:pt x="220" y="1273"/>
                  </a:lnTo>
                  <a:lnTo>
                    <a:pt x="202" y="1396"/>
                  </a:lnTo>
                  <a:lnTo>
                    <a:pt x="176" y="1519"/>
                  </a:lnTo>
                  <a:lnTo>
                    <a:pt x="141" y="1641"/>
                  </a:lnTo>
                  <a:lnTo>
                    <a:pt x="97" y="1756"/>
                  </a:lnTo>
                  <a:lnTo>
                    <a:pt x="53" y="1878"/>
                  </a:lnTo>
                  <a:lnTo>
                    <a:pt x="1" y="1993"/>
                  </a:lnTo>
                  <a:lnTo>
                    <a:pt x="668" y="1966"/>
                  </a:lnTo>
                  <a:lnTo>
                    <a:pt x="1282" y="1940"/>
                  </a:lnTo>
                  <a:lnTo>
                    <a:pt x="1861" y="1896"/>
                  </a:lnTo>
                  <a:lnTo>
                    <a:pt x="2387" y="1843"/>
                  </a:lnTo>
                  <a:lnTo>
                    <a:pt x="2879" y="1782"/>
                  </a:lnTo>
                  <a:lnTo>
                    <a:pt x="3335" y="1712"/>
                  </a:lnTo>
                  <a:lnTo>
                    <a:pt x="3739" y="1641"/>
                  </a:lnTo>
                  <a:lnTo>
                    <a:pt x="4107" y="1563"/>
                  </a:lnTo>
                  <a:lnTo>
                    <a:pt x="4432" y="1484"/>
                  </a:lnTo>
                  <a:lnTo>
                    <a:pt x="4722" y="1405"/>
                  </a:lnTo>
                  <a:lnTo>
                    <a:pt x="4959" y="1326"/>
                  </a:lnTo>
                  <a:lnTo>
                    <a:pt x="5160" y="1255"/>
                  </a:lnTo>
                  <a:lnTo>
                    <a:pt x="5318" y="1176"/>
                  </a:lnTo>
                  <a:lnTo>
                    <a:pt x="5441" y="1115"/>
                  </a:lnTo>
                  <a:lnTo>
                    <a:pt x="5520" y="1054"/>
                  </a:lnTo>
                  <a:lnTo>
                    <a:pt x="5547" y="1027"/>
                  </a:lnTo>
                  <a:lnTo>
                    <a:pt x="5555" y="1001"/>
                  </a:lnTo>
                  <a:lnTo>
                    <a:pt x="5547" y="975"/>
                  </a:lnTo>
                  <a:lnTo>
                    <a:pt x="5520" y="948"/>
                  </a:lnTo>
                  <a:lnTo>
                    <a:pt x="5441" y="887"/>
                  </a:lnTo>
                  <a:lnTo>
                    <a:pt x="5327" y="817"/>
                  </a:lnTo>
                  <a:lnTo>
                    <a:pt x="5169" y="746"/>
                  </a:lnTo>
                  <a:lnTo>
                    <a:pt x="4967" y="667"/>
                  </a:lnTo>
                  <a:lnTo>
                    <a:pt x="4730" y="588"/>
                  </a:lnTo>
                  <a:lnTo>
                    <a:pt x="4450" y="510"/>
                  </a:lnTo>
                  <a:lnTo>
                    <a:pt x="4125" y="431"/>
                  </a:lnTo>
                  <a:lnTo>
                    <a:pt x="3765" y="360"/>
                  </a:lnTo>
                  <a:lnTo>
                    <a:pt x="3362" y="281"/>
                  </a:lnTo>
                  <a:lnTo>
                    <a:pt x="2923" y="211"/>
                  </a:lnTo>
                  <a:lnTo>
                    <a:pt x="2431" y="150"/>
                  </a:lnTo>
                  <a:lnTo>
                    <a:pt x="1905" y="97"/>
                  </a:lnTo>
                  <a:lnTo>
                    <a:pt x="1343" y="53"/>
                  </a:lnTo>
                  <a:lnTo>
                    <a:pt x="729" y="18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191919">
                <a:alpha val="629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38;p28">
            <a:extLst>
              <a:ext uri="{FF2B5EF4-FFF2-40B4-BE49-F238E27FC236}">
                <a16:creationId xmlns:a16="http://schemas.microsoft.com/office/drawing/2014/main" id="{FF33CD6B-3316-D1BC-8B15-FC92C1040E0C}"/>
              </a:ext>
            </a:extLst>
          </p:cNvPr>
          <p:cNvSpPr txBox="1">
            <a:spLocks/>
          </p:cNvSpPr>
          <p:nvPr/>
        </p:nvSpPr>
        <p:spPr>
          <a:xfrm>
            <a:off x="4434685" y="3996867"/>
            <a:ext cx="3783259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Why saving water is important?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ageCurlDouble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75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2"/>
          <p:cNvSpPr/>
          <p:nvPr/>
        </p:nvSpPr>
        <p:spPr>
          <a:xfrm>
            <a:off x="5845600" y="1151825"/>
            <a:ext cx="2267750" cy="1850500"/>
          </a:xfrm>
          <a:custGeom>
            <a:avLst/>
            <a:gdLst/>
            <a:ahLst/>
            <a:cxnLst/>
            <a:rect l="l" t="t" r="r" b="b"/>
            <a:pathLst>
              <a:path w="90710" h="74020" extrusionOk="0">
                <a:moveTo>
                  <a:pt x="26955" y="0"/>
                </a:moveTo>
                <a:lnTo>
                  <a:pt x="26410" y="21"/>
                </a:lnTo>
                <a:lnTo>
                  <a:pt x="25843" y="42"/>
                </a:lnTo>
                <a:lnTo>
                  <a:pt x="25297" y="105"/>
                </a:lnTo>
                <a:lnTo>
                  <a:pt x="24730" y="168"/>
                </a:lnTo>
                <a:lnTo>
                  <a:pt x="24184" y="252"/>
                </a:lnTo>
                <a:lnTo>
                  <a:pt x="23618" y="357"/>
                </a:lnTo>
                <a:lnTo>
                  <a:pt x="23030" y="483"/>
                </a:lnTo>
                <a:lnTo>
                  <a:pt x="22463" y="630"/>
                </a:lnTo>
                <a:lnTo>
                  <a:pt x="21875" y="798"/>
                </a:lnTo>
                <a:lnTo>
                  <a:pt x="21287" y="987"/>
                </a:lnTo>
                <a:lnTo>
                  <a:pt x="20700" y="1197"/>
                </a:lnTo>
                <a:lnTo>
                  <a:pt x="20091" y="1428"/>
                </a:lnTo>
                <a:lnTo>
                  <a:pt x="19503" y="1679"/>
                </a:lnTo>
                <a:lnTo>
                  <a:pt x="18873" y="1952"/>
                </a:lnTo>
                <a:lnTo>
                  <a:pt x="18264" y="2246"/>
                </a:lnTo>
                <a:lnTo>
                  <a:pt x="17635" y="2561"/>
                </a:lnTo>
                <a:lnTo>
                  <a:pt x="17005" y="2918"/>
                </a:lnTo>
                <a:lnTo>
                  <a:pt x="16375" y="3275"/>
                </a:lnTo>
                <a:lnTo>
                  <a:pt x="15724" y="3674"/>
                </a:lnTo>
                <a:lnTo>
                  <a:pt x="15011" y="4157"/>
                </a:lnTo>
                <a:lnTo>
                  <a:pt x="14318" y="4639"/>
                </a:lnTo>
                <a:lnTo>
                  <a:pt x="13667" y="5143"/>
                </a:lnTo>
                <a:lnTo>
                  <a:pt x="13016" y="5689"/>
                </a:lnTo>
                <a:lnTo>
                  <a:pt x="12408" y="6256"/>
                </a:lnTo>
                <a:lnTo>
                  <a:pt x="11799" y="6823"/>
                </a:lnTo>
                <a:lnTo>
                  <a:pt x="11232" y="7431"/>
                </a:lnTo>
                <a:lnTo>
                  <a:pt x="10686" y="8061"/>
                </a:lnTo>
                <a:lnTo>
                  <a:pt x="10161" y="8712"/>
                </a:lnTo>
                <a:lnTo>
                  <a:pt x="9658" y="9363"/>
                </a:lnTo>
                <a:lnTo>
                  <a:pt x="9175" y="10055"/>
                </a:lnTo>
                <a:lnTo>
                  <a:pt x="8713" y="10748"/>
                </a:lnTo>
                <a:lnTo>
                  <a:pt x="8293" y="11462"/>
                </a:lnTo>
                <a:lnTo>
                  <a:pt x="7894" y="12197"/>
                </a:lnTo>
                <a:lnTo>
                  <a:pt x="7516" y="12931"/>
                </a:lnTo>
                <a:lnTo>
                  <a:pt x="7159" y="13687"/>
                </a:lnTo>
                <a:lnTo>
                  <a:pt x="6824" y="14464"/>
                </a:lnTo>
                <a:lnTo>
                  <a:pt x="6530" y="15241"/>
                </a:lnTo>
                <a:lnTo>
                  <a:pt x="6257" y="16017"/>
                </a:lnTo>
                <a:lnTo>
                  <a:pt x="6005" y="16815"/>
                </a:lnTo>
                <a:lnTo>
                  <a:pt x="5795" y="17634"/>
                </a:lnTo>
                <a:lnTo>
                  <a:pt x="5606" y="18431"/>
                </a:lnTo>
                <a:lnTo>
                  <a:pt x="5438" y="19250"/>
                </a:lnTo>
                <a:lnTo>
                  <a:pt x="5312" y="20090"/>
                </a:lnTo>
                <a:lnTo>
                  <a:pt x="5207" y="20909"/>
                </a:lnTo>
                <a:lnTo>
                  <a:pt x="5123" y="21748"/>
                </a:lnTo>
                <a:lnTo>
                  <a:pt x="5081" y="22567"/>
                </a:lnTo>
                <a:lnTo>
                  <a:pt x="5060" y="23407"/>
                </a:lnTo>
                <a:lnTo>
                  <a:pt x="5081" y="24246"/>
                </a:lnTo>
                <a:lnTo>
                  <a:pt x="5123" y="25086"/>
                </a:lnTo>
                <a:lnTo>
                  <a:pt x="5207" y="25926"/>
                </a:lnTo>
                <a:lnTo>
                  <a:pt x="5312" y="26765"/>
                </a:lnTo>
                <a:lnTo>
                  <a:pt x="5480" y="28088"/>
                </a:lnTo>
                <a:lnTo>
                  <a:pt x="5648" y="29431"/>
                </a:lnTo>
                <a:lnTo>
                  <a:pt x="5774" y="30775"/>
                </a:lnTo>
                <a:lnTo>
                  <a:pt x="5816" y="31447"/>
                </a:lnTo>
                <a:lnTo>
                  <a:pt x="5837" y="32118"/>
                </a:lnTo>
                <a:lnTo>
                  <a:pt x="5858" y="32790"/>
                </a:lnTo>
                <a:lnTo>
                  <a:pt x="5837" y="33462"/>
                </a:lnTo>
                <a:lnTo>
                  <a:pt x="5816" y="34113"/>
                </a:lnTo>
                <a:lnTo>
                  <a:pt x="5753" y="34785"/>
                </a:lnTo>
                <a:lnTo>
                  <a:pt x="5669" y="35456"/>
                </a:lnTo>
                <a:lnTo>
                  <a:pt x="5543" y="36107"/>
                </a:lnTo>
                <a:lnTo>
                  <a:pt x="5396" y="36779"/>
                </a:lnTo>
                <a:lnTo>
                  <a:pt x="5207" y="37430"/>
                </a:lnTo>
                <a:lnTo>
                  <a:pt x="4850" y="38521"/>
                </a:lnTo>
                <a:lnTo>
                  <a:pt x="4451" y="39613"/>
                </a:lnTo>
                <a:lnTo>
                  <a:pt x="4011" y="40704"/>
                </a:lnTo>
                <a:lnTo>
                  <a:pt x="3549" y="41775"/>
                </a:lnTo>
                <a:lnTo>
                  <a:pt x="2625" y="43937"/>
                </a:lnTo>
                <a:lnTo>
                  <a:pt x="2184" y="45029"/>
                </a:lnTo>
                <a:lnTo>
                  <a:pt x="1743" y="46099"/>
                </a:lnTo>
                <a:lnTo>
                  <a:pt x="1344" y="47191"/>
                </a:lnTo>
                <a:lnTo>
                  <a:pt x="967" y="48304"/>
                </a:lnTo>
                <a:lnTo>
                  <a:pt x="799" y="48849"/>
                </a:lnTo>
                <a:lnTo>
                  <a:pt x="652" y="49395"/>
                </a:lnTo>
                <a:lnTo>
                  <a:pt x="505" y="49962"/>
                </a:lnTo>
                <a:lnTo>
                  <a:pt x="379" y="50529"/>
                </a:lnTo>
                <a:lnTo>
                  <a:pt x="253" y="51096"/>
                </a:lnTo>
                <a:lnTo>
                  <a:pt x="169" y="51662"/>
                </a:lnTo>
                <a:lnTo>
                  <a:pt x="85" y="52229"/>
                </a:lnTo>
                <a:lnTo>
                  <a:pt x="43" y="52817"/>
                </a:lnTo>
                <a:lnTo>
                  <a:pt x="1" y="53405"/>
                </a:lnTo>
                <a:lnTo>
                  <a:pt x="1" y="53993"/>
                </a:lnTo>
                <a:lnTo>
                  <a:pt x="1" y="54580"/>
                </a:lnTo>
                <a:lnTo>
                  <a:pt x="43" y="55189"/>
                </a:lnTo>
                <a:lnTo>
                  <a:pt x="85" y="55777"/>
                </a:lnTo>
                <a:lnTo>
                  <a:pt x="127" y="56344"/>
                </a:lnTo>
                <a:lnTo>
                  <a:pt x="190" y="56911"/>
                </a:lnTo>
                <a:lnTo>
                  <a:pt x="274" y="57456"/>
                </a:lnTo>
                <a:lnTo>
                  <a:pt x="358" y="58002"/>
                </a:lnTo>
                <a:lnTo>
                  <a:pt x="463" y="58527"/>
                </a:lnTo>
                <a:lnTo>
                  <a:pt x="568" y="59052"/>
                </a:lnTo>
                <a:lnTo>
                  <a:pt x="694" y="59577"/>
                </a:lnTo>
                <a:lnTo>
                  <a:pt x="820" y="60080"/>
                </a:lnTo>
                <a:lnTo>
                  <a:pt x="967" y="60584"/>
                </a:lnTo>
                <a:lnTo>
                  <a:pt x="1114" y="61067"/>
                </a:lnTo>
                <a:lnTo>
                  <a:pt x="1281" y="61550"/>
                </a:lnTo>
                <a:lnTo>
                  <a:pt x="1470" y="62033"/>
                </a:lnTo>
                <a:lnTo>
                  <a:pt x="1638" y="62495"/>
                </a:lnTo>
                <a:lnTo>
                  <a:pt x="2037" y="63397"/>
                </a:lnTo>
                <a:lnTo>
                  <a:pt x="2478" y="64258"/>
                </a:lnTo>
                <a:lnTo>
                  <a:pt x="2961" y="65077"/>
                </a:lnTo>
                <a:lnTo>
                  <a:pt x="3465" y="65874"/>
                </a:lnTo>
                <a:lnTo>
                  <a:pt x="4011" y="66609"/>
                </a:lnTo>
                <a:lnTo>
                  <a:pt x="4577" y="67344"/>
                </a:lnTo>
                <a:lnTo>
                  <a:pt x="5186" y="68016"/>
                </a:lnTo>
                <a:lnTo>
                  <a:pt x="5816" y="68666"/>
                </a:lnTo>
                <a:lnTo>
                  <a:pt x="6488" y="69275"/>
                </a:lnTo>
                <a:lnTo>
                  <a:pt x="7159" y="69842"/>
                </a:lnTo>
                <a:lnTo>
                  <a:pt x="7873" y="70367"/>
                </a:lnTo>
                <a:lnTo>
                  <a:pt x="8608" y="70871"/>
                </a:lnTo>
                <a:lnTo>
                  <a:pt x="9343" y="71332"/>
                </a:lnTo>
                <a:lnTo>
                  <a:pt x="10119" y="71752"/>
                </a:lnTo>
                <a:lnTo>
                  <a:pt x="10896" y="72151"/>
                </a:lnTo>
                <a:lnTo>
                  <a:pt x="11694" y="72508"/>
                </a:lnTo>
                <a:lnTo>
                  <a:pt x="12512" y="72823"/>
                </a:lnTo>
                <a:lnTo>
                  <a:pt x="13331" y="73096"/>
                </a:lnTo>
                <a:lnTo>
                  <a:pt x="14171" y="73348"/>
                </a:lnTo>
                <a:lnTo>
                  <a:pt x="15032" y="73537"/>
                </a:lnTo>
                <a:lnTo>
                  <a:pt x="15871" y="73705"/>
                </a:lnTo>
                <a:lnTo>
                  <a:pt x="16732" y="73851"/>
                </a:lnTo>
                <a:lnTo>
                  <a:pt x="17593" y="73935"/>
                </a:lnTo>
                <a:lnTo>
                  <a:pt x="18474" y="73998"/>
                </a:lnTo>
                <a:lnTo>
                  <a:pt x="19335" y="74019"/>
                </a:lnTo>
                <a:lnTo>
                  <a:pt x="20196" y="73998"/>
                </a:lnTo>
                <a:lnTo>
                  <a:pt x="21056" y="73935"/>
                </a:lnTo>
                <a:lnTo>
                  <a:pt x="21917" y="73851"/>
                </a:lnTo>
                <a:lnTo>
                  <a:pt x="22778" y="73726"/>
                </a:lnTo>
                <a:lnTo>
                  <a:pt x="23618" y="73558"/>
                </a:lnTo>
                <a:lnTo>
                  <a:pt x="24457" y="73369"/>
                </a:lnTo>
                <a:lnTo>
                  <a:pt x="25297" y="73117"/>
                </a:lnTo>
                <a:lnTo>
                  <a:pt x="26095" y="72844"/>
                </a:lnTo>
                <a:lnTo>
                  <a:pt x="26913" y="72529"/>
                </a:lnTo>
                <a:lnTo>
                  <a:pt x="27690" y="72172"/>
                </a:lnTo>
                <a:lnTo>
                  <a:pt x="28467" y="71794"/>
                </a:lnTo>
                <a:lnTo>
                  <a:pt x="29223" y="71374"/>
                </a:lnTo>
                <a:lnTo>
                  <a:pt x="29957" y="70913"/>
                </a:lnTo>
                <a:lnTo>
                  <a:pt x="30671" y="70409"/>
                </a:lnTo>
                <a:lnTo>
                  <a:pt x="31343" y="69863"/>
                </a:lnTo>
                <a:lnTo>
                  <a:pt x="32015" y="69296"/>
                </a:lnTo>
                <a:lnTo>
                  <a:pt x="32644" y="68687"/>
                </a:lnTo>
                <a:lnTo>
                  <a:pt x="33253" y="68037"/>
                </a:lnTo>
                <a:lnTo>
                  <a:pt x="33841" y="67344"/>
                </a:lnTo>
                <a:lnTo>
                  <a:pt x="34387" y="66609"/>
                </a:lnTo>
                <a:lnTo>
                  <a:pt x="34890" y="65853"/>
                </a:lnTo>
                <a:lnTo>
                  <a:pt x="35373" y="65056"/>
                </a:lnTo>
                <a:lnTo>
                  <a:pt x="35604" y="64636"/>
                </a:lnTo>
                <a:lnTo>
                  <a:pt x="35835" y="64216"/>
                </a:lnTo>
                <a:lnTo>
                  <a:pt x="36045" y="63775"/>
                </a:lnTo>
                <a:lnTo>
                  <a:pt x="36234" y="63334"/>
                </a:lnTo>
                <a:lnTo>
                  <a:pt x="36423" y="62872"/>
                </a:lnTo>
                <a:lnTo>
                  <a:pt x="36612" y="62411"/>
                </a:lnTo>
                <a:lnTo>
                  <a:pt x="36780" y="61949"/>
                </a:lnTo>
                <a:lnTo>
                  <a:pt x="36927" y="61466"/>
                </a:lnTo>
                <a:lnTo>
                  <a:pt x="37074" y="60983"/>
                </a:lnTo>
                <a:lnTo>
                  <a:pt x="37221" y="60479"/>
                </a:lnTo>
                <a:lnTo>
                  <a:pt x="37347" y="59975"/>
                </a:lnTo>
                <a:lnTo>
                  <a:pt x="37452" y="59451"/>
                </a:lnTo>
                <a:lnTo>
                  <a:pt x="37557" y="58926"/>
                </a:lnTo>
                <a:lnTo>
                  <a:pt x="37641" y="58380"/>
                </a:lnTo>
                <a:lnTo>
                  <a:pt x="37724" y="57834"/>
                </a:lnTo>
                <a:lnTo>
                  <a:pt x="37787" y="57288"/>
                </a:lnTo>
                <a:lnTo>
                  <a:pt x="37850" y="56722"/>
                </a:lnTo>
                <a:lnTo>
                  <a:pt x="37892" y="56134"/>
                </a:lnTo>
                <a:lnTo>
                  <a:pt x="37934" y="55546"/>
                </a:lnTo>
                <a:lnTo>
                  <a:pt x="37955" y="54958"/>
                </a:lnTo>
                <a:lnTo>
                  <a:pt x="38018" y="53489"/>
                </a:lnTo>
                <a:lnTo>
                  <a:pt x="38102" y="52019"/>
                </a:lnTo>
                <a:lnTo>
                  <a:pt x="38165" y="51306"/>
                </a:lnTo>
                <a:lnTo>
                  <a:pt x="38249" y="50571"/>
                </a:lnTo>
                <a:lnTo>
                  <a:pt x="38333" y="49836"/>
                </a:lnTo>
                <a:lnTo>
                  <a:pt x="38459" y="49122"/>
                </a:lnTo>
                <a:lnTo>
                  <a:pt x="38606" y="48430"/>
                </a:lnTo>
                <a:lnTo>
                  <a:pt x="38816" y="47737"/>
                </a:lnTo>
                <a:lnTo>
                  <a:pt x="39047" y="47065"/>
                </a:lnTo>
                <a:lnTo>
                  <a:pt x="39173" y="46729"/>
                </a:lnTo>
                <a:lnTo>
                  <a:pt x="39320" y="46393"/>
                </a:lnTo>
                <a:lnTo>
                  <a:pt x="39467" y="46078"/>
                </a:lnTo>
                <a:lnTo>
                  <a:pt x="39635" y="45764"/>
                </a:lnTo>
                <a:lnTo>
                  <a:pt x="39824" y="45449"/>
                </a:lnTo>
                <a:lnTo>
                  <a:pt x="40013" y="45134"/>
                </a:lnTo>
                <a:lnTo>
                  <a:pt x="40244" y="44840"/>
                </a:lnTo>
                <a:lnTo>
                  <a:pt x="40454" y="44546"/>
                </a:lnTo>
                <a:lnTo>
                  <a:pt x="40705" y="44252"/>
                </a:lnTo>
                <a:lnTo>
                  <a:pt x="40978" y="43979"/>
                </a:lnTo>
                <a:lnTo>
                  <a:pt x="41272" y="43601"/>
                </a:lnTo>
                <a:lnTo>
                  <a:pt x="41608" y="43244"/>
                </a:lnTo>
                <a:lnTo>
                  <a:pt x="41923" y="42909"/>
                </a:lnTo>
                <a:lnTo>
                  <a:pt x="42259" y="42615"/>
                </a:lnTo>
                <a:lnTo>
                  <a:pt x="42616" y="42342"/>
                </a:lnTo>
                <a:lnTo>
                  <a:pt x="42952" y="42090"/>
                </a:lnTo>
                <a:lnTo>
                  <a:pt x="43308" y="41859"/>
                </a:lnTo>
                <a:lnTo>
                  <a:pt x="43665" y="41649"/>
                </a:lnTo>
                <a:lnTo>
                  <a:pt x="44043" y="41460"/>
                </a:lnTo>
                <a:lnTo>
                  <a:pt x="44421" y="41292"/>
                </a:lnTo>
                <a:lnTo>
                  <a:pt x="44799" y="41166"/>
                </a:lnTo>
                <a:lnTo>
                  <a:pt x="45177" y="41040"/>
                </a:lnTo>
                <a:lnTo>
                  <a:pt x="45576" y="40935"/>
                </a:lnTo>
                <a:lnTo>
                  <a:pt x="45954" y="40830"/>
                </a:lnTo>
                <a:lnTo>
                  <a:pt x="46352" y="40767"/>
                </a:lnTo>
                <a:lnTo>
                  <a:pt x="46772" y="40704"/>
                </a:lnTo>
                <a:lnTo>
                  <a:pt x="47171" y="40662"/>
                </a:lnTo>
                <a:lnTo>
                  <a:pt x="47591" y="40641"/>
                </a:lnTo>
                <a:lnTo>
                  <a:pt x="48431" y="40620"/>
                </a:lnTo>
                <a:lnTo>
                  <a:pt x="49270" y="40641"/>
                </a:lnTo>
                <a:lnTo>
                  <a:pt x="50131" y="40704"/>
                </a:lnTo>
                <a:lnTo>
                  <a:pt x="50992" y="40809"/>
                </a:lnTo>
                <a:lnTo>
                  <a:pt x="51873" y="40935"/>
                </a:lnTo>
                <a:lnTo>
                  <a:pt x="53637" y="41208"/>
                </a:lnTo>
                <a:lnTo>
                  <a:pt x="55400" y="41502"/>
                </a:lnTo>
                <a:lnTo>
                  <a:pt x="56282" y="41628"/>
                </a:lnTo>
                <a:lnTo>
                  <a:pt x="57164" y="41754"/>
                </a:lnTo>
                <a:lnTo>
                  <a:pt x="58024" y="41838"/>
                </a:lnTo>
                <a:lnTo>
                  <a:pt x="58885" y="41901"/>
                </a:lnTo>
                <a:lnTo>
                  <a:pt x="59746" y="41922"/>
                </a:lnTo>
                <a:lnTo>
                  <a:pt x="60165" y="41901"/>
                </a:lnTo>
                <a:lnTo>
                  <a:pt x="60564" y="41880"/>
                </a:lnTo>
                <a:lnTo>
                  <a:pt x="60984" y="41859"/>
                </a:lnTo>
                <a:lnTo>
                  <a:pt x="61404" y="41796"/>
                </a:lnTo>
                <a:lnTo>
                  <a:pt x="61803" y="41733"/>
                </a:lnTo>
                <a:lnTo>
                  <a:pt x="62202" y="41649"/>
                </a:lnTo>
                <a:lnTo>
                  <a:pt x="62601" y="41565"/>
                </a:lnTo>
                <a:lnTo>
                  <a:pt x="62999" y="41439"/>
                </a:lnTo>
                <a:lnTo>
                  <a:pt x="63377" y="41313"/>
                </a:lnTo>
                <a:lnTo>
                  <a:pt x="63755" y="41166"/>
                </a:lnTo>
                <a:lnTo>
                  <a:pt x="64133" y="40998"/>
                </a:lnTo>
                <a:lnTo>
                  <a:pt x="64490" y="40788"/>
                </a:lnTo>
                <a:lnTo>
                  <a:pt x="64868" y="40578"/>
                </a:lnTo>
                <a:lnTo>
                  <a:pt x="65225" y="40348"/>
                </a:lnTo>
                <a:lnTo>
                  <a:pt x="65561" y="40075"/>
                </a:lnTo>
                <a:lnTo>
                  <a:pt x="65917" y="39781"/>
                </a:lnTo>
                <a:lnTo>
                  <a:pt x="66253" y="39466"/>
                </a:lnTo>
                <a:lnTo>
                  <a:pt x="66589" y="39130"/>
                </a:lnTo>
                <a:lnTo>
                  <a:pt x="66925" y="38731"/>
                </a:lnTo>
                <a:lnTo>
                  <a:pt x="67261" y="38311"/>
                </a:lnTo>
                <a:lnTo>
                  <a:pt x="67576" y="37870"/>
                </a:lnTo>
                <a:lnTo>
                  <a:pt x="67870" y="37430"/>
                </a:lnTo>
                <a:lnTo>
                  <a:pt x="68437" y="36548"/>
                </a:lnTo>
                <a:lnTo>
                  <a:pt x="69003" y="35645"/>
                </a:lnTo>
                <a:lnTo>
                  <a:pt x="69591" y="34743"/>
                </a:lnTo>
                <a:lnTo>
                  <a:pt x="69906" y="34302"/>
                </a:lnTo>
                <a:lnTo>
                  <a:pt x="70221" y="33882"/>
                </a:lnTo>
                <a:lnTo>
                  <a:pt x="70557" y="33462"/>
                </a:lnTo>
                <a:lnTo>
                  <a:pt x="70893" y="33063"/>
                </a:lnTo>
                <a:lnTo>
                  <a:pt x="71271" y="32685"/>
                </a:lnTo>
                <a:lnTo>
                  <a:pt x="71669" y="32328"/>
                </a:lnTo>
                <a:lnTo>
                  <a:pt x="72383" y="31867"/>
                </a:lnTo>
                <a:lnTo>
                  <a:pt x="73076" y="31426"/>
                </a:lnTo>
                <a:lnTo>
                  <a:pt x="73790" y="31027"/>
                </a:lnTo>
                <a:lnTo>
                  <a:pt x="74503" y="30670"/>
                </a:lnTo>
                <a:lnTo>
                  <a:pt x="75217" y="30313"/>
                </a:lnTo>
                <a:lnTo>
                  <a:pt x="75952" y="29998"/>
                </a:lnTo>
                <a:lnTo>
                  <a:pt x="76666" y="29704"/>
                </a:lnTo>
                <a:lnTo>
                  <a:pt x="77379" y="29410"/>
                </a:lnTo>
                <a:lnTo>
                  <a:pt x="78786" y="28865"/>
                </a:lnTo>
                <a:lnTo>
                  <a:pt x="80192" y="28340"/>
                </a:lnTo>
                <a:lnTo>
                  <a:pt x="81536" y="27794"/>
                </a:lnTo>
                <a:lnTo>
                  <a:pt x="82208" y="27500"/>
                </a:lnTo>
                <a:lnTo>
                  <a:pt x="82858" y="27206"/>
                </a:lnTo>
                <a:lnTo>
                  <a:pt x="83488" y="26891"/>
                </a:lnTo>
                <a:lnTo>
                  <a:pt x="84118" y="26534"/>
                </a:lnTo>
                <a:lnTo>
                  <a:pt x="84727" y="26178"/>
                </a:lnTo>
                <a:lnTo>
                  <a:pt x="85294" y="25779"/>
                </a:lnTo>
                <a:lnTo>
                  <a:pt x="85860" y="25359"/>
                </a:lnTo>
                <a:lnTo>
                  <a:pt x="86406" y="24897"/>
                </a:lnTo>
                <a:lnTo>
                  <a:pt x="86931" y="24393"/>
                </a:lnTo>
                <a:lnTo>
                  <a:pt x="87435" y="23847"/>
                </a:lnTo>
                <a:lnTo>
                  <a:pt x="87687" y="23554"/>
                </a:lnTo>
                <a:lnTo>
                  <a:pt x="87918" y="23239"/>
                </a:lnTo>
                <a:lnTo>
                  <a:pt x="88148" y="22924"/>
                </a:lnTo>
                <a:lnTo>
                  <a:pt x="88358" y="22609"/>
                </a:lnTo>
                <a:lnTo>
                  <a:pt x="88568" y="22273"/>
                </a:lnTo>
                <a:lnTo>
                  <a:pt x="88778" y="21916"/>
                </a:lnTo>
                <a:lnTo>
                  <a:pt x="88988" y="21538"/>
                </a:lnTo>
                <a:lnTo>
                  <a:pt x="89177" y="21160"/>
                </a:lnTo>
                <a:lnTo>
                  <a:pt x="89366" y="20741"/>
                </a:lnTo>
                <a:lnTo>
                  <a:pt x="89534" y="20342"/>
                </a:lnTo>
                <a:lnTo>
                  <a:pt x="89702" y="19901"/>
                </a:lnTo>
                <a:lnTo>
                  <a:pt x="89870" y="19460"/>
                </a:lnTo>
                <a:lnTo>
                  <a:pt x="90017" y="18977"/>
                </a:lnTo>
                <a:lnTo>
                  <a:pt x="90164" y="18494"/>
                </a:lnTo>
                <a:lnTo>
                  <a:pt x="90290" y="17991"/>
                </a:lnTo>
                <a:lnTo>
                  <a:pt x="90416" y="17487"/>
                </a:lnTo>
                <a:lnTo>
                  <a:pt x="90563" y="16710"/>
                </a:lnTo>
                <a:lnTo>
                  <a:pt x="90668" y="15933"/>
                </a:lnTo>
                <a:lnTo>
                  <a:pt x="90710" y="15178"/>
                </a:lnTo>
                <a:lnTo>
                  <a:pt x="90710" y="14422"/>
                </a:lnTo>
                <a:lnTo>
                  <a:pt x="90668" y="13666"/>
                </a:lnTo>
                <a:lnTo>
                  <a:pt x="90584" y="12910"/>
                </a:lnTo>
                <a:lnTo>
                  <a:pt x="90458" y="12176"/>
                </a:lnTo>
                <a:lnTo>
                  <a:pt x="90269" y="11441"/>
                </a:lnTo>
                <a:lnTo>
                  <a:pt x="90059" y="10727"/>
                </a:lnTo>
                <a:lnTo>
                  <a:pt x="89807" y="10013"/>
                </a:lnTo>
                <a:lnTo>
                  <a:pt x="89534" y="9321"/>
                </a:lnTo>
                <a:lnTo>
                  <a:pt x="89198" y="8649"/>
                </a:lnTo>
                <a:lnTo>
                  <a:pt x="88841" y="7977"/>
                </a:lnTo>
                <a:lnTo>
                  <a:pt x="88442" y="7347"/>
                </a:lnTo>
                <a:lnTo>
                  <a:pt x="88023" y="6718"/>
                </a:lnTo>
                <a:lnTo>
                  <a:pt x="87561" y="6130"/>
                </a:lnTo>
                <a:lnTo>
                  <a:pt x="87078" y="5563"/>
                </a:lnTo>
                <a:lnTo>
                  <a:pt x="86553" y="5017"/>
                </a:lnTo>
                <a:lnTo>
                  <a:pt x="86007" y="4492"/>
                </a:lnTo>
                <a:lnTo>
                  <a:pt x="85440" y="3989"/>
                </a:lnTo>
                <a:lnTo>
                  <a:pt x="84853" y="3527"/>
                </a:lnTo>
                <a:lnTo>
                  <a:pt x="84244" y="3107"/>
                </a:lnTo>
                <a:lnTo>
                  <a:pt x="83593" y="2708"/>
                </a:lnTo>
                <a:lnTo>
                  <a:pt x="82942" y="2330"/>
                </a:lnTo>
                <a:lnTo>
                  <a:pt x="82271" y="2015"/>
                </a:lnTo>
                <a:lnTo>
                  <a:pt x="81557" y="1721"/>
                </a:lnTo>
                <a:lnTo>
                  <a:pt x="80843" y="1469"/>
                </a:lnTo>
                <a:lnTo>
                  <a:pt x="80129" y="1260"/>
                </a:lnTo>
                <a:lnTo>
                  <a:pt x="79374" y="1092"/>
                </a:lnTo>
                <a:lnTo>
                  <a:pt x="78639" y="966"/>
                </a:lnTo>
                <a:lnTo>
                  <a:pt x="77862" y="882"/>
                </a:lnTo>
                <a:lnTo>
                  <a:pt x="77085" y="840"/>
                </a:lnTo>
                <a:lnTo>
                  <a:pt x="76246" y="840"/>
                </a:lnTo>
                <a:lnTo>
                  <a:pt x="75427" y="861"/>
                </a:lnTo>
                <a:lnTo>
                  <a:pt x="74608" y="903"/>
                </a:lnTo>
                <a:lnTo>
                  <a:pt x="73790" y="987"/>
                </a:lnTo>
                <a:lnTo>
                  <a:pt x="72971" y="1092"/>
                </a:lnTo>
                <a:lnTo>
                  <a:pt x="72173" y="1239"/>
                </a:lnTo>
                <a:lnTo>
                  <a:pt x="71354" y="1386"/>
                </a:lnTo>
                <a:lnTo>
                  <a:pt x="70557" y="1553"/>
                </a:lnTo>
                <a:lnTo>
                  <a:pt x="69759" y="1763"/>
                </a:lnTo>
                <a:lnTo>
                  <a:pt x="68961" y="1973"/>
                </a:lnTo>
                <a:lnTo>
                  <a:pt x="67387" y="2435"/>
                </a:lnTo>
                <a:lnTo>
                  <a:pt x="65812" y="2918"/>
                </a:lnTo>
                <a:lnTo>
                  <a:pt x="64217" y="3443"/>
                </a:lnTo>
                <a:lnTo>
                  <a:pt x="62643" y="3947"/>
                </a:lnTo>
                <a:lnTo>
                  <a:pt x="61068" y="4450"/>
                </a:lnTo>
                <a:lnTo>
                  <a:pt x="59494" y="4912"/>
                </a:lnTo>
                <a:lnTo>
                  <a:pt x="58696" y="5122"/>
                </a:lnTo>
                <a:lnTo>
                  <a:pt x="57898" y="5332"/>
                </a:lnTo>
                <a:lnTo>
                  <a:pt x="57080" y="5500"/>
                </a:lnTo>
                <a:lnTo>
                  <a:pt x="56282" y="5668"/>
                </a:lnTo>
                <a:lnTo>
                  <a:pt x="55484" y="5794"/>
                </a:lnTo>
                <a:lnTo>
                  <a:pt x="54665" y="5920"/>
                </a:lnTo>
                <a:lnTo>
                  <a:pt x="53847" y="6004"/>
                </a:lnTo>
                <a:lnTo>
                  <a:pt x="53028" y="6046"/>
                </a:lnTo>
                <a:lnTo>
                  <a:pt x="52188" y="6088"/>
                </a:lnTo>
                <a:lnTo>
                  <a:pt x="51370" y="6067"/>
                </a:lnTo>
                <a:lnTo>
                  <a:pt x="50152" y="5878"/>
                </a:lnTo>
                <a:lnTo>
                  <a:pt x="48934" y="5668"/>
                </a:lnTo>
                <a:lnTo>
                  <a:pt x="47759" y="5395"/>
                </a:lnTo>
                <a:lnTo>
                  <a:pt x="46625" y="5101"/>
                </a:lnTo>
                <a:lnTo>
                  <a:pt x="45492" y="4786"/>
                </a:lnTo>
                <a:lnTo>
                  <a:pt x="44358" y="4450"/>
                </a:lnTo>
                <a:lnTo>
                  <a:pt x="43267" y="4094"/>
                </a:lnTo>
                <a:lnTo>
                  <a:pt x="42175" y="3737"/>
                </a:lnTo>
                <a:lnTo>
                  <a:pt x="40055" y="2981"/>
                </a:lnTo>
                <a:lnTo>
                  <a:pt x="37955" y="2246"/>
                </a:lnTo>
                <a:lnTo>
                  <a:pt x="36906" y="1889"/>
                </a:lnTo>
                <a:lnTo>
                  <a:pt x="35877" y="1532"/>
                </a:lnTo>
                <a:lnTo>
                  <a:pt x="34849" y="1218"/>
                </a:lnTo>
                <a:lnTo>
                  <a:pt x="33799" y="924"/>
                </a:lnTo>
                <a:lnTo>
                  <a:pt x="32770" y="672"/>
                </a:lnTo>
                <a:lnTo>
                  <a:pt x="31721" y="441"/>
                </a:lnTo>
                <a:lnTo>
                  <a:pt x="30671" y="252"/>
                </a:lnTo>
                <a:lnTo>
                  <a:pt x="29621" y="126"/>
                </a:lnTo>
                <a:lnTo>
                  <a:pt x="29097" y="63"/>
                </a:lnTo>
                <a:lnTo>
                  <a:pt x="28572" y="21"/>
                </a:lnTo>
                <a:lnTo>
                  <a:pt x="28026" y="0"/>
                </a:lnTo>
                <a:close/>
              </a:path>
            </a:pathLst>
          </a:custGeom>
          <a:solidFill>
            <a:srgbClr val="629DE5">
              <a:alpha val="1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2"/>
          <p:cNvSpPr txBox="1">
            <a:spLocks noGrp="1"/>
          </p:cNvSpPr>
          <p:nvPr>
            <p:ph type="title"/>
          </p:nvPr>
        </p:nvSpPr>
        <p:spPr>
          <a:xfrm>
            <a:off x="650178" y="755875"/>
            <a:ext cx="4276242" cy="1082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2800" dirty="0"/>
              <a:t>Why Water Conservation Matters</a:t>
            </a:r>
            <a:r>
              <a:rPr lang="en" dirty="0"/>
              <a:t>?</a:t>
            </a:r>
            <a:endParaRPr dirty="0"/>
          </a:p>
        </p:txBody>
      </p:sp>
      <p:sp>
        <p:nvSpPr>
          <p:cNvPr id="609" name="Google Shape;609;p32"/>
          <p:cNvSpPr txBox="1">
            <a:spLocks noGrp="1"/>
          </p:cNvSpPr>
          <p:nvPr>
            <p:ph type="body" idx="1"/>
          </p:nvPr>
        </p:nvSpPr>
        <p:spPr>
          <a:xfrm>
            <a:off x="829594" y="2142470"/>
            <a:ext cx="3855820" cy="1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sz="1400" dirty="0"/>
              <a:t>Water is essential for life.</a:t>
            </a:r>
          </a:p>
          <a:p>
            <a:pPr marL="171450" indent="-171450"/>
            <a:r>
              <a:rPr lang="en-US" sz="1400" dirty="0"/>
              <a:t>Fresh water is limited and must be used wisely.</a:t>
            </a:r>
          </a:p>
          <a:p>
            <a:pPr marL="171450" indent="-171450"/>
            <a:r>
              <a:rPr lang="en-US" sz="1400" dirty="0"/>
              <a:t>Saving water helps protect our environment.</a:t>
            </a:r>
          </a:p>
          <a:p>
            <a:pPr marL="171450" indent="-171450"/>
            <a:r>
              <a:rPr lang="en-US" sz="1400" dirty="0"/>
              <a:t>Small changes in daily habits can save </a:t>
            </a:r>
            <a:r>
              <a:rPr lang="en-US" sz="1400"/>
              <a:t>many liters </a:t>
            </a:r>
            <a:r>
              <a:rPr lang="en-US" sz="1400" dirty="0"/>
              <a:t>of water.</a:t>
            </a:r>
            <a:endParaRPr sz="1400" dirty="0"/>
          </a:p>
        </p:txBody>
      </p:sp>
      <p:pic>
        <p:nvPicPr>
          <p:cNvPr id="610" name="Google Shape;610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834" t="5420" b="10673"/>
          <a:stretch/>
        </p:blipFill>
        <p:spPr>
          <a:xfrm>
            <a:off x="5937794" y="755875"/>
            <a:ext cx="2758500" cy="3808500"/>
          </a:xfrm>
          <a:prstGeom prst="rect">
            <a:avLst/>
          </a:prstGeom>
        </p:spPr>
      </p:pic>
      <p:grpSp>
        <p:nvGrpSpPr>
          <p:cNvPr id="611" name="Google Shape;611;p32"/>
          <p:cNvGrpSpPr/>
          <p:nvPr/>
        </p:nvGrpSpPr>
        <p:grpSpPr>
          <a:xfrm rot="9156209" flipH="1">
            <a:off x="8218611" y="4329775"/>
            <a:ext cx="829810" cy="659800"/>
            <a:chOff x="7917675" y="-1178675"/>
            <a:chExt cx="547275" cy="435150"/>
          </a:xfrm>
        </p:grpSpPr>
        <p:sp>
          <p:nvSpPr>
            <p:cNvPr id="612" name="Google Shape;612;p32"/>
            <p:cNvSpPr/>
            <p:nvPr/>
          </p:nvSpPr>
          <p:spPr>
            <a:xfrm>
              <a:off x="7917675" y="-1178675"/>
              <a:ext cx="297500" cy="329175"/>
            </a:xfrm>
            <a:custGeom>
              <a:avLst/>
              <a:gdLst/>
              <a:ahLst/>
              <a:cxnLst/>
              <a:rect l="l" t="t" r="r" b="b"/>
              <a:pathLst>
                <a:path w="11900" h="13167" extrusionOk="0">
                  <a:moveTo>
                    <a:pt x="4501" y="1"/>
                  </a:moveTo>
                  <a:lnTo>
                    <a:pt x="4268" y="15"/>
                  </a:lnTo>
                  <a:lnTo>
                    <a:pt x="4050" y="45"/>
                  </a:lnTo>
                  <a:lnTo>
                    <a:pt x="3831" y="74"/>
                  </a:lnTo>
                  <a:lnTo>
                    <a:pt x="3613" y="117"/>
                  </a:lnTo>
                  <a:lnTo>
                    <a:pt x="3394" y="176"/>
                  </a:lnTo>
                  <a:lnTo>
                    <a:pt x="3176" y="234"/>
                  </a:lnTo>
                  <a:lnTo>
                    <a:pt x="2972" y="307"/>
                  </a:lnTo>
                  <a:lnTo>
                    <a:pt x="2768" y="394"/>
                  </a:lnTo>
                  <a:lnTo>
                    <a:pt x="2564" y="481"/>
                  </a:lnTo>
                  <a:lnTo>
                    <a:pt x="2375" y="583"/>
                  </a:lnTo>
                  <a:lnTo>
                    <a:pt x="2185" y="700"/>
                  </a:lnTo>
                  <a:lnTo>
                    <a:pt x="1996" y="816"/>
                  </a:lnTo>
                  <a:lnTo>
                    <a:pt x="1807" y="948"/>
                  </a:lnTo>
                  <a:lnTo>
                    <a:pt x="1632" y="1093"/>
                  </a:lnTo>
                  <a:lnTo>
                    <a:pt x="1472" y="1239"/>
                  </a:lnTo>
                  <a:lnTo>
                    <a:pt x="1312" y="1399"/>
                  </a:lnTo>
                  <a:lnTo>
                    <a:pt x="1151" y="1559"/>
                  </a:lnTo>
                  <a:lnTo>
                    <a:pt x="1006" y="1734"/>
                  </a:lnTo>
                  <a:lnTo>
                    <a:pt x="875" y="1923"/>
                  </a:lnTo>
                  <a:lnTo>
                    <a:pt x="744" y="2113"/>
                  </a:lnTo>
                  <a:lnTo>
                    <a:pt x="627" y="2302"/>
                  </a:lnTo>
                  <a:lnTo>
                    <a:pt x="511" y="2506"/>
                  </a:lnTo>
                  <a:lnTo>
                    <a:pt x="409" y="2724"/>
                  </a:lnTo>
                  <a:lnTo>
                    <a:pt x="321" y="2943"/>
                  </a:lnTo>
                  <a:lnTo>
                    <a:pt x="234" y="3161"/>
                  </a:lnTo>
                  <a:lnTo>
                    <a:pt x="161" y="3394"/>
                  </a:lnTo>
                  <a:lnTo>
                    <a:pt x="117" y="3613"/>
                  </a:lnTo>
                  <a:lnTo>
                    <a:pt x="59" y="3846"/>
                  </a:lnTo>
                  <a:lnTo>
                    <a:pt x="30" y="4064"/>
                  </a:lnTo>
                  <a:lnTo>
                    <a:pt x="15" y="4297"/>
                  </a:lnTo>
                  <a:lnTo>
                    <a:pt x="1" y="4530"/>
                  </a:lnTo>
                  <a:lnTo>
                    <a:pt x="1" y="4749"/>
                  </a:lnTo>
                  <a:lnTo>
                    <a:pt x="15" y="4967"/>
                  </a:lnTo>
                  <a:lnTo>
                    <a:pt x="30" y="5200"/>
                  </a:lnTo>
                  <a:lnTo>
                    <a:pt x="74" y="5419"/>
                  </a:lnTo>
                  <a:lnTo>
                    <a:pt x="117" y="5637"/>
                  </a:lnTo>
                  <a:lnTo>
                    <a:pt x="161" y="5856"/>
                  </a:lnTo>
                  <a:lnTo>
                    <a:pt x="234" y="6060"/>
                  </a:lnTo>
                  <a:lnTo>
                    <a:pt x="307" y="6278"/>
                  </a:lnTo>
                  <a:lnTo>
                    <a:pt x="394" y="6482"/>
                  </a:lnTo>
                  <a:lnTo>
                    <a:pt x="481" y="6686"/>
                  </a:lnTo>
                  <a:lnTo>
                    <a:pt x="583" y="6875"/>
                  </a:lnTo>
                  <a:lnTo>
                    <a:pt x="700" y="7065"/>
                  </a:lnTo>
                  <a:lnTo>
                    <a:pt x="816" y="7254"/>
                  </a:lnTo>
                  <a:lnTo>
                    <a:pt x="948" y="7429"/>
                  </a:lnTo>
                  <a:lnTo>
                    <a:pt x="1093" y="7603"/>
                  </a:lnTo>
                  <a:lnTo>
                    <a:pt x="1239" y="7778"/>
                  </a:lnTo>
                  <a:lnTo>
                    <a:pt x="1399" y="7938"/>
                  </a:lnTo>
                  <a:lnTo>
                    <a:pt x="1559" y="8084"/>
                  </a:lnTo>
                  <a:lnTo>
                    <a:pt x="1734" y="8230"/>
                  </a:lnTo>
                  <a:lnTo>
                    <a:pt x="1923" y="8375"/>
                  </a:lnTo>
                  <a:lnTo>
                    <a:pt x="2113" y="8506"/>
                  </a:lnTo>
                  <a:lnTo>
                    <a:pt x="2302" y="8623"/>
                  </a:lnTo>
                  <a:lnTo>
                    <a:pt x="2506" y="8739"/>
                  </a:lnTo>
                  <a:lnTo>
                    <a:pt x="2724" y="8841"/>
                  </a:lnTo>
                  <a:lnTo>
                    <a:pt x="2943" y="8929"/>
                  </a:lnTo>
                  <a:lnTo>
                    <a:pt x="3176" y="9016"/>
                  </a:lnTo>
                  <a:lnTo>
                    <a:pt x="3423" y="9089"/>
                  </a:lnTo>
                  <a:lnTo>
                    <a:pt x="3671" y="9147"/>
                  </a:lnTo>
                  <a:lnTo>
                    <a:pt x="3904" y="9191"/>
                  </a:lnTo>
                  <a:lnTo>
                    <a:pt x="4880" y="9337"/>
                  </a:lnTo>
                  <a:lnTo>
                    <a:pt x="5390" y="9438"/>
                  </a:lnTo>
                  <a:lnTo>
                    <a:pt x="5899" y="9540"/>
                  </a:lnTo>
                  <a:lnTo>
                    <a:pt x="6424" y="9672"/>
                  </a:lnTo>
                  <a:lnTo>
                    <a:pt x="6963" y="9817"/>
                  </a:lnTo>
                  <a:lnTo>
                    <a:pt x="7487" y="9977"/>
                  </a:lnTo>
                  <a:lnTo>
                    <a:pt x="7997" y="10181"/>
                  </a:lnTo>
                  <a:lnTo>
                    <a:pt x="8244" y="10298"/>
                  </a:lnTo>
                  <a:lnTo>
                    <a:pt x="8506" y="10414"/>
                  </a:lnTo>
                  <a:lnTo>
                    <a:pt x="8739" y="10545"/>
                  </a:lnTo>
                  <a:lnTo>
                    <a:pt x="8987" y="10676"/>
                  </a:lnTo>
                  <a:lnTo>
                    <a:pt x="9220" y="10822"/>
                  </a:lnTo>
                  <a:lnTo>
                    <a:pt x="9453" y="10982"/>
                  </a:lnTo>
                  <a:lnTo>
                    <a:pt x="9671" y="11157"/>
                  </a:lnTo>
                  <a:lnTo>
                    <a:pt x="9890" y="11332"/>
                  </a:lnTo>
                  <a:lnTo>
                    <a:pt x="10094" y="11521"/>
                  </a:lnTo>
                  <a:lnTo>
                    <a:pt x="10283" y="11711"/>
                  </a:lnTo>
                  <a:lnTo>
                    <a:pt x="10473" y="11929"/>
                  </a:lnTo>
                  <a:lnTo>
                    <a:pt x="10662" y="12147"/>
                  </a:lnTo>
                  <a:lnTo>
                    <a:pt x="10822" y="12380"/>
                  </a:lnTo>
                  <a:lnTo>
                    <a:pt x="10982" y="12628"/>
                  </a:lnTo>
                  <a:lnTo>
                    <a:pt x="11128" y="12890"/>
                  </a:lnTo>
                  <a:lnTo>
                    <a:pt x="11259" y="13167"/>
                  </a:lnTo>
                  <a:lnTo>
                    <a:pt x="11303" y="13065"/>
                  </a:lnTo>
                  <a:lnTo>
                    <a:pt x="11390" y="12745"/>
                  </a:lnTo>
                  <a:lnTo>
                    <a:pt x="11507" y="12264"/>
                  </a:lnTo>
                  <a:lnTo>
                    <a:pt x="11638" y="11609"/>
                  </a:lnTo>
                  <a:lnTo>
                    <a:pt x="11710" y="11244"/>
                  </a:lnTo>
                  <a:lnTo>
                    <a:pt x="11769" y="10837"/>
                  </a:lnTo>
                  <a:lnTo>
                    <a:pt x="11812" y="10400"/>
                  </a:lnTo>
                  <a:lnTo>
                    <a:pt x="11856" y="9948"/>
                  </a:lnTo>
                  <a:lnTo>
                    <a:pt x="11885" y="9468"/>
                  </a:lnTo>
                  <a:lnTo>
                    <a:pt x="11900" y="8972"/>
                  </a:lnTo>
                  <a:lnTo>
                    <a:pt x="11885" y="8463"/>
                  </a:lnTo>
                  <a:lnTo>
                    <a:pt x="11856" y="7953"/>
                  </a:lnTo>
                  <a:lnTo>
                    <a:pt x="11812" y="7414"/>
                  </a:lnTo>
                  <a:lnTo>
                    <a:pt x="11725" y="6875"/>
                  </a:lnTo>
                  <a:lnTo>
                    <a:pt x="11623" y="6336"/>
                  </a:lnTo>
                  <a:lnTo>
                    <a:pt x="11477" y="5797"/>
                  </a:lnTo>
                  <a:lnTo>
                    <a:pt x="11390" y="5521"/>
                  </a:lnTo>
                  <a:lnTo>
                    <a:pt x="11303" y="5259"/>
                  </a:lnTo>
                  <a:lnTo>
                    <a:pt x="11201" y="4982"/>
                  </a:lnTo>
                  <a:lnTo>
                    <a:pt x="11084" y="4720"/>
                  </a:lnTo>
                  <a:lnTo>
                    <a:pt x="10968" y="4458"/>
                  </a:lnTo>
                  <a:lnTo>
                    <a:pt x="10837" y="4195"/>
                  </a:lnTo>
                  <a:lnTo>
                    <a:pt x="10691" y="3933"/>
                  </a:lnTo>
                  <a:lnTo>
                    <a:pt x="10545" y="3686"/>
                  </a:lnTo>
                  <a:lnTo>
                    <a:pt x="10371" y="3423"/>
                  </a:lnTo>
                  <a:lnTo>
                    <a:pt x="10196" y="3176"/>
                  </a:lnTo>
                  <a:lnTo>
                    <a:pt x="10006" y="2928"/>
                  </a:lnTo>
                  <a:lnTo>
                    <a:pt x="9803" y="2695"/>
                  </a:lnTo>
                  <a:lnTo>
                    <a:pt x="9599" y="2462"/>
                  </a:lnTo>
                  <a:lnTo>
                    <a:pt x="9366" y="2229"/>
                  </a:lnTo>
                  <a:lnTo>
                    <a:pt x="9133" y="2011"/>
                  </a:lnTo>
                  <a:lnTo>
                    <a:pt x="8870" y="1792"/>
                  </a:lnTo>
                  <a:lnTo>
                    <a:pt x="8608" y="1574"/>
                  </a:lnTo>
                  <a:lnTo>
                    <a:pt x="8317" y="1370"/>
                  </a:lnTo>
                  <a:lnTo>
                    <a:pt x="8026" y="1181"/>
                  </a:lnTo>
                  <a:lnTo>
                    <a:pt x="7705" y="991"/>
                  </a:lnTo>
                  <a:lnTo>
                    <a:pt x="7385" y="816"/>
                  </a:lnTo>
                  <a:lnTo>
                    <a:pt x="7035" y="642"/>
                  </a:lnTo>
                  <a:lnTo>
                    <a:pt x="6686" y="467"/>
                  </a:lnTo>
                  <a:lnTo>
                    <a:pt x="6307" y="321"/>
                  </a:lnTo>
                  <a:lnTo>
                    <a:pt x="6074" y="234"/>
                  </a:lnTo>
                  <a:lnTo>
                    <a:pt x="5856" y="176"/>
                  </a:lnTo>
                  <a:lnTo>
                    <a:pt x="5623" y="117"/>
                  </a:lnTo>
                  <a:lnTo>
                    <a:pt x="5404" y="74"/>
                  </a:lnTo>
                  <a:lnTo>
                    <a:pt x="5171" y="30"/>
                  </a:lnTo>
                  <a:lnTo>
                    <a:pt x="4953" y="15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8277775" y="-984950"/>
              <a:ext cx="187175" cy="241425"/>
            </a:xfrm>
            <a:custGeom>
              <a:avLst/>
              <a:gdLst/>
              <a:ahLst/>
              <a:cxnLst/>
              <a:rect l="l" t="t" r="r" b="b"/>
              <a:pathLst>
                <a:path w="7487" h="9657" extrusionOk="0">
                  <a:moveTo>
                    <a:pt x="4414" y="0"/>
                  </a:moveTo>
                  <a:lnTo>
                    <a:pt x="4108" y="15"/>
                  </a:lnTo>
                  <a:lnTo>
                    <a:pt x="3817" y="44"/>
                  </a:lnTo>
                  <a:lnTo>
                    <a:pt x="3525" y="117"/>
                  </a:lnTo>
                  <a:lnTo>
                    <a:pt x="3234" y="219"/>
                  </a:lnTo>
                  <a:lnTo>
                    <a:pt x="2943" y="350"/>
                  </a:lnTo>
                  <a:lnTo>
                    <a:pt x="2666" y="510"/>
                  </a:lnTo>
                  <a:lnTo>
                    <a:pt x="2448" y="670"/>
                  </a:lnTo>
                  <a:lnTo>
                    <a:pt x="2229" y="816"/>
                  </a:lnTo>
                  <a:lnTo>
                    <a:pt x="2025" y="976"/>
                  </a:lnTo>
                  <a:lnTo>
                    <a:pt x="1836" y="1151"/>
                  </a:lnTo>
                  <a:lnTo>
                    <a:pt x="1661" y="1311"/>
                  </a:lnTo>
                  <a:lnTo>
                    <a:pt x="1486" y="1486"/>
                  </a:lnTo>
                  <a:lnTo>
                    <a:pt x="1326" y="1660"/>
                  </a:lnTo>
                  <a:lnTo>
                    <a:pt x="1181" y="1835"/>
                  </a:lnTo>
                  <a:lnTo>
                    <a:pt x="1049" y="2010"/>
                  </a:lnTo>
                  <a:lnTo>
                    <a:pt x="918" y="2199"/>
                  </a:lnTo>
                  <a:lnTo>
                    <a:pt x="802" y="2374"/>
                  </a:lnTo>
                  <a:lnTo>
                    <a:pt x="685" y="2563"/>
                  </a:lnTo>
                  <a:lnTo>
                    <a:pt x="496" y="2927"/>
                  </a:lnTo>
                  <a:lnTo>
                    <a:pt x="350" y="3306"/>
                  </a:lnTo>
                  <a:lnTo>
                    <a:pt x="219" y="3685"/>
                  </a:lnTo>
                  <a:lnTo>
                    <a:pt x="132" y="4063"/>
                  </a:lnTo>
                  <a:lnTo>
                    <a:pt x="59" y="4457"/>
                  </a:lnTo>
                  <a:lnTo>
                    <a:pt x="15" y="4835"/>
                  </a:lnTo>
                  <a:lnTo>
                    <a:pt x="1" y="5199"/>
                  </a:lnTo>
                  <a:lnTo>
                    <a:pt x="1" y="5578"/>
                  </a:lnTo>
                  <a:lnTo>
                    <a:pt x="30" y="5942"/>
                  </a:lnTo>
                  <a:lnTo>
                    <a:pt x="59" y="6306"/>
                  </a:lnTo>
                  <a:lnTo>
                    <a:pt x="117" y="6641"/>
                  </a:lnTo>
                  <a:lnTo>
                    <a:pt x="190" y="6991"/>
                  </a:lnTo>
                  <a:lnTo>
                    <a:pt x="263" y="7311"/>
                  </a:lnTo>
                  <a:lnTo>
                    <a:pt x="350" y="7617"/>
                  </a:lnTo>
                  <a:lnTo>
                    <a:pt x="438" y="7908"/>
                  </a:lnTo>
                  <a:lnTo>
                    <a:pt x="525" y="8185"/>
                  </a:lnTo>
                  <a:lnTo>
                    <a:pt x="714" y="8680"/>
                  </a:lnTo>
                  <a:lnTo>
                    <a:pt x="889" y="9088"/>
                  </a:lnTo>
                  <a:lnTo>
                    <a:pt x="1035" y="9394"/>
                  </a:lnTo>
                  <a:lnTo>
                    <a:pt x="1181" y="9656"/>
                  </a:lnTo>
                  <a:lnTo>
                    <a:pt x="1224" y="9452"/>
                  </a:lnTo>
                  <a:lnTo>
                    <a:pt x="1297" y="9263"/>
                  </a:lnTo>
                  <a:lnTo>
                    <a:pt x="1355" y="9074"/>
                  </a:lnTo>
                  <a:lnTo>
                    <a:pt x="1443" y="8899"/>
                  </a:lnTo>
                  <a:lnTo>
                    <a:pt x="1530" y="8724"/>
                  </a:lnTo>
                  <a:lnTo>
                    <a:pt x="1617" y="8564"/>
                  </a:lnTo>
                  <a:lnTo>
                    <a:pt x="1719" y="8404"/>
                  </a:lnTo>
                  <a:lnTo>
                    <a:pt x="1836" y="8258"/>
                  </a:lnTo>
                  <a:lnTo>
                    <a:pt x="1952" y="8112"/>
                  </a:lnTo>
                  <a:lnTo>
                    <a:pt x="2069" y="7967"/>
                  </a:lnTo>
                  <a:lnTo>
                    <a:pt x="2331" y="7705"/>
                  </a:lnTo>
                  <a:lnTo>
                    <a:pt x="2622" y="7457"/>
                  </a:lnTo>
                  <a:lnTo>
                    <a:pt x="2914" y="7238"/>
                  </a:lnTo>
                  <a:lnTo>
                    <a:pt x="3234" y="7035"/>
                  </a:lnTo>
                  <a:lnTo>
                    <a:pt x="3554" y="6845"/>
                  </a:lnTo>
                  <a:lnTo>
                    <a:pt x="3875" y="6685"/>
                  </a:lnTo>
                  <a:lnTo>
                    <a:pt x="4210" y="6525"/>
                  </a:lnTo>
                  <a:lnTo>
                    <a:pt x="4530" y="6379"/>
                  </a:lnTo>
                  <a:lnTo>
                    <a:pt x="4851" y="6248"/>
                  </a:lnTo>
                  <a:lnTo>
                    <a:pt x="5477" y="6015"/>
                  </a:lnTo>
                  <a:lnTo>
                    <a:pt x="5623" y="5957"/>
                  </a:lnTo>
                  <a:lnTo>
                    <a:pt x="5783" y="5884"/>
                  </a:lnTo>
                  <a:lnTo>
                    <a:pt x="5928" y="5797"/>
                  </a:lnTo>
                  <a:lnTo>
                    <a:pt x="6074" y="5709"/>
                  </a:lnTo>
                  <a:lnTo>
                    <a:pt x="6336" y="5520"/>
                  </a:lnTo>
                  <a:lnTo>
                    <a:pt x="6569" y="5316"/>
                  </a:lnTo>
                  <a:lnTo>
                    <a:pt x="6773" y="5083"/>
                  </a:lnTo>
                  <a:lnTo>
                    <a:pt x="6948" y="4850"/>
                  </a:lnTo>
                  <a:lnTo>
                    <a:pt x="7108" y="4588"/>
                  </a:lnTo>
                  <a:lnTo>
                    <a:pt x="7239" y="4311"/>
                  </a:lnTo>
                  <a:lnTo>
                    <a:pt x="7341" y="4034"/>
                  </a:lnTo>
                  <a:lnTo>
                    <a:pt x="7414" y="3743"/>
                  </a:lnTo>
                  <a:lnTo>
                    <a:pt x="7458" y="3452"/>
                  </a:lnTo>
                  <a:lnTo>
                    <a:pt x="7487" y="3160"/>
                  </a:lnTo>
                  <a:lnTo>
                    <a:pt x="7472" y="2855"/>
                  </a:lnTo>
                  <a:lnTo>
                    <a:pt x="7429" y="2549"/>
                  </a:lnTo>
                  <a:lnTo>
                    <a:pt x="7356" y="2257"/>
                  </a:lnTo>
                  <a:lnTo>
                    <a:pt x="7268" y="1966"/>
                  </a:lnTo>
                  <a:lnTo>
                    <a:pt x="7137" y="1689"/>
                  </a:lnTo>
                  <a:lnTo>
                    <a:pt x="6977" y="1413"/>
                  </a:lnTo>
                  <a:lnTo>
                    <a:pt x="6788" y="1151"/>
                  </a:lnTo>
                  <a:lnTo>
                    <a:pt x="6569" y="918"/>
                  </a:lnTo>
                  <a:lnTo>
                    <a:pt x="6351" y="714"/>
                  </a:lnTo>
                  <a:lnTo>
                    <a:pt x="6103" y="524"/>
                  </a:lnTo>
                  <a:lnTo>
                    <a:pt x="5841" y="379"/>
                  </a:lnTo>
                  <a:lnTo>
                    <a:pt x="5579" y="248"/>
                  </a:lnTo>
                  <a:lnTo>
                    <a:pt x="5302" y="146"/>
                  </a:lnTo>
                  <a:lnTo>
                    <a:pt x="5011" y="73"/>
                  </a:lnTo>
                  <a:lnTo>
                    <a:pt x="4705" y="15"/>
                  </a:lnTo>
                  <a:lnTo>
                    <a:pt x="4414" y="0"/>
                  </a:lnTo>
                  <a:close/>
                </a:path>
              </a:pathLst>
            </a:custGeom>
            <a:solidFill>
              <a:srgbClr val="629DE5">
                <a:alpha val="1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 advClick="0" advTm="3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" grpId="0"/>
      <p:bldP spid="60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Water Scarcity</a:t>
            </a:r>
            <a:endParaRPr dirty="0"/>
          </a:p>
        </p:txBody>
      </p:sp>
      <p:sp>
        <p:nvSpPr>
          <p:cNvPr id="619" name="Google Shape;619;p33"/>
          <p:cNvSpPr txBox="1">
            <a:spLocks noGrp="1"/>
          </p:cNvSpPr>
          <p:nvPr>
            <p:ph type="subTitle" idx="3"/>
          </p:nvPr>
        </p:nvSpPr>
        <p:spPr>
          <a:xfrm>
            <a:off x="1210526" y="2625408"/>
            <a:ext cx="30741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Population growth and increasing water demand put pressure on limited freshwater resources. Climate change, pollution and overuse of groundwater can also reduce water availability.</a:t>
            </a:r>
            <a:endParaRPr dirty="0"/>
          </a:p>
        </p:txBody>
      </p:sp>
      <p:sp>
        <p:nvSpPr>
          <p:cNvPr id="620" name="Google Shape;620;p33"/>
          <p:cNvSpPr txBox="1">
            <a:spLocks noGrp="1"/>
          </p:cNvSpPr>
          <p:nvPr>
            <p:ph type="subTitle" idx="1"/>
          </p:nvPr>
        </p:nvSpPr>
        <p:spPr>
          <a:xfrm>
            <a:off x="1255259" y="2338409"/>
            <a:ext cx="3074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Cause of Water Scarcity</a:t>
            </a:r>
            <a:endParaRPr dirty="0"/>
          </a:p>
        </p:txBody>
      </p:sp>
      <p:sp>
        <p:nvSpPr>
          <p:cNvPr id="621" name="Google Shape;621;p33"/>
          <p:cNvSpPr txBox="1">
            <a:spLocks noGrp="1"/>
          </p:cNvSpPr>
          <p:nvPr>
            <p:ph type="subTitle" idx="2"/>
          </p:nvPr>
        </p:nvSpPr>
        <p:spPr>
          <a:xfrm>
            <a:off x="4814641" y="2338409"/>
            <a:ext cx="3074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Efeects of Water Scarcity</a:t>
            </a:r>
            <a:endParaRPr dirty="0"/>
          </a:p>
        </p:txBody>
      </p:sp>
      <p:sp>
        <p:nvSpPr>
          <p:cNvPr id="622" name="Google Shape;622;p33"/>
          <p:cNvSpPr txBox="1">
            <a:spLocks noGrp="1"/>
          </p:cNvSpPr>
          <p:nvPr>
            <p:ph type="subTitle" idx="4"/>
          </p:nvPr>
        </p:nvSpPr>
        <p:spPr>
          <a:xfrm>
            <a:off x="4793012" y="2625407"/>
            <a:ext cx="30741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Water scarcity can affect agriculture, industries and daily life. It may lead to droughts, reduced food production and competition for available water resources.</a:t>
            </a:r>
            <a:endParaRPr dirty="0"/>
          </a:p>
        </p:txBody>
      </p:sp>
      <p:sp>
        <p:nvSpPr>
          <p:cNvPr id="623" name="Google Shape;623;p33"/>
          <p:cNvSpPr/>
          <p:nvPr/>
        </p:nvSpPr>
        <p:spPr>
          <a:xfrm>
            <a:off x="2412809" y="1512650"/>
            <a:ext cx="759000" cy="759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3"/>
          <p:cNvSpPr/>
          <p:nvPr/>
        </p:nvSpPr>
        <p:spPr>
          <a:xfrm>
            <a:off x="5972184" y="1512650"/>
            <a:ext cx="759000" cy="759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5" name="Google Shape;625;p33"/>
          <p:cNvGrpSpPr/>
          <p:nvPr/>
        </p:nvGrpSpPr>
        <p:grpSpPr>
          <a:xfrm>
            <a:off x="6160912" y="1702282"/>
            <a:ext cx="381527" cy="379741"/>
            <a:chOff x="3919500" y="4288650"/>
            <a:chExt cx="776250" cy="776250"/>
          </a:xfrm>
        </p:grpSpPr>
        <p:sp>
          <p:nvSpPr>
            <p:cNvPr id="626" name="Google Shape;626;p33"/>
            <p:cNvSpPr/>
            <p:nvPr/>
          </p:nvSpPr>
          <p:spPr>
            <a:xfrm>
              <a:off x="4072625" y="4441775"/>
              <a:ext cx="469625" cy="469625"/>
            </a:xfrm>
            <a:custGeom>
              <a:avLst/>
              <a:gdLst/>
              <a:ahLst/>
              <a:cxnLst/>
              <a:rect l="l" t="t" r="r" b="b"/>
              <a:pathLst>
                <a:path w="18785" h="18785" extrusionOk="0">
                  <a:moveTo>
                    <a:pt x="9400" y="4473"/>
                  </a:moveTo>
                  <a:lnTo>
                    <a:pt x="9628" y="4730"/>
                  </a:lnTo>
                  <a:lnTo>
                    <a:pt x="10174" y="5367"/>
                  </a:lnTo>
                  <a:lnTo>
                    <a:pt x="10856" y="6186"/>
                  </a:lnTo>
                  <a:lnTo>
                    <a:pt x="11174" y="6595"/>
                  </a:lnTo>
                  <a:lnTo>
                    <a:pt x="11462" y="6974"/>
                  </a:lnTo>
                  <a:lnTo>
                    <a:pt x="11735" y="7353"/>
                  </a:lnTo>
                  <a:lnTo>
                    <a:pt x="11962" y="7702"/>
                  </a:lnTo>
                  <a:lnTo>
                    <a:pt x="12160" y="8035"/>
                  </a:lnTo>
                  <a:lnTo>
                    <a:pt x="12341" y="8339"/>
                  </a:lnTo>
                  <a:lnTo>
                    <a:pt x="12478" y="8612"/>
                  </a:lnTo>
                  <a:lnTo>
                    <a:pt x="12599" y="8869"/>
                  </a:lnTo>
                  <a:lnTo>
                    <a:pt x="12705" y="9097"/>
                  </a:lnTo>
                  <a:lnTo>
                    <a:pt x="12781" y="9309"/>
                  </a:lnTo>
                  <a:lnTo>
                    <a:pt x="12842" y="9491"/>
                  </a:lnTo>
                  <a:lnTo>
                    <a:pt x="12887" y="9658"/>
                  </a:lnTo>
                  <a:lnTo>
                    <a:pt x="12948" y="9931"/>
                  </a:lnTo>
                  <a:lnTo>
                    <a:pt x="12963" y="10143"/>
                  </a:lnTo>
                  <a:lnTo>
                    <a:pt x="12978" y="10279"/>
                  </a:lnTo>
                  <a:lnTo>
                    <a:pt x="12963" y="10461"/>
                  </a:lnTo>
                  <a:lnTo>
                    <a:pt x="12948" y="10643"/>
                  </a:lnTo>
                  <a:lnTo>
                    <a:pt x="12933" y="10825"/>
                  </a:lnTo>
                  <a:lnTo>
                    <a:pt x="12902" y="11007"/>
                  </a:lnTo>
                  <a:lnTo>
                    <a:pt x="12811" y="11341"/>
                  </a:lnTo>
                  <a:lnTo>
                    <a:pt x="12690" y="11674"/>
                  </a:lnTo>
                  <a:lnTo>
                    <a:pt x="12539" y="11992"/>
                  </a:lnTo>
                  <a:lnTo>
                    <a:pt x="12357" y="12280"/>
                  </a:lnTo>
                  <a:lnTo>
                    <a:pt x="12160" y="12553"/>
                  </a:lnTo>
                  <a:lnTo>
                    <a:pt x="11917" y="12811"/>
                  </a:lnTo>
                  <a:lnTo>
                    <a:pt x="11674" y="13038"/>
                  </a:lnTo>
                  <a:lnTo>
                    <a:pt x="11402" y="13251"/>
                  </a:lnTo>
                  <a:lnTo>
                    <a:pt x="11098" y="13433"/>
                  </a:lnTo>
                  <a:lnTo>
                    <a:pt x="10780" y="13584"/>
                  </a:lnTo>
                  <a:lnTo>
                    <a:pt x="10462" y="13706"/>
                  </a:lnTo>
                  <a:lnTo>
                    <a:pt x="10113" y="13781"/>
                  </a:lnTo>
                  <a:lnTo>
                    <a:pt x="9946" y="13812"/>
                  </a:lnTo>
                  <a:lnTo>
                    <a:pt x="9764" y="13842"/>
                  </a:lnTo>
                  <a:lnTo>
                    <a:pt x="9582" y="13857"/>
                  </a:lnTo>
                  <a:lnTo>
                    <a:pt x="9218" y="13857"/>
                  </a:lnTo>
                  <a:lnTo>
                    <a:pt x="9036" y="13842"/>
                  </a:lnTo>
                  <a:lnTo>
                    <a:pt x="8855" y="13812"/>
                  </a:lnTo>
                  <a:lnTo>
                    <a:pt x="8673" y="13781"/>
                  </a:lnTo>
                  <a:lnTo>
                    <a:pt x="8339" y="13706"/>
                  </a:lnTo>
                  <a:lnTo>
                    <a:pt x="8006" y="13584"/>
                  </a:lnTo>
                  <a:lnTo>
                    <a:pt x="7687" y="13433"/>
                  </a:lnTo>
                  <a:lnTo>
                    <a:pt x="7399" y="13251"/>
                  </a:lnTo>
                  <a:lnTo>
                    <a:pt x="7126" y="13038"/>
                  </a:lnTo>
                  <a:lnTo>
                    <a:pt x="6869" y="12811"/>
                  </a:lnTo>
                  <a:lnTo>
                    <a:pt x="6641" y="12553"/>
                  </a:lnTo>
                  <a:lnTo>
                    <a:pt x="6429" y="12280"/>
                  </a:lnTo>
                  <a:lnTo>
                    <a:pt x="6247" y="11992"/>
                  </a:lnTo>
                  <a:lnTo>
                    <a:pt x="6095" y="11674"/>
                  </a:lnTo>
                  <a:lnTo>
                    <a:pt x="5974" y="11341"/>
                  </a:lnTo>
                  <a:lnTo>
                    <a:pt x="5898" y="11007"/>
                  </a:lnTo>
                  <a:lnTo>
                    <a:pt x="5853" y="10825"/>
                  </a:lnTo>
                  <a:lnTo>
                    <a:pt x="5838" y="10643"/>
                  </a:lnTo>
                  <a:lnTo>
                    <a:pt x="5822" y="10461"/>
                  </a:lnTo>
                  <a:lnTo>
                    <a:pt x="5822" y="10279"/>
                  </a:lnTo>
                  <a:lnTo>
                    <a:pt x="5822" y="10143"/>
                  </a:lnTo>
                  <a:lnTo>
                    <a:pt x="5838" y="9931"/>
                  </a:lnTo>
                  <a:lnTo>
                    <a:pt x="5898" y="9658"/>
                  </a:lnTo>
                  <a:lnTo>
                    <a:pt x="5944" y="9491"/>
                  </a:lnTo>
                  <a:lnTo>
                    <a:pt x="6004" y="9309"/>
                  </a:lnTo>
                  <a:lnTo>
                    <a:pt x="6080" y="9097"/>
                  </a:lnTo>
                  <a:lnTo>
                    <a:pt x="6186" y="8869"/>
                  </a:lnTo>
                  <a:lnTo>
                    <a:pt x="6308" y="8612"/>
                  </a:lnTo>
                  <a:lnTo>
                    <a:pt x="6459" y="8339"/>
                  </a:lnTo>
                  <a:lnTo>
                    <a:pt x="6626" y="8035"/>
                  </a:lnTo>
                  <a:lnTo>
                    <a:pt x="6823" y="7702"/>
                  </a:lnTo>
                  <a:lnTo>
                    <a:pt x="7066" y="7353"/>
                  </a:lnTo>
                  <a:lnTo>
                    <a:pt x="7323" y="6974"/>
                  </a:lnTo>
                  <a:lnTo>
                    <a:pt x="7611" y="6595"/>
                  </a:lnTo>
                  <a:lnTo>
                    <a:pt x="7930" y="6186"/>
                  </a:lnTo>
                  <a:lnTo>
                    <a:pt x="8612" y="5367"/>
                  </a:lnTo>
                  <a:lnTo>
                    <a:pt x="9173" y="4730"/>
                  </a:lnTo>
                  <a:lnTo>
                    <a:pt x="9400" y="4473"/>
                  </a:lnTo>
                  <a:close/>
                  <a:moveTo>
                    <a:pt x="9400" y="0"/>
                  </a:moveTo>
                  <a:lnTo>
                    <a:pt x="8915" y="16"/>
                  </a:lnTo>
                  <a:lnTo>
                    <a:pt x="8430" y="46"/>
                  </a:lnTo>
                  <a:lnTo>
                    <a:pt x="7960" y="106"/>
                  </a:lnTo>
                  <a:lnTo>
                    <a:pt x="7505" y="197"/>
                  </a:lnTo>
                  <a:lnTo>
                    <a:pt x="7050" y="304"/>
                  </a:lnTo>
                  <a:lnTo>
                    <a:pt x="6611" y="425"/>
                  </a:lnTo>
                  <a:lnTo>
                    <a:pt x="6171" y="576"/>
                  </a:lnTo>
                  <a:lnTo>
                    <a:pt x="5747" y="743"/>
                  </a:lnTo>
                  <a:lnTo>
                    <a:pt x="5322" y="925"/>
                  </a:lnTo>
                  <a:lnTo>
                    <a:pt x="4928" y="1137"/>
                  </a:lnTo>
                  <a:lnTo>
                    <a:pt x="4534" y="1365"/>
                  </a:lnTo>
                  <a:lnTo>
                    <a:pt x="4155" y="1607"/>
                  </a:lnTo>
                  <a:lnTo>
                    <a:pt x="3776" y="1865"/>
                  </a:lnTo>
                  <a:lnTo>
                    <a:pt x="3427" y="2153"/>
                  </a:lnTo>
                  <a:lnTo>
                    <a:pt x="3078" y="2441"/>
                  </a:lnTo>
                  <a:lnTo>
                    <a:pt x="2760" y="2760"/>
                  </a:lnTo>
                  <a:lnTo>
                    <a:pt x="2442" y="3078"/>
                  </a:lnTo>
                  <a:lnTo>
                    <a:pt x="2154" y="3427"/>
                  </a:lnTo>
                  <a:lnTo>
                    <a:pt x="1881" y="3775"/>
                  </a:lnTo>
                  <a:lnTo>
                    <a:pt x="1608" y="4154"/>
                  </a:lnTo>
                  <a:lnTo>
                    <a:pt x="1365" y="4533"/>
                  </a:lnTo>
                  <a:lnTo>
                    <a:pt x="1138" y="4928"/>
                  </a:lnTo>
                  <a:lnTo>
                    <a:pt x="926" y="5322"/>
                  </a:lnTo>
                  <a:lnTo>
                    <a:pt x="744" y="5746"/>
                  </a:lnTo>
                  <a:lnTo>
                    <a:pt x="577" y="6171"/>
                  </a:lnTo>
                  <a:lnTo>
                    <a:pt x="425" y="6610"/>
                  </a:lnTo>
                  <a:lnTo>
                    <a:pt x="304" y="7050"/>
                  </a:lnTo>
                  <a:lnTo>
                    <a:pt x="198" y="7505"/>
                  </a:lnTo>
                  <a:lnTo>
                    <a:pt x="107" y="7960"/>
                  </a:lnTo>
                  <a:lnTo>
                    <a:pt x="61" y="8430"/>
                  </a:lnTo>
                  <a:lnTo>
                    <a:pt x="16" y="8915"/>
                  </a:lnTo>
                  <a:lnTo>
                    <a:pt x="1" y="9400"/>
                  </a:lnTo>
                  <a:lnTo>
                    <a:pt x="16" y="9870"/>
                  </a:lnTo>
                  <a:lnTo>
                    <a:pt x="61" y="10355"/>
                  </a:lnTo>
                  <a:lnTo>
                    <a:pt x="107" y="10825"/>
                  </a:lnTo>
                  <a:lnTo>
                    <a:pt x="198" y="11280"/>
                  </a:lnTo>
                  <a:lnTo>
                    <a:pt x="304" y="11735"/>
                  </a:lnTo>
                  <a:lnTo>
                    <a:pt x="425" y="12190"/>
                  </a:lnTo>
                  <a:lnTo>
                    <a:pt x="577" y="12614"/>
                  </a:lnTo>
                  <a:lnTo>
                    <a:pt x="744" y="13038"/>
                  </a:lnTo>
                  <a:lnTo>
                    <a:pt x="926" y="13463"/>
                  </a:lnTo>
                  <a:lnTo>
                    <a:pt x="1138" y="13872"/>
                  </a:lnTo>
                  <a:lnTo>
                    <a:pt x="1365" y="14251"/>
                  </a:lnTo>
                  <a:lnTo>
                    <a:pt x="1608" y="14646"/>
                  </a:lnTo>
                  <a:lnTo>
                    <a:pt x="1881" y="15009"/>
                  </a:lnTo>
                  <a:lnTo>
                    <a:pt x="2154" y="15358"/>
                  </a:lnTo>
                  <a:lnTo>
                    <a:pt x="2442" y="15707"/>
                  </a:lnTo>
                  <a:lnTo>
                    <a:pt x="2760" y="16025"/>
                  </a:lnTo>
                  <a:lnTo>
                    <a:pt x="3078" y="16344"/>
                  </a:lnTo>
                  <a:lnTo>
                    <a:pt x="3427" y="16632"/>
                  </a:lnTo>
                  <a:lnTo>
                    <a:pt x="3776" y="16920"/>
                  </a:lnTo>
                  <a:lnTo>
                    <a:pt x="4155" y="17177"/>
                  </a:lnTo>
                  <a:lnTo>
                    <a:pt x="4534" y="17420"/>
                  </a:lnTo>
                  <a:lnTo>
                    <a:pt x="4928" y="17647"/>
                  </a:lnTo>
                  <a:lnTo>
                    <a:pt x="5322" y="17860"/>
                  </a:lnTo>
                  <a:lnTo>
                    <a:pt x="5747" y="18042"/>
                  </a:lnTo>
                  <a:lnTo>
                    <a:pt x="6171" y="18208"/>
                  </a:lnTo>
                  <a:lnTo>
                    <a:pt x="6611" y="18360"/>
                  </a:lnTo>
                  <a:lnTo>
                    <a:pt x="7050" y="18481"/>
                  </a:lnTo>
                  <a:lnTo>
                    <a:pt x="7505" y="18587"/>
                  </a:lnTo>
                  <a:lnTo>
                    <a:pt x="7960" y="18678"/>
                  </a:lnTo>
                  <a:lnTo>
                    <a:pt x="8430" y="18739"/>
                  </a:lnTo>
                  <a:lnTo>
                    <a:pt x="8915" y="18769"/>
                  </a:lnTo>
                  <a:lnTo>
                    <a:pt x="9400" y="18784"/>
                  </a:lnTo>
                  <a:lnTo>
                    <a:pt x="9885" y="18769"/>
                  </a:lnTo>
                  <a:lnTo>
                    <a:pt x="10355" y="18739"/>
                  </a:lnTo>
                  <a:lnTo>
                    <a:pt x="10825" y="18678"/>
                  </a:lnTo>
                  <a:lnTo>
                    <a:pt x="11280" y="18587"/>
                  </a:lnTo>
                  <a:lnTo>
                    <a:pt x="11735" y="18481"/>
                  </a:lnTo>
                  <a:lnTo>
                    <a:pt x="12190" y="18360"/>
                  </a:lnTo>
                  <a:lnTo>
                    <a:pt x="12614" y="18208"/>
                  </a:lnTo>
                  <a:lnTo>
                    <a:pt x="13054" y="18042"/>
                  </a:lnTo>
                  <a:lnTo>
                    <a:pt x="13463" y="17860"/>
                  </a:lnTo>
                  <a:lnTo>
                    <a:pt x="13873" y="17647"/>
                  </a:lnTo>
                  <a:lnTo>
                    <a:pt x="14267" y="17420"/>
                  </a:lnTo>
                  <a:lnTo>
                    <a:pt x="14646" y="17177"/>
                  </a:lnTo>
                  <a:lnTo>
                    <a:pt x="15010" y="16920"/>
                  </a:lnTo>
                  <a:lnTo>
                    <a:pt x="15358" y="16632"/>
                  </a:lnTo>
                  <a:lnTo>
                    <a:pt x="15707" y="16344"/>
                  </a:lnTo>
                  <a:lnTo>
                    <a:pt x="16025" y="16025"/>
                  </a:lnTo>
                  <a:lnTo>
                    <a:pt x="16344" y="15707"/>
                  </a:lnTo>
                  <a:lnTo>
                    <a:pt x="16632" y="15358"/>
                  </a:lnTo>
                  <a:lnTo>
                    <a:pt x="16920" y="15009"/>
                  </a:lnTo>
                  <a:lnTo>
                    <a:pt x="17178" y="14646"/>
                  </a:lnTo>
                  <a:lnTo>
                    <a:pt x="17420" y="14251"/>
                  </a:lnTo>
                  <a:lnTo>
                    <a:pt x="17648" y="13872"/>
                  </a:lnTo>
                  <a:lnTo>
                    <a:pt x="17860" y="13463"/>
                  </a:lnTo>
                  <a:lnTo>
                    <a:pt x="18042" y="13038"/>
                  </a:lnTo>
                  <a:lnTo>
                    <a:pt x="18209" y="12614"/>
                  </a:lnTo>
                  <a:lnTo>
                    <a:pt x="18360" y="12190"/>
                  </a:lnTo>
                  <a:lnTo>
                    <a:pt x="18497" y="11735"/>
                  </a:lnTo>
                  <a:lnTo>
                    <a:pt x="18588" y="11280"/>
                  </a:lnTo>
                  <a:lnTo>
                    <a:pt x="18679" y="10825"/>
                  </a:lnTo>
                  <a:lnTo>
                    <a:pt x="18739" y="10355"/>
                  </a:lnTo>
                  <a:lnTo>
                    <a:pt x="18770" y="9870"/>
                  </a:lnTo>
                  <a:lnTo>
                    <a:pt x="18785" y="9400"/>
                  </a:lnTo>
                  <a:lnTo>
                    <a:pt x="18770" y="8915"/>
                  </a:lnTo>
                  <a:lnTo>
                    <a:pt x="18739" y="8430"/>
                  </a:lnTo>
                  <a:lnTo>
                    <a:pt x="18679" y="7960"/>
                  </a:lnTo>
                  <a:lnTo>
                    <a:pt x="18588" y="7505"/>
                  </a:lnTo>
                  <a:lnTo>
                    <a:pt x="18497" y="7050"/>
                  </a:lnTo>
                  <a:lnTo>
                    <a:pt x="18360" y="6610"/>
                  </a:lnTo>
                  <a:lnTo>
                    <a:pt x="18209" y="6171"/>
                  </a:lnTo>
                  <a:lnTo>
                    <a:pt x="18042" y="5746"/>
                  </a:lnTo>
                  <a:lnTo>
                    <a:pt x="17860" y="5322"/>
                  </a:lnTo>
                  <a:lnTo>
                    <a:pt x="17648" y="4928"/>
                  </a:lnTo>
                  <a:lnTo>
                    <a:pt x="17420" y="4533"/>
                  </a:lnTo>
                  <a:lnTo>
                    <a:pt x="17178" y="4154"/>
                  </a:lnTo>
                  <a:lnTo>
                    <a:pt x="16920" y="3775"/>
                  </a:lnTo>
                  <a:lnTo>
                    <a:pt x="16632" y="3427"/>
                  </a:lnTo>
                  <a:lnTo>
                    <a:pt x="16344" y="3078"/>
                  </a:lnTo>
                  <a:lnTo>
                    <a:pt x="16025" y="2760"/>
                  </a:lnTo>
                  <a:lnTo>
                    <a:pt x="15707" y="2441"/>
                  </a:lnTo>
                  <a:lnTo>
                    <a:pt x="15358" y="2153"/>
                  </a:lnTo>
                  <a:lnTo>
                    <a:pt x="15010" y="1865"/>
                  </a:lnTo>
                  <a:lnTo>
                    <a:pt x="14646" y="1607"/>
                  </a:lnTo>
                  <a:lnTo>
                    <a:pt x="14267" y="1365"/>
                  </a:lnTo>
                  <a:lnTo>
                    <a:pt x="13873" y="1137"/>
                  </a:lnTo>
                  <a:lnTo>
                    <a:pt x="13463" y="925"/>
                  </a:lnTo>
                  <a:lnTo>
                    <a:pt x="13054" y="743"/>
                  </a:lnTo>
                  <a:lnTo>
                    <a:pt x="12614" y="576"/>
                  </a:lnTo>
                  <a:lnTo>
                    <a:pt x="12190" y="425"/>
                  </a:lnTo>
                  <a:lnTo>
                    <a:pt x="11735" y="304"/>
                  </a:lnTo>
                  <a:lnTo>
                    <a:pt x="11280" y="197"/>
                  </a:lnTo>
                  <a:lnTo>
                    <a:pt x="10825" y="106"/>
                  </a:lnTo>
                  <a:lnTo>
                    <a:pt x="10355" y="46"/>
                  </a:lnTo>
                  <a:lnTo>
                    <a:pt x="9885" y="16"/>
                  </a:lnTo>
                  <a:lnTo>
                    <a:pt x="9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4263650" y="4622950"/>
              <a:ext cx="87950" cy="119775"/>
            </a:xfrm>
            <a:custGeom>
              <a:avLst/>
              <a:gdLst/>
              <a:ahLst/>
              <a:cxnLst/>
              <a:rect l="l" t="t" r="r" b="b"/>
              <a:pathLst>
                <a:path w="3518" h="4791" extrusionOk="0">
                  <a:moveTo>
                    <a:pt x="1759" y="0"/>
                  </a:moveTo>
                  <a:lnTo>
                    <a:pt x="1411" y="440"/>
                  </a:lnTo>
                  <a:lnTo>
                    <a:pt x="1092" y="895"/>
                  </a:lnTo>
                  <a:lnTo>
                    <a:pt x="789" y="1334"/>
                  </a:lnTo>
                  <a:lnTo>
                    <a:pt x="531" y="1759"/>
                  </a:lnTo>
                  <a:lnTo>
                    <a:pt x="304" y="2153"/>
                  </a:lnTo>
                  <a:lnTo>
                    <a:pt x="137" y="2502"/>
                  </a:lnTo>
                  <a:lnTo>
                    <a:pt x="77" y="2653"/>
                  </a:lnTo>
                  <a:lnTo>
                    <a:pt x="31" y="2805"/>
                  </a:lnTo>
                  <a:lnTo>
                    <a:pt x="1" y="2926"/>
                  </a:lnTo>
                  <a:lnTo>
                    <a:pt x="1" y="3032"/>
                  </a:lnTo>
                  <a:lnTo>
                    <a:pt x="1" y="3214"/>
                  </a:lnTo>
                  <a:lnTo>
                    <a:pt x="31" y="3396"/>
                  </a:lnTo>
                  <a:lnTo>
                    <a:pt x="77" y="3563"/>
                  </a:lnTo>
                  <a:lnTo>
                    <a:pt x="137" y="3714"/>
                  </a:lnTo>
                  <a:lnTo>
                    <a:pt x="213" y="3866"/>
                  </a:lnTo>
                  <a:lnTo>
                    <a:pt x="304" y="4018"/>
                  </a:lnTo>
                  <a:lnTo>
                    <a:pt x="395" y="4154"/>
                  </a:lnTo>
                  <a:lnTo>
                    <a:pt x="516" y="4275"/>
                  </a:lnTo>
                  <a:lnTo>
                    <a:pt x="637" y="4397"/>
                  </a:lnTo>
                  <a:lnTo>
                    <a:pt x="774" y="4488"/>
                  </a:lnTo>
                  <a:lnTo>
                    <a:pt x="910" y="4579"/>
                  </a:lnTo>
                  <a:lnTo>
                    <a:pt x="1077" y="4654"/>
                  </a:lnTo>
                  <a:lnTo>
                    <a:pt x="1229" y="4715"/>
                  </a:lnTo>
                  <a:lnTo>
                    <a:pt x="1395" y="4761"/>
                  </a:lnTo>
                  <a:lnTo>
                    <a:pt x="1577" y="4791"/>
                  </a:lnTo>
                  <a:lnTo>
                    <a:pt x="1941" y="4791"/>
                  </a:lnTo>
                  <a:lnTo>
                    <a:pt x="2108" y="4761"/>
                  </a:lnTo>
                  <a:lnTo>
                    <a:pt x="2275" y="4715"/>
                  </a:lnTo>
                  <a:lnTo>
                    <a:pt x="2442" y="4654"/>
                  </a:lnTo>
                  <a:lnTo>
                    <a:pt x="2593" y="4579"/>
                  </a:lnTo>
                  <a:lnTo>
                    <a:pt x="2730" y="4488"/>
                  </a:lnTo>
                  <a:lnTo>
                    <a:pt x="2866" y="4397"/>
                  </a:lnTo>
                  <a:lnTo>
                    <a:pt x="3002" y="4275"/>
                  </a:lnTo>
                  <a:lnTo>
                    <a:pt x="3109" y="4154"/>
                  </a:lnTo>
                  <a:lnTo>
                    <a:pt x="3215" y="4018"/>
                  </a:lnTo>
                  <a:lnTo>
                    <a:pt x="3306" y="3866"/>
                  </a:lnTo>
                  <a:lnTo>
                    <a:pt x="3382" y="3714"/>
                  </a:lnTo>
                  <a:lnTo>
                    <a:pt x="3427" y="3563"/>
                  </a:lnTo>
                  <a:lnTo>
                    <a:pt x="3472" y="3396"/>
                  </a:lnTo>
                  <a:lnTo>
                    <a:pt x="3503" y="3214"/>
                  </a:lnTo>
                  <a:lnTo>
                    <a:pt x="3518" y="3032"/>
                  </a:lnTo>
                  <a:lnTo>
                    <a:pt x="3503" y="2926"/>
                  </a:lnTo>
                  <a:lnTo>
                    <a:pt x="3472" y="2805"/>
                  </a:lnTo>
                  <a:lnTo>
                    <a:pt x="3427" y="2653"/>
                  </a:lnTo>
                  <a:lnTo>
                    <a:pt x="3366" y="2502"/>
                  </a:lnTo>
                  <a:lnTo>
                    <a:pt x="3200" y="2153"/>
                  </a:lnTo>
                  <a:lnTo>
                    <a:pt x="2987" y="1759"/>
                  </a:lnTo>
                  <a:lnTo>
                    <a:pt x="2730" y="1334"/>
                  </a:lnTo>
                  <a:lnTo>
                    <a:pt x="2426" y="895"/>
                  </a:lnTo>
                  <a:lnTo>
                    <a:pt x="2093" y="440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3919500" y="4288650"/>
              <a:ext cx="776250" cy="776250"/>
            </a:xfrm>
            <a:custGeom>
              <a:avLst/>
              <a:gdLst/>
              <a:ahLst/>
              <a:cxnLst/>
              <a:rect l="l" t="t" r="r" b="b"/>
              <a:pathLst>
                <a:path w="31050" h="31050" extrusionOk="0">
                  <a:moveTo>
                    <a:pt x="16435" y="1850"/>
                  </a:moveTo>
                  <a:lnTo>
                    <a:pt x="17057" y="1896"/>
                  </a:lnTo>
                  <a:lnTo>
                    <a:pt x="17663" y="1987"/>
                  </a:lnTo>
                  <a:lnTo>
                    <a:pt x="18269" y="2093"/>
                  </a:lnTo>
                  <a:lnTo>
                    <a:pt x="18876" y="2229"/>
                  </a:lnTo>
                  <a:lnTo>
                    <a:pt x="19467" y="2381"/>
                  </a:lnTo>
                  <a:lnTo>
                    <a:pt x="20043" y="2578"/>
                  </a:lnTo>
                  <a:lnTo>
                    <a:pt x="20619" y="2790"/>
                  </a:lnTo>
                  <a:lnTo>
                    <a:pt x="21180" y="3033"/>
                  </a:lnTo>
                  <a:lnTo>
                    <a:pt x="21726" y="3290"/>
                  </a:lnTo>
                  <a:lnTo>
                    <a:pt x="22272" y="3578"/>
                  </a:lnTo>
                  <a:lnTo>
                    <a:pt x="22787" y="3897"/>
                  </a:lnTo>
                  <a:lnTo>
                    <a:pt x="23303" y="4230"/>
                  </a:lnTo>
                  <a:lnTo>
                    <a:pt x="23803" y="4594"/>
                  </a:lnTo>
                  <a:lnTo>
                    <a:pt x="24288" y="4988"/>
                  </a:lnTo>
                  <a:lnTo>
                    <a:pt x="24758" y="5398"/>
                  </a:lnTo>
                  <a:lnTo>
                    <a:pt x="25213" y="5822"/>
                  </a:lnTo>
                  <a:lnTo>
                    <a:pt x="25653" y="6277"/>
                  </a:lnTo>
                  <a:lnTo>
                    <a:pt x="26062" y="6747"/>
                  </a:lnTo>
                  <a:lnTo>
                    <a:pt x="26441" y="7232"/>
                  </a:lnTo>
                  <a:lnTo>
                    <a:pt x="26805" y="7732"/>
                  </a:lnTo>
                  <a:lnTo>
                    <a:pt x="27138" y="8248"/>
                  </a:lnTo>
                  <a:lnTo>
                    <a:pt x="27457" y="8778"/>
                  </a:lnTo>
                  <a:lnTo>
                    <a:pt x="27745" y="9309"/>
                  </a:lnTo>
                  <a:lnTo>
                    <a:pt x="28018" y="9870"/>
                  </a:lnTo>
                  <a:lnTo>
                    <a:pt x="28245" y="10431"/>
                  </a:lnTo>
                  <a:lnTo>
                    <a:pt x="28472" y="10992"/>
                  </a:lnTo>
                  <a:lnTo>
                    <a:pt x="28654" y="11583"/>
                  </a:lnTo>
                  <a:lnTo>
                    <a:pt x="28821" y="12174"/>
                  </a:lnTo>
                  <a:lnTo>
                    <a:pt x="28958" y="12766"/>
                  </a:lnTo>
                  <a:lnTo>
                    <a:pt x="29064" y="13372"/>
                  </a:lnTo>
                  <a:lnTo>
                    <a:pt x="29140" y="13994"/>
                  </a:lnTo>
                  <a:lnTo>
                    <a:pt x="29200" y="14615"/>
                  </a:lnTo>
                  <a:lnTo>
                    <a:pt x="27730" y="14615"/>
                  </a:lnTo>
                  <a:lnTo>
                    <a:pt x="27730" y="16435"/>
                  </a:lnTo>
                  <a:lnTo>
                    <a:pt x="29200" y="16435"/>
                  </a:lnTo>
                  <a:lnTo>
                    <a:pt x="29140" y="17041"/>
                  </a:lnTo>
                  <a:lnTo>
                    <a:pt x="29064" y="17663"/>
                  </a:lnTo>
                  <a:lnTo>
                    <a:pt x="28958" y="18269"/>
                  </a:lnTo>
                  <a:lnTo>
                    <a:pt x="28821" y="18860"/>
                  </a:lnTo>
                  <a:lnTo>
                    <a:pt x="28654" y="19452"/>
                  </a:lnTo>
                  <a:lnTo>
                    <a:pt x="28472" y="20043"/>
                  </a:lnTo>
                  <a:lnTo>
                    <a:pt x="28245" y="20619"/>
                  </a:lnTo>
                  <a:lnTo>
                    <a:pt x="28018" y="21180"/>
                  </a:lnTo>
                  <a:lnTo>
                    <a:pt x="27745" y="21726"/>
                  </a:lnTo>
                  <a:lnTo>
                    <a:pt x="27457" y="22256"/>
                  </a:lnTo>
                  <a:lnTo>
                    <a:pt x="27138" y="22787"/>
                  </a:lnTo>
                  <a:lnTo>
                    <a:pt x="26805" y="23302"/>
                  </a:lnTo>
                  <a:lnTo>
                    <a:pt x="26441" y="23803"/>
                  </a:lnTo>
                  <a:lnTo>
                    <a:pt x="26062" y="24288"/>
                  </a:lnTo>
                  <a:lnTo>
                    <a:pt x="25653" y="24758"/>
                  </a:lnTo>
                  <a:lnTo>
                    <a:pt x="25213" y="25213"/>
                  </a:lnTo>
                  <a:lnTo>
                    <a:pt x="24758" y="25637"/>
                  </a:lnTo>
                  <a:lnTo>
                    <a:pt x="24288" y="26046"/>
                  </a:lnTo>
                  <a:lnTo>
                    <a:pt x="23803" y="26441"/>
                  </a:lnTo>
                  <a:lnTo>
                    <a:pt x="23303" y="26804"/>
                  </a:lnTo>
                  <a:lnTo>
                    <a:pt x="22787" y="27138"/>
                  </a:lnTo>
                  <a:lnTo>
                    <a:pt x="22272" y="27456"/>
                  </a:lnTo>
                  <a:lnTo>
                    <a:pt x="21726" y="27744"/>
                  </a:lnTo>
                  <a:lnTo>
                    <a:pt x="21180" y="28017"/>
                  </a:lnTo>
                  <a:lnTo>
                    <a:pt x="20619" y="28245"/>
                  </a:lnTo>
                  <a:lnTo>
                    <a:pt x="20043" y="28457"/>
                  </a:lnTo>
                  <a:lnTo>
                    <a:pt x="19467" y="28654"/>
                  </a:lnTo>
                  <a:lnTo>
                    <a:pt x="18876" y="28821"/>
                  </a:lnTo>
                  <a:lnTo>
                    <a:pt x="18269" y="28942"/>
                  </a:lnTo>
                  <a:lnTo>
                    <a:pt x="17663" y="29063"/>
                  </a:lnTo>
                  <a:lnTo>
                    <a:pt x="17057" y="29139"/>
                  </a:lnTo>
                  <a:lnTo>
                    <a:pt x="16435" y="29200"/>
                  </a:lnTo>
                  <a:lnTo>
                    <a:pt x="16435" y="27638"/>
                  </a:lnTo>
                  <a:lnTo>
                    <a:pt x="14616" y="27638"/>
                  </a:lnTo>
                  <a:lnTo>
                    <a:pt x="14616" y="29200"/>
                  </a:lnTo>
                  <a:lnTo>
                    <a:pt x="13994" y="29139"/>
                  </a:lnTo>
                  <a:lnTo>
                    <a:pt x="13373" y="29063"/>
                  </a:lnTo>
                  <a:lnTo>
                    <a:pt x="12766" y="28942"/>
                  </a:lnTo>
                  <a:lnTo>
                    <a:pt x="12175" y="28821"/>
                  </a:lnTo>
                  <a:lnTo>
                    <a:pt x="11584" y="28654"/>
                  </a:lnTo>
                  <a:lnTo>
                    <a:pt x="11007" y="28457"/>
                  </a:lnTo>
                  <a:lnTo>
                    <a:pt x="10431" y="28245"/>
                  </a:lnTo>
                  <a:lnTo>
                    <a:pt x="9870" y="28017"/>
                  </a:lnTo>
                  <a:lnTo>
                    <a:pt x="9309" y="27744"/>
                  </a:lnTo>
                  <a:lnTo>
                    <a:pt x="8779" y="27456"/>
                  </a:lnTo>
                  <a:lnTo>
                    <a:pt x="8248" y="27138"/>
                  </a:lnTo>
                  <a:lnTo>
                    <a:pt x="7733" y="26804"/>
                  </a:lnTo>
                  <a:lnTo>
                    <a:pt x="7232" y="26441"/>
                  </a:lnTo>
                  <a:lnTo>
                    <a:pt x="6747" y="26046"/>
                  </a:lnTo>
                  <a:lnTo>
                    <a:pt x="6277" y="25637"/>
                  </a:lnTo>
                  <a:lnTo>
                    <a:pt x="5823" y="25213"/>
                  </a:lnTo>
                  <a:lnTo>
                    <a:pt x="5398" y="24758"/>
                  </a:lnTo>
                  <a:lnTo>
                    <a:pt x="4989" y="24288"/>
                  </a:lnTo>
                  <a:lnTo>
                    <a:pt x="4595" y="23803"/>
                  </a:lnTo>
                  <a:lnTo>
                    <a:pt x="4231" y="23302"/>
                  </a:lnTo>
                  <a:lnTo>
                    <a:pt x="3897" y="22787"/>
                  </a:lnTo>
                  <a:lnTo>
                    <a:pt x="3579" y="22256"/>
                  </a:lnTo>
                  <a:lnTo>
                    <a:pt x="3291" y="21726"/>
                  </a:lnTo>
                  <a:lnTo>
                    <a:pt x="3033" y="21180"/>
                  </a:lnTo>
                  <a:lnTo>
                    <a:pt x="2790" y="20619"/>
                  </a:lnTo>
                  <a:lnTo>
                    <a:pt x="2578" y="20043"/>
                  </a:lnTo>
                  <a:lnTo>
                    <a:pt x="2381" y="19452"/>
                  </a:lnTo>
                  <a:lnTo>
                    <a:pt x="2230" y="18860"/>
                  </a:lnTo>
                  <a:lnTo>
                    <a:pt x="2093" y="18269"/>
                  </a:lnTo>
                  <a:lnTo>
                    <a:pt x="1987" y="17663"/>
                  </a:lnTo>
                  <a:lnTo>
                    <a:pt x="1896" y="17041"/>
                  </a:lnTo>
                  <a:lnTo>
                    <a:pt x="1850" y="16435"/>
                  </a:lnTo>
                  <a:lnTo>
                    <a:pt x="3442" y="16435"/>
                  </a:lnTo>
                  <a:lnTo>
                    <a:pt x="3442" y="14615"/>
                  </a:lnTo>
                  <a:lnTo>
                    <a:pt x="1850" y="14615"/>
                  </a:lnTo>
                  <a:lnTo>
                    <a:pt x="1896" y="13994"/>
                  </a:lnTo>
                  <a:lnTo>
                    <a:pt x="1987" y="13372"/>
                  </a:lnTo>
                  <a:lnTo>
                    <a:pt x="2093" y="12766"/>
                  </a:lnTo>
                  <a:lnTo>
                    <a:pt x="2230" y="12174"/>
                  </a:lnTo>
                  <a:lnTo>
                    <a:pt x="2381" y="11583"/>
                  </a:lnTo>
                  <a:lnTo>
                    <a:pt x="2578" y="10992"/>
                  </a:lnTo>
                  <a:lnTo>
                    <a:pt x="2790" y="10431"/>
                  </a:lnTo>
                  <a:lnTo>
                    <a:pt x="3033" y="9870"/>
                  </a:lnTo>
                  <a:lnTo>
                    <a:pt x="3291" y="9309"/>
                  </a:lnTo>
                  <a:lnTo>
                    <a:pt x="3579" y="8778"/>
                  </a:lnTo>
                  <a:lnTo>
                    <a:pt x="3897" y="8248"/>
                  </a:lnTo>
                  <a:lnTo>
                    <a:pt x="4231" y="7732"/>
                  </a:lnTo>
                  <a:lnTo>
                    <a:pt x="4595" y="7232"/>
                  </a:lnTo>
                  <a:lnTo>
                    <a:pt x="4989" y="6747"/>
                  </a:lnTo>
                  <a:lnTo>
                    <a:pt x="5398" y="6277"/>
                  </a:lnTo>
                  <a:lnTo>
                    <a:pt x="5823" y="5822"/>
                  </a:lnTo>
                  <a:lnTo>
                    <a:pt x="6277" y="5398"/>
                  </a:lnTo>
                  <a:lnTo>
                    <a:pt x="6747" y="4988"/>
                  </a:lnTo>
                  <a:lnTo>
                    <a:pt x="7232" y="4594"/>
                  </a:lnTo>
                  <a:lnTo>
                    <a:pt x="7733" y="4230"/>
                  </a:lnTo>
                  <a:lnTo>
                    <a:pt x="8248" y="3897"/>
                  </a:lnTo>
                  <a:lnTo>
                    <a:pt x="8779" y="3578"/>
                  </a:lnTo>
                  <a:lnTo>
                    <a:pt x="9309" y="3290"/>
                  </a:lnTo>
                  <a:lnTo>
                    <a:pt x="9870" y="3033"/>
                  </a:lnTo>
                  <a:lnTo>
                    <a:pt x="10431" y="2790"/>
                  </a:lnTo>
                  <a:lnTo>
                    <a:pt x="11007" y="2578"/>
                  </a:lnTo>
                  <a:lnTo>
                    <a:pt x="11584" y="2381"/>
                  </a:lnTo>
                  <a:lnTo>
                    <a:pt x="12175" y="2229"/>
                  </a:lnTo>
                  <a:lnTo>
                    <a:pt x="12766" y="2093"/>
                  </a:lnTo>
                  <a:lnTo>
                    <a:pt x="13373" y="1987"/>
                  </a:lnTo>
                  <a:lnTo>
                    <a:pt x="13994" y="1896"/>
                  </a:lnTo>
                  <a:lnTo>
                    <a:pt x="14616" y="1850"/>
                  </a:lnTo>
                  <a:lnTo>
                    <a:pt x="14616" y="3487"/>
                  </a:lnTo>
                  <a:lnTo>
                    <a:pt x="16435" y="3487"/>
                  </a:lnTo>
                  <a:lnTo>
                    <a:pt x="16435" y="1850"/>
                  </a:lnTo>
                  <a:close/>
                  <a:moveTo>
                    <a:pt x="15131" y="0"/>
                  </a:moveTo>
                  <a:lnTo>
                    <a:pt x="14752" y="16"/>
                  </a:lnTo>
                  <a:lnTo>
                    <a:pt x="14358" y="31"/>
                  </a:lnTo>
                  <a:lnTo>
                    <a:pt x="13979" y="76"/>
                  </a:lnTo>
                  <a:lnTo>
                    <a:pt x="13600" y="107"/>
                  </a:lnTo>
                  <a:lnTo>
                    <a:pt x="13221" y="167"/>
                  </a:lnTo>
                  <a:lnTo>
                    <a:pt x="12842" y="228"/>
                  </a:lnTo>
                  <a:lnTo>
                    <a:pt x="12463" y="289"/>
                  </a:lnTo>
                  <a:lnTo>
                    <a:pt x="12099" y="364"/>
                  </a:lnTo>
                  <a:lnTo>
                    <a:pt x="11735" y="455"/>
                  </a:lnTo>
                  <a:lnTo>
                    <a:pt x="11356" y="561"/>
                  </a:lnTo>
                  <a:lnTo>
                    <a:pt x="10992" y="652"/>
                  </a:lnTo>
                  <a:lnTo>
                    <a:pt x="10644" y="774"/>
                  </a:lnTo>
                  <a:lnTo>
                    <a:pt x="10280" y="895"/>
                  </a:lnTo>
                  <a:lnTo>
                    <a:pt x="9931" y="1031"/>
                  </a:lnTo>
                  <a:lnTo>
                    <a:pt x="9582" y="1168"/>
                  </a:lnTo>
                  <a:lnTo>
                    <a:pt x="9234" y="1319"/>
                  </a:lnTo>
                  <a:lnTo>
                    <a:pt x="8885" y="1471"/>
                  </a:lnTo>
                  <a:lnTo>
                    <a:pt x="8551" y="1638"/>
                  </a:lnTo>
                  <a:lnTo>
                    <a:pt x="8218" y="1820"/>
                  </a:lnTo>
                  <a:lnTo>
                    <a:pt x="7884" y="2002"/>
                  </a:lnTo>
                  <a:lnTo>
                    <a:pt x="7551" y="2184"/>
                  </a:lnTo>
                  <a:lnTo>
                    <a:pt x="7232" y="2381"/>
                  </a:lnTo>
                  <a:lnTo>
                    <a:pt x="6914" y="2593"/>
                  </a:lnTo>
                  <a:lnTo>
                    <a:pt x="6596" y="2805"/>
                  </a:lnTo>
                  <a:lnTo>
                    <a:pt x="6293" y="3033"/>
                  </a:lnTo>
                  <a:lnTo>
                    <a:pt x="5989" y="3260"/>
                  </a:lnTo>
                  <a:lnTo>
                    <a:pt x="5686" y="3503"/>
                  </a:lnTo>
                  <a:lnTo>
                    <a:pt x="5398" y="3745"/>
                  </a:lnTo>
                  <a:lnTo>
                    <a:pt x="5110" y="4003"/>
                  </a:lnTo>
                  <a:lnTo>
                    <a:pt x="4822" y="4276"/>
                  </a:lnTo>
                  <a:lnTo>
                    <a:pt x="4549" y="4534"/>
                  </a:lnTo>
                  <a:lnTo>
                    <a:pt x="4276" y="4822"/>
                  </a:lnTo>
                  <a:lnTo>
                    <a:pt x="4003" y="5094"/>
                  </a:lnTo>
                  <a:lnTo>
                    <a:pt x="3761" y="5398"/>
                  </a:lnTo>
                  <a:lnTo>
                    <a:pt x="3503" y="5686"/>
                  </a:lnTo>
                  <a:lnTo>
                    <a:pt x="3260" y="5989"/>
                  </a:lnTo>
                  <a:lnTo>
                    <a:pt x="3033" y="6292"/>
                  </a:lnTo>
                  <a:lnTo>
                    <a:pt x="2806" y="6595"/>
                  </a:lnTo>
                  <a:lnTo>
                    <a:pt x="2593" y="6914"/>
                  </a:lnTo>
                  <a:lnTo>
                    <a:pt x="2381" y="7232"/>
                  </a:lnTo>
                  <a:lnTo>
                    <a:pt x="2184" y="7550"/>
                  </a:lnTo>
                  <a:lnTo>
                    <a:pt x="2002" y="7884"/>
                  </a:lnTo>
                  <a:lnTo>
                    <a:pt x="1820" y="8202"/>
                  </a:lnTo>
                  <a:lnTo>
                    <a:pt x="1638" y="8551"/>
                  </a:lnTo>
                  <a:lnTo>
                    <a:pt x="1471" y="8885"/>
                  </a:lnTo>
                  <a:lnTo>
                    <a:pt x="1320" y="9233"/>
                  </a:lnTo>
                  <a:lnTo>
                    <a:pt x="1168" y="9567"/>
                  </a:lnTo>
                  <a:lnTo>
                    <a:pt x="1032" y="9931"/>
                  </a:lnTo>
                  <a:lnTo>
                    <a:pt x="895" y="10279"/>
                  </a:lnTo>
                  <a:lnTo>
                    <a:pt x="774" y="10628"/>
                  </a:lnTo>
                  <a:lnTo>
                    <a:pt x="668" y="10992"/>
                  </a:lnTo>
                  <a:lnTo>
                    <a:pt x="562" y="11356"/>
                  </a:lnTo>
                  <a:lnTo>
                    <a:pt x="456" y="11720"/>
                  </a:lnTo>
                  <a:lnTo>
                    <a:pt x="380" y="12099"/>
                  </a:lnTo>
                  <a:lnTo>
                    <a:pt x="289" y="12463"/>
                  </a:lnTo>
                  <a:lnTo>
                    <a:pt x="228" y="12842"/>
                  </a:lnTo>
                  <a:lnTo>
                    <a:pt x="168" y="13221"/>
                  </a:lnTo>
                  <a:lnTo>
                    <a:pt x="107" y="13600"/>
                  </a:lnTo>
                  <a:lnTo>
                    <a:pt x="77" y="13979"/>
                  </a:lnTo>
                  <a:lnTo>
                    <a:pt x="31" y="14358"/>
                  </a:lnTo>
                  <a:lnTo>
                    <a:pt x="16" y="14737"/>
                  </a:lnTo>
                  <a:lnTo>
                    <a:pt x="1" y="15131"/>
                  </a:lnTo>
                  <a:lnTo>
                    <a:pt x="1" y="15525"/>
                  </a:lnTo>
                  <a:lnTo>
                    <a:pt x="1" y="15904"/>
                  </a:lnTo>
                  <a:lnTo>
                    <a:pt x="16" y="16298"/>
                  </a:lnTo>
                  <a:lnTo>
                    <a:pt x="31" y="16677"/>
                  </a:lnTo>
                  <a:lnTo>
                    <a:pt x="77" y="17056"/>
                  </a:lnTo>
                  <a:lnTo>
                    <a:pt x="107" y="17435"/>
                  </a:lnTo>
                  <a:lnTo>
                    <a:pt x="168" y="17814"/>
                  </a:lnTo>
                  <a:lnTo>
                    <a:pt x="228" y="18193"/>
                  </a:lnTo>
                  <a:lnTo>
                    <a:pt x="289" y="18572"/>
                  </a:lnTo>
                  <a:lnTo>
                    <a:pt x="380" y="18936"/>
                  </a:lnTo>
                  <a:lnTo>
                    <a:pt x="456" y="19315"/>
                  </a:lnTo>
                  <a:lnTo>
                    <a:pt x="562" y="19679"/>
                  </a:lnTo>
                  <a:lnTo>
                    <a:pt x="668" y="20043"/>
                  </a:lnTo>
                  <a:lnTo>
                    <a:pt x="774" y="20407"/>
                  </a:lnTo>
                  <a:lnTo>
                    <a:pt x="895" y="20755"/>
                  </a:lnTo>
                  <a:lnTo>
                    <a:pt x="1032" y="21119"/>
                  </a:lnTo>
                  <a:lnTo>
                    <a:pt x="1168" y="21468"/>
                  </a:lnTo>
                  <a:lnTo>
                    <a:pt x="1320" y="21817"/>
                  </a:lnTo>
                  <a:lnTo>
                    <a:pt x="1471" y="22150"/>
                  </a:lnTo>
                  <a:lnTo>
                    <a:pt x="1638" y="22499"/>
                  </a:lnTo>
                  <a:lnTo>
                    <a:pt x="1820" y="22832"/>
                  </a:lnTo>
                  <a:lnTo>
                    <a:pt x="2002" y="23166"/>
                  </a:lnTo>
                  <a:lnTo>
                    <a:pt x="2184" y="23484"/>
                  </a:lnTo>
                  <a:lnTo>
                    <a:pt x="2381" y="23803"/>
                  </a:lnTo>
                  <a:lnTo>
                    <a:pt x="2593" y="24121"/>
                  </a:lnTo>
                  <a:lnTo>
                    <a:pt x="2806" y="24439"/>
                  </a:lnTo>
                  <a:lnTo>
                    <a:pt x="3033" y="24743"/>
                  </a:lnTo>
                  <a:lnTo>
                    <a:pt x="3260" y="25046"/>
                  </a:lnTo>
                  <a:lnTo>
                    <a:pt x="3503" y="25349"/>
                  </a:lnTo>
                  <a:lnTo>
                    <a:pt x="3761" y="25652"/>
                  </a:lnTo>
                  <a:lnTo>
                    <a:pt x="4003" y="25940"/>
                  </a:lnTo>
                  <a:lnTo>
                    <a:pt x="4276" y="26213"/>
                  </a:lnTo>
                  <a:lnTo>
                    <a:pt x="4549" y="26501"/>
                  </a:lnTo>
                  <a:lnTo>
                    <a:pt x="4822" y="26774"/>
                  </a:lnTo>
                  <a:lnTo>
                    <a:pt x="5110" y="27032"/>
                  </a:lnTo>
                  <a:lnTo>
                    <a:pt x="5398" y="27290"/>
                  </a:lnTo>
                  <a:lnTo>
                    <a:pt x="5686" y="27532"/>
                  </a:lnTo>
                  <a:lnTo>
                    <a:pt x="5989" y="27775"/>
                  </a:lnTo>
                  <a:lnTo>
                    <a:pt x="6293" y="28002"/>
                  </a:lnTo>
                  <a:lnTo>
                    <a:pt x="6596" y="28230"/>
                  </a:lnTo>
                  <a:lnTo>
                    <a:pt x="6914" y="28442"/>
                  </a:lnTo>
                  <a:lnTo>
                    <a:pt x="7232" y="28654"/>
                  </a:lnTo>
                  <a:lnTo>
                    <a:pt x="7551" y="28851"/>
                  </a:lnTo>
                  <a:lnTo>
                    <a:pt x="7884" y="29033"/>
                  </a:lnTo>
                  <a:lnTo>
                    <a:pt x="8218" y="29230"/>
                  </a:lnTo>
                  <a:lnTo>
                    <a:pt x="8551" y="29397"/>
                  </a:lnTo>
                  <a:lnTo>
                    <a:pt x="8885" y="29564"/>
                  </a:lnTo>
                  <a:lnTo>
                    <a:pt x="9234" y="29715"/>
                  </a:lnTo>
                  <a:lnTo>
                    <a:pt x="9582" y="29867"/>
                  </a:lnTo>
                  <a:lnTo>
                    <a:pt x="9931" y="30003"/>
                  </a:lnTo>
                  <a:lnTo>
                    <a:pt x="10280" y="30140"/>
                  </a:lnTo>
                  <a:lnTo>
                    <a:pt x="10644" y="30261"/>
                  </a:lnTo>
                  <a:lnTo>
                    <a:pt x="10992" y="30382"/>
                  </a:lnTo>
                  <a:lnTo>
                    <a:pt x="11356" y="30488"/>
                  </a:lnTo>
                  <a:lnTo>
                    <a:pt x="11735" y="30579"/>
                  </a:lnTo>
                  <a:lnTo>
                    <a:pt x="12099" y="30670"/>
                  </a:lnTo>
                  <a:lnTo>
                    <a:pt x="12463" y="30746"/>
                  </a:lnTo>
                  <a:lnTo>
                    <a:pt x="12842" y="30807"/>
                  </a:lnTo>
                  <a:lnTo>
                    <a:pt x="13221" y="30867"/>
                  </a:lnTo>
                  <a:lnTo>
                    <a:pt x="13600" y="30928"/>
                  </a:lnTo>
                  <a:lnTo>
                    <a:pt x="13979" y="30974"/>
                  </a:lnTo>
                  <a:lnTo>
                    <a:pt x="14358" y="31004"/>
                  </a:lnTo>
                  <a:lnTo>
                    <a:pt x="14752" y="31019"/>
                  </a:lnTo>
                  <a:lnTo>
                    <a:pt x="15131" y="31034"/>
                  </a:lnTo>
                  <a:lnTo>
                    <a:pt x="15525" y="31049"/>
                  </a:lnTo>
                  <a:lnTo>
                    <a:pt x="15904" y="31034"/>
                  </a:lnTo>
                  <a:lnTo>
                    <a:pt x="16299" y="31019"/>
                  </a:lnTo>
                  <a:lnTo>
                    <a:pt x="16678" y="31004"/>
                  </a:lnTo>
                  <a:lnTo>
                    <a:pt x="17057" y="30974"/>
                  </a:lnTo>
                  <a:lnTo>
                    <a:pt x="17451" y="30928"/>
                  </a:lnTo>
                  <a:lnTo>
                    <a:pt x="17830" y="30867"/>
                  </a:lnTo>
                  <a:lnTo>
                    <a:pt x="18194" y="30807"/>
                  </a:lnTo>
                  <a:lnTo>
                    <a:pt x="18573" y="30746"/>
                  </a:lnTo>
                  <a:lnTo>
                    <a:pt x="18952" y="30670"/>
                  </a:lnTo>
                  <a:lnTo>
                    <a:pt x="19315" y="30579"/>
                  </a:lnTo>
                  <a:lnTo>
                    <a:pt x="19679" y="30488"/>
                  </a:lnTo>
                  <a:lnTo>
                    <a:pt x="20043" y="30382"/>
                  </a:lnTo>
                  <a:lnTo>
                    <a:pt x="20407" y="30261"/>
                  </a:lnTo>
                  <a:lnTo>
                    <a:pt x="20756" y="30140"/>
                  </a:lnTo>
                  <a:lnTo>
                    <a:pt x="21120" y="30003"/>
                  </a:lnTo>
                  <a:lnTo>
                    <a:pt x="21468" y="29867"/>
                  </a:lnTo>
                  <a:lnTo>
                    <a:pt x="21817" y="29715"/>
                  </a:lnTo>
                  <a:lnTo>
                    <a:pt x="22150" y="29564"/>
                  </a:lnTo>
                  <a:lnTo>
                    <a:pt x="22499" y="29397"/>
                  </a:lnTo>
                  <a:lnTo>
                    <a:pt x="22833" y="29230"/>
                  </a:lnTo>
                  <a:lnTo>
                    <a:pt x="23166" y="29033"/>
                  </a:lnTo>
                  <a:lnTo>
                    <a:pt x="23485" y="28851"/>
                  </a:lnTo>
                  <a:lnTo>
                    <a:pt x="23818" y="28654"/>
                  </a:lnTo>
                  <a:lnTo>
                    <a:pt x="24137" y="28442"/>
                  </a:lnTo>
                  <a:lnTo>
                    <a:pt x="24440" y="28230"/>
                  </a:lnTo>
                  <a:lnTo>
                    <a:pt x="24758" y="28002"/>
                  </a:lnTo>
                  <a:lnTo>
                    <a:pt x="25061" y="27775"/>
                  </a:lnTo>
                  <a:lnTo>
                    <a:pt x="25349" y="27532"/>
                  </a:lnTo>
                  <a:lnTo>
                    <a:pt x="25653" y="27290"/>
                  </a:lnTo>
                  <a:lnTo>
                    <a:pt x="25941" y="27032"/>
                  </a:lnTo>
                  <a:lnTo>
                    <a:pt x="26214" y="26774"/>
                  </a:lnTo>
                  <a:lnTo>
                    <a:pt x="26502" y="26501"/>
                  </a:lnTo>
                  <a:lnTo>
                    <a:pt x="26774" y="26213"/>
                  </a:lnTo>
                  <a:lnTo>
                    <a:pt x="27032" y="25940"/>
                  </a:lnTo>
                  <a:lnTo>
                    <a:pt x="27290" y="25652"/>
                  </a:lnTo>
                  <a:lnTo>
                    <a:pt x="27532" y="25349"/>
                  </a:lnTo>
                  <a:lnTo>
                    <a:pt x="27775" y="25046"/>
                  </a:lnTo>
                  <a:lnTo>
                    <a:pt x="28002" y="24743"/>
                  </a:lnTo>
                  <a:lnTo>
                    <a:pt x="28230" y="24439"/>
                  </a:lnTo>
                  <a:lnTo>
                    <a:pt x="28442" y="24121"/>
                  </a:lnTo>
                  <a:lnTo>
                    <a:pt x="28654" y="23803"/>
                  </a:lnTo>
                  <a:lnTo>
                    <a:pt x="28851" y="23484"/>
                  </a:lnTo>
                  <a:lnTo>
                    <a:pt x="29049" y="23166"/>
                  </a:lnTo>
                  <a:lnTo>
                    <a:pt x="29230" y="22832"/>
                  </a:lnTo>
                  <a:lnTo>
                    <a:pt x="29397" y="22499"/>
                  </a:lnTo>
                  <a:lnTo>
                    <a:pt x="29564" y="22150"/>
                  </a:lnTo>
                  <a:lnTo>
                    <a:pt x="29716" y="21817"/>
                  </a:lnTo>
                  <a:lnTo>
                    <a:pt x="29867" y="21468"/>
                  </a:lnTo>
                  <a:lnTo>
                    <a:pt x="30019" y="21119"/>
                  </a:lnTo>
                  <a:lnTo>
                    <a:pt x="30140" y="20755"/>
                  </a:lnTo>
                  <a:lnTo>
                    <a:pt x="30261" y="20407"/>
                  </a:lnTo>
                  <a:lnTo>
                    <a:pt x="30383" y="20043"/>
                  </a:lnTo>
                  <a:lnTo>
                    <a:pt x="30489" y="19679"/>
                  </a:lnTo>
                  <a:lnTo>
                    <a:pt x="30580" y="19315"/>
                  </a:lnTo>
                  <a:lnTo>
                    <a:pt x="30671" y="18936"/>
                  </a:lnTo>
                  <a:lnTo>
                    <a:pt x="30747" y="18572"/>
                  </a:lnTo>
                  <a:lnTo>
                    <a:pt x="30822" y="18193"/>
                  </a:lnTo>
                  <a:lnTo>
                    <a:pt x="30883" y="17814"/>
                  </a:lnTo>
                  <a:lnTo>
                    <a:pt x="30928" y="17435"/>
                  </a:lnTo>
                  <a:lnTo>
                    <a:pt x="30974" y="17056"/>
                  </a:lnTo>
                  <a:lnTo>
                    <a:pt x="31004" y="16677"/>
                  </a:lnTo>
                  <a:lnTo>
                    <a:pt x="31019" y="16298"/>
                  </a:lnTo>
                  <a:lnTo>
                    <a:pt x="31035" y="15904"/>
                  </a:lnTo>
                  <a:lnTo>
                    <a:pt x="31050" y="15525"/>
                  </a:lnTo>
                  <a:lnTo>
                    <a:pt x="31035" y="15131"/>
                  </a:lnTo>
                  <a:lnTo>
                    <a:pt x="31019" y="14737"/>
                  </a:lnTo>
                  <a:lnTo>
                    <a:pt x="31004" y="14358"/>
                  </a:lnTo>
                  <a:lnTo>
                    <a:pt x="30974" y="13979"/>
                  </a:lnTo>
                  <a:lnTo>
                    <a:pt x="30928" y="13600"/>
                  </a:lnTo>
                  <a:lnTo>
                    <a:pt x="30883" y="13221"/>
                  </a:lnTo>
                  <a:lnTo>
                    <a:pt x="30822" y="12842"/>
                  </a:lnTo>
                  <a:lnTo>
                    <a:pt x="30747" y="12463"/>
                  </a:lnTo>
                  <a:lnTo>
                    <a:pt x="30671" y="12099"/>
                  </a:lnTo>
                  <a:lnTo>
                    <a:pt x="30580" y="11720"/>
                  </a:lnTo>
                  <a:lnTo>
                    <a:pt x="30489" y="11356"/>
                  </a:lnTo>
                  <a:lnTo>
                    <a:pt x="30383" y="10992"/>
                  </a:lnTo>
                  <a:lnTo>
                    <a:pt x="30261" y="10628"/>
                  </a:lnTo>
                  <a:lnTo>
                    <a:pt x="30140" y="10279"/>
                  </a:lnTo>
                  <a:lnTo>
                    <a:pt x="30019" y="9931"/>
                  </a:lnTo>
                  <a:lnTo>
                    <a:pt x="29867" y="9567"/>
                  </a:lnTo>
                  <a:lnTo>
                    <a:pt x="29716" y="9233"/>
                  </a:lnTo>
                  <a:lnTo>
                    <a:pt x="29564" y="8885"/>
                  </a:lnTo>
                  <a:lnTo>
                    <a:pt x="29397" y="8551"/>
                  </a:lnTo>
                  <a:lnTo>
                    <a:pt x="29230" y="8202"/>
                  </a:lnTo>
                  <a:lnTo>
                    <a:pt x="29049" y="7884"/>
                  </a:lnTo>
                  <a:lnTo>
                    <a:pt x="28851" y="7550"/>
                  </a:lnTo>
                  <a:lnTo>
                    <a:pt x="28654" y="7232"/>
                  </a:lnTo>
                  <a:lnTo>
                    <a:pt x="28442" y="6914"/>
                  </a:lnTo>
                  <a:lnTo>
                    <a:pt x="28230" y="6595"/>
                  </a:lnTo>
                  <a:lnTo>
                    <a:pt x="28002" y="6292"/>
                  </a:lnTo>
                  <a:lnTo>
                    <a:pt x="27775" y="5989"/>
                  </a:lnTo>
                  <a:lnTo>
                    <a:pt x="27532" y="5686"/>
                  </a:lnTo>
                  <a:lnTo>
                    <a:pt x="27290" y="5398"/>
                  </a:lnTo>
                  <a:lnTo>
                    <a:pt x="27032" y="5094"/>
                  </a:lnTo>
                  <a:lnTo>
                    <a:pt x="26774" y="4822"/>
                  </a:lnTo>
                  <a:lnTo>
                    <a:pt x="26502" y="4534"/>
                  </a:lnTo>
                  <a:lnTo>
                    <a:pt x="26214" y="4276"/>
                  </a:lnTo>
                  <a:lnTo>
                    <a:pt x="25941" y="4003"/>
                  </a:lnTo>
                  <a:lnTo>
                    <a:pt x="25653" y="3745"/>
                  </a:lnTo>
                  <a:lnTo>
                    <a:pt x="25349" y="3503"/>
                  </a:lnTo>
                  <a:lnTo>
                    <a:pt x="25061" y="3260"/>
                  </a:lnTo>
                  <a:lnTo>
                    <a:pt x="24758" y="3033"/>
                  </a:lnTo>
                  <a:lnTo>
                    <a:pt x="24440" y="2805"/>
                  </a:lnTo>
                  <a:lnTo>
                    <a:pt x="24137" y="2593"/>
                  </a:lnTo>
                  <a:lnTo>
                    <a:pt x="23818" y="2381"/>
                  </a:lnTo>
                  <a:lnTo>
                    <a:pt x="23485" y="2184"/>
                  </a:lnTo>
                  <a:lnTo>
                    <a:pt x="23166" y="2002"/>
                  </a:lnTo>
                  <a:lnTo>
                    <a:pt x="22833" y="1820"/>
                  </a:lnTo>
                  <a:lnTo>
                    <a:pt x="22499" y="1638"/>
                  </a:lnTo>
                  <a:lnTo>
                    <a:pt x="22150" y="1471"/>
                  </a:lnTo>
                  <a:lnTo>
                    <a:pt x="21817" y="1319"/>
                  </a:lnTo>
                  <a:lnTo>
                    <a:pt x="21468" y="1168"/>
                  </a:lnTo>
                  <a:lnTo>
                    <a:pt x="21120" y="1031"/>
                  </a:lnTo>
                  <a:lnTo>
                    <a:pt x="20756" y="895"/>
                  </a:lnTo>
                  <a:lnTo>
                    <a:pt x="20407" y="774"/>
                  </a:lnTo>
                  <a:lnTo>
                    <a:pt x="20043" y="652"/>
                  </a:lnTo>
                  <a:lnTo>
                    <a:pt x="19679" y="561"/>
                  </a:lnTo>
                  <a:lnTo>
                    <a:pt x="19315" y="455"/>
                  </a:lnTo>
                  <a:lnTo>
                    <a:pt x="18952" y="364"/>
                  </a:lnTo>
                  <a:lnTo>
                    <a:pt x="18573" y="289"/>
                  </a:lnTo>
                  <a:lnTo>
                    <a:pt x="18194" y="228"/>
                  </a:lnTo>
                  <a:lnTo>
                    <a:pt x="17830" y="167"/>
                  </a:lnTo>
                  <a:lnTo>
                    <a:pt x="17451" y="107"/>
                  </a:lnTo>
                  <a:lnTo>
                    <a:pt x="17057" y="76"/>
                  </a:lnTo>
                  <a:lnTo>
                    <a:pt x="16678" y="31"/>
                  </a:lnTo>
                  <a:lnTo>
                    <a:pt x="16299" y="16"/>
                  </a:lnTo>
                  <a:lnTo>
                    <a:pt x="15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3919500" y="4936000"/>
              <a:ext cx="128900" cy="128900"/>
            </a:xfrm>
            <a:custGeom>
              <a:avLst/>
              <a:gdLst/>
              <a:ahLst/>
              <a:cxnLst/>
              <a:rect l="l" t="t" r="r" b="b"/>
              <a:pathLst>
                <a:path w="5156" h="5156" extrusionOk="0">
                  <a:moveTo>
                    <a:pt x="1" y="1"/>
                  </a:moveTo>
                  <a:lnTo>
                    <a:pt x="1" y="5155"/>
                  </a:lnTo>
                  <a:lnTo>
                    <a:pt x="5156" y="5155"/>
                  </a:lnTo>
                  <a:lnTo>
                    <a:pt x="5156" y="3336"/>
                  </a:lnTo>
                  <a:lnTo>
                    <a:pt x="1820" y="3336"/>
                  </a:lnTo>
                  <a:lnTo>
                    <a:pt x="18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4566875" y="4936000"/>
              <a:ext cx="128875" cy="128900"/>
            </a:xfrm>
            <a:custGeom>
              <a:avLst/>
              <a:gdLst/>
              <a:ahLst/>
              <a:cxnLst/>
              <a:rect l="l" t="t" r="r" b="b"/>
              <a:pathLst>
                <a:path w="5155" h="5156" extrusionOk="0">
                  <a:moveTo>
                    <a:pt x="3335" y="1"/>
                  </a:moveTo>
                  <a:lnTo>
                    <a:pt x="3335" y="3336"/>
                  </a:lnTo>
                  <a:lnTo>
                    <a:pt x="0" y="3336"/>
                  </a:lnTo>
                  <a:lnTo>
                    <a:pt x="0" y="5155"/>
                  </a:lnTo>
                  <a:lnTo>
                    <a:pt x="5155" y="5155"/>
                  </a:lnTo>
                  <a:lnTo>
                    <a:pt x="51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4566875" y="4288650"/>
              <a:ext cx="128875" cy="128900"/>
            </a:xfrm>
            <a:custGeom>
              <a:avLst/>
              <a:gdLst/>
              <a:ahLst/>
              <a:cxnLst/>
              <a:rect l="l" t="t" r="r" b="b"/>
              <a:pathLst>
                <a:path w="5155" h="5156" extrusionOk="0">
                  <a:moveTo>
                    <a:pt x="0" y="0"/>
                  </a:moveTo>
                  <a:lnTo>
                    <a:pt x="0" y="1820"/>
                  </a:lnTo>
                  <a:lnTo>
                    <a:pt x="3335" y="1820"/>
                  </a:lnTo>
                  <a:lnTo>
                    <a:pt x="3335" y="5155"/>
                  </a:lnTo>
                  <a:lnTo>
                    <a:pt x="5155" y="5155"/>
                  </a:lnTo>
                  <a:lnTo>
                    <a:pt x="5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3919500" y="4288650"/>
              <a:ext cx="128900" cy="128900"/>
            </a:xfrm>
            <a:custGeom>
              <a:avLst/>
              <a:gdLst/>
              <a:ahLst/>
              <a:cxnLst/>
              <a:rect l="l" t="t" r="r" b="b"/>
              <a:pathLst>
                <a:path w="5156" h="5156" extrusionOk="0">
                  <a:moveTo>
                    <a:pt x="1" y="0"/>
                  </a:moveTo>
                  <a:lnTo>
                    <a:pt x="1" y="5155"/>
                  </a:lnTo>
                  <a:lnTo>
                    <a:pt x="1820" y="5155"/>
                  </a:lnTo>
                  <a:lnTo>
                    <a:pt x="1820" y="1820"/>
                  </a:lnTo>
                  <a:lnTo>
                    <a:pt x="5156" y="1820"/>
                  </a:lnTo>
                  <a:lnTo>
                    <a:pt x="51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33"/>
          <p:cNvGrpSpPr/>
          <p:nvPr/>
        </p:nvGrpSpPr>
        <p:grpSpPr>
          <a:xfrm>
            <a:off x="2635902" y="1702282"/>
            <a:ext cx="312778" cy="379742"/>
            <a:chOff x="2435300" y="4353450"/>
            <a:chExt cx="636375" cy="776250"/>
          </a:xfrm>
        </p:grpSpPr>
        <p:sp>
          <p:nvSpPr>
            <p:cNvPr id="634" name="Google Shape;634;p33"/>
            <p:cNvSpPr/>
            <p:nvPr/>
          </p:nvSpPr>
          <p:spPr>
            <a:xfrm>
              <a:off x="2435300" y="4353450"/>
              <a:ext cx="636375" cy="388150"/>
            </a:xfrm>
            <a:custGeom>
              <a:avLst/>
              <a:gdLst/>
              <a:ahLst/>
              <a:cxnLst/>
              <a:rect l="l" t="t" r="r" b="b"/>
              <a:pathLst>
                <a:path w="25455" h="15526" extrusionOk="0">
                  <a:moveTo>
                    <a:pt x="9203" y="1"/>
                  </a:moveTo>
                  <a:lnTo>
                    <a:pt x="8975" y="16"/>
                  </a:lnTo>
                  <a:lnTo>
                    <a:pt x="8733" y="31"/>
                  </a:lnTo>
                  <a:lnTo>
                    <a:pt x="8520" y="62"/>
                  </a:lnTo>
                  <a:lnTo>
                    <a:pt x="8293" y="92"/>
                  </a:lnTo>
                  <a:lnTo>
                    <a:pt x="8081" y="153"/>
                  </a:lnTo>
                  <a:lnTo>
                    <a:pt x="7868" y="213"/>
                  </a:lnTo>
                  <a:lnTo>
                    <a:pt x="7656" y="274"/>
                  </a:lnTo>
                  <a:lnTo>
                    <a:pt x="7444" y="365"/>
                  </a:lnTo>
                  <a:lnTo>
                    <a:pt x="7247" y="441"/>
                  </a:lnTo>
                  <a:lnTo>
                    <a:pt x="7050" y="547"/>
                  </a:lnTo>
                  <a:lnTo>
                    <a:pt x="6868" y="653"/>
                  </a:lnTo>
                  <a:lnTo>
                    <a:pt x="6686" y="774"/>
                  </a:lnTo>
                  <a:lnTo>
                    <a:pt x="6504" y="895"/>
                  </a:lnTo>
                  <a:lnTo>
                    <a:pt x="6337" y="1032"/>
                  </a:lnTo>
                  <a:lnTo>
                    <a:pt x="6170" y="1168"/>
                  </a:lnTo>
                  <a:lnTo>
                    <a:pt x="6019" y="1320"/>
                  </a:lnTo>
                  <a:lnTo>
                    <a:pt x="5867" y="1487"/>
                  </a:lnTo>
                  <a:lnTo>
                    <a:pt x="5731" y="1638"/>
                  </a:lnTo>
                  <a:lnTo>
                    <a:pt x="5594" y="1820"/>
                  </a:lnTo>
                  <a:lnTo>
                    <a:pt x="5473" y="1987"/>
                  </a:lnTo>
                  <a:lnTo>
                    <a:pt x="5352" y="2169"/>
                  </a:lnTo>
                  <a:lnTo>
                    <a:pt x="5246" y="2366"/>
                  </a:lnTo>
                  <a:lnTo>
                    <a:pt x="5140" y="2548"/>
                  </a:lnTo>
                  <a:lnTo>
                    <a:pt x="5049" y="2760"/>
                  </a:lnTo>
                  <a:lnTo>
                    <a:pt x="4973" y="2957"/>
                  </a:lnTo>
                  <a:lnTo>
                    <a:pt x="4897" y="3170"/>
                  </a:lnTo>
                  <a:lnTo>
                    <a:pt x="4836" y="3382"/>
                  </a:lnTo>
                  <a:lnTo>
                    <a:pt x="4791" y="3594"/>
                  </a:lnTo>
                  <a:lnTo>
                    <a:pt x="4745" y="3821"/>
                  </a:lnTo>
                  <a:lnTo>
                    <a:pt x="4730" y="4049"/>
                  </a:lnTo>
                  <a:lnTo>
                    <a:pt x="4700" y="4276"/>
                  </a:lnTo>
                  <a:lnTo>
                    <a:pt x="4700" y="4504"/>
                  </a:lnTo>
                  <a:lnTo>
                    <a:pt x="4700" y="6490"/>
                  </a:lnTo>
                  <a:lnTo>
                    <a:pt x="3881" y="6596"/>
                  </a:lnTo>
                  <a:lnTo>
                    <a:pt x="3684" y="6626"/>
                  </a:lnTo>
                  <a:lnTo>
                    <a:pt x="3472" y="6672"/>
                  </a:lnTo>
                  <a:lnTo>
                    <a:pt x="3275" y="6717"/>
                  </a:lnTo>
                  <a:lnTo>
                    <a:pt x="3078" y="6778"/>
                  </a:lnTo>
                  <a:lnTo>
                    <a:pt x="2896" y="6854"/>
                  </a:lnTo>
                  <a:lnTo>
                    <a:pt x="2699" y="6929"/>
                  </a:lnTo>
                  <a:lnTo>
                    <a:pt x="2335" y="7096"/>
                  </a:lnTo>
                  <a:lnTo>
                    <a:pt x="2001" y="7308"/>
                  </a:lnTo>
                  <a:lnTo>
                    <a:pt x="1683" y="7536"/>
                  </a:lnTo>
                  <a:lnTo>
                    <a:pt x="1380" y="7809"/>
                  </a:lnTo>
                  <a:lnTo>
                    <a:pt x="1107" y="8097"/>
                  </a:lnTo>
                  <a:lnTo>
                    <a:pt x="864" y="8400"/>
                  </a:lnTo>
                  <a:lnTo>
                    <a:pt x="637" y="8733"/>
                  </a:lnTo>
                  <a:lnTo>
                    <a:pt x="455" y="9082"/>
                  </a:lnTo>
                  <a:lnTo>
                    <a:pt x="288" y="9446"/>
                  </a:lnTo>
                  <a:lnTo>
                    <a:pt x="167" y="9825"/>
                  </a:lnTo>
                  <a:lnTo>
                    <a:pt x="121" y="10022"/>
                  </a:lnTo>
                  <a:lnTo>
                    <a:pt x="76" y="10219"/>
                  </a:lnTo>
                  <a:lnTo>
                    <a:pt x="46" y="10416"/>
                  </a:lnTo>
                  <a:lnTo>
                    <a:pt x="15" y="10629"/>
                  </a:lnTo>
                  <a:lnTo>
                    <a:pt x="0" y="10826"/>
                  </a:lnTo>
                  <a:lnTo>
                    <a:pt x="0" y="11038"/>
                  </a:lnTo>
                  <a:lnTo>
                    <a:pt x="0" y="11265"/>
                  </a:lnTo>
                  <a:lnTo>
                    <a:pt x="15" y="11493"/>
                  </a:lnTo>
                  <a:lnTo>
                    <a:pt x="46" y="11720"/>
                  </a:lnTo>
                  <a:lnTo>
                    <a:pt x="91" y="11948"/>
                  </a:lnTo>
                  <a:lnTo>
                    <a:pt x="137" y="12160"/>
                  </a:lnTo>
                  <a:lnTo>
                    <a:pt x="197" y="12372"/>
                  </a:lnTo>
                  <a:lnTo>
                    <a:pt x="273" y="12584"/>
                  </a:lnTo>
                  <a:lnTo>
                    <a:pt x="349" y="12781"/>
                  </a:lnTo>
                  <a:lnTo>
                    <a:pt x="440" y="12978"/>
                  </a:lnTo>
                  <a:lnTo>
                    <a:pt x="546" y="13176"/>
                  </a:lnTo>
                  <a:lnTo>
                    <a:pt x="652" y="13357"/>
                  </a:lnTo>
                  <a:lnTo>
                    <a:pt x="758" y="13539"/>
                  </a:lnTo>
                  <a:lnTo>
                    <a:pt x="895" y="13721"/>
                  </a:lnTo>
                  <a:lnTo>
                    <a:pt x="1016" y="13888"/>
                  </a:lnTo>
                  <a:lnTo>
                    <a:pt x="1168" y="14055"/>
                  </a:lnTo>
                  <a:lnTo>
                    <a:pt x="1304" y="14206"/>
                  </a:lnTo>
                  <a:lnTo>
                    <a:pt x="1471" y="14358"/>
                  </a:lnTo>
                  <a:lnTo>
                    <a:pt x="1622" y="14494"/>
                  </a:lnTo>
                  <a:lnTo>
                    <a:pt x="1804" y="14631"/>
                  </a:lnTo>
                  <a:lnTo>
                    <a:pt x="1971" y="14752"/>
                  </a:lnTo>
                  <a:lnTo>
                    <a:pt x="2153" y="14874"/>
                  </a:lnTo>
                  <a:lnTo>
                    <a:pt x="2350" y="14980"/>
                  </a:lnTo>
                  <a:lnTo>
                    <a:pt x="2532" y="15071"/>
                  </a:lnTo>
                  <a:lnTo>
                    <a:pt x="2729" y="15162"/>
                  </a:lnTo>
                  <a:lnTo>
                    <a:pt x="2941" y="15253"/>
                  </a:lnTo>
                  <a:lnTo>
                    <a:pt x="3154" y="15313"/>
                  </a:lnTo>
                  <a:lnTo>
                    <a:pt x="3366" y="15374"/>
                  </a:lnTo>
                  <a:lnTo>
                    <a:pt x="3578" y="15434"/>
                  </a:lnTo>
                  <a:lnTo>
                    <a:pt x="3790" y="15465"/>
                  </a:lnTo>
                  <a:lnTo>
                    <a:pt x="4018" y="15495"/>
                  </a:lnTo>
                  <a:lnTo>
                    <a:pt x="4245" y="15510"/>
                  </a:lnTo>
                  <a:lnTo>
                    <a:pt x="4473" y="15525"/>
                  </a:lnTo>
                  <a:lnTo>
                    <a:pt x="21301" y="15525"/>
                  </a:lnTo>
                  <a:lnTo>
                    <a:pt x="21513" y="15510"/>
                  </a:lnTo>
                  <a:lnTo>
                    <a:pt x="21725" y="15495"/>
                  </a:lnTo>
                  <a:lnTo>
                    <a:pt x="21937" y="15480"/>
                  </a:lnTo>
                  <a:lnTo>
                    <a:pt x="22135" y="15434"/>
                  </a:lnTo>
                  <a:lnTo>
                    <a:pt x="22347" y="15389"/>
                  </a:lnTo>
                  <a:lnTo>
                    <a:pt x="22544" y="15328"/>
                  </a:lnTo>
                  <a:lnTo>
                    <a:pt x="22726" y="15268"/>
                  </a:lnTo>
                  <a:lnTo>
                    <a:pt x="22923" y="15192"/>
                  </a:lnTo>
                  <a:lnTo>
                    <a:pt x="23105" y="15116"/>
                  </a:lnTo>
                  <a:lnTo>
                    <a:pt x="23287" y="15025"/>
                  </a:lnTo>
                  <a:lnTo>
                    <a:pt x="23454" y="14919"/>
                  </a:lnTo>
                  <a:lnTo>
                    <a:pt x="23620" y="14813"/>
                  </a:lnTo>
                  <a:lnTo>
                    <a:pt x="23787" y="14692"/>
                  </a:lnTo>
                  <a:lnTo>
                    <a:pt x="23939" y="14570"/>
                  </a:lnTo>
                  <a:lnTo>
                    <a:pt x="24090" y="14449"/>
                  </a:lnTo>
                  <a:lnTo>
                    <a:pt x="24242" y="14297"/>
                  </a:lnTo>
                  <a:lnTo>
                    <a:pt x="24378" y="14161"/>
                  </a:lnTo>
                  <a:lnTo>
                    <a:pt x="24500" y="14009"/>
                  </a:lnTo>
                  <a:lnTo>
                    <a:pt x="24621" y="13858"/>
                  </a:lnTo>
                  <a:lnTo>
                    <a:pt x="24742" y="13691"/>
                  </a:lnTo>
                  <a:lnTo>
                    <a:pt x="24848" y="13524"/>
                  </a:lnTo>
                  <a:lnTo>
                    <a:pt x="24954" y="13342"/>
                  </a:lnTo>
                  <a:lnTo>
                    <a:pt x="25045" y="13176"/>
                  </a:lnTo>
                  <a:lnTo>
                    <a:pt x="25121" y="12994"/>
                  </a:lnTo>
                  <a:lnTo>
                    <a:pt x="25197" y="12797"/>
                  </a:lnTo>
                  <a:lnTo>
                    <a:pt x="25258" y="12599"/>
                  </a:lnTo>
                  <a:lnTo>
                    <a:pt x="25318" y="12417"/>
                  </a:lnTo>
                  <a:lnTo>
                    <a:pt x="25364" y="12205"/>
                  </a:lnTo>
                  <a:lnTo>
                    <a:pt x="25409" y="12008"/>
                  </a:lnTo>
                  <a:lnTo>
                    <a:pt x="25424" y="11796"/>
                  </a:lnTo>
                  <a:lnTo>
                    <a:pt x="25440" y="11584"/>
                  </a:lnTo>
                  <a:lnTo>
                    <a:pt x="25455" y="11371"/>
                  </a:lnTo>
                  <a:lnTo>
                    <a:pt x="25440" y="11159"/>
                  </a:lnTo>
                  <a:lnTo>
                    <a:pt x="25424" y="10947"/>
                  </a:lnTo>
                  <a:lnTo>
                    <a:pt x="25409" y="10750"/>
                  </a:lnTo>
                  <a:lnTo>
                    <a:pt x="25364" y="10538"/>
                  </a:lnTo>
                  <a:lnTo>
                    <a:pt x="25318" y="10340"/>
                  </a:lnTo>
                  <a:lnTo>
                    <a:pt x="25258" y="10143"/>
                  </a:lnTo>
                  <a:lnTo>
                    <a:pt x="25197" y="9946"/>
                  </a:lnTo>
                  <a:lnTo>
                    <a:pt x="25121" y="9764"/>
                  </a:lnTo>
                  <a:lnTo>
                    <a:pt x="25045" y="9582"/>
                  </a:lnTo>
                  <a:lnTo>
                    <a:pt x="24954" y="9401"/>
                  </a:lnTo>
                  <a:lnTo>
                    <a:pt x="24848" y="9234"/>
                  </a:lnTo>
                  <a:lnTo>
                    <a:pt x="24742" y="9067"/>
                  </a:lnTo>
                  <a:lnTo>
                    <a:pt x="24621" y="8900"/>
                  </a:lnTo>
                  <a:lnTo>
                    <a:pt x="24500" y="8733"/>
                  </a:lnTo>
                  <a:lnTo>
                    <a:pt x="24378" y="8597"/>
                  </a:lnTo>
                  <a:lnTo>
                    <a:pt x="24242" y="8445"/>
                  </a:lnTo>
                  <a:lnTo>
                    <a:pt x="24090" y="8309"/>
                  </a:lnTo>
                  <a:lnTo>
                    <a:pt x="23939" y="8173"/>
                  </a:lnTo>
                  <a:lnTo>
                    <a:pt x="23787" y="8051"/>
                  </a:lnTo>
                  <a:lnTo>
                    <a:pt x="23620" y="7945"/>
                  </a:lnTo>
                  <a:lnTo>
                    <a:pt x="23454" y="7839"/>
                  </a:lnTo>
                  <a:lnTo>
                    <a:pt x="23287" y="7733"/>
                  </a:lnTo>
                  <a:lnTo>
                    <a:pt x="23105" y="7642"/>
                  </a:lnTo>
                  <a:lnTo>
                    <a:pt x="22923" y="7551"/>
                  </a:lnTo>
                  <a:lnTo>
                    <a:pt x="22726" y="7490"/>
                  </a:lnTo>
                  <a:lnTo>
                    <a:pt x="22544" y="7414"/>
                  </a:lnTo>
                  <a:lnTo>
                    <a:pt x="22347" y="7369"/>
                  </a:lnTo>
                  <a:lnTo>
                    <a:pt x="22135" y="7308"/>
                  </a:lnTo>
                  <a:lnTo>
                    <a:pt x="21937" y="7278"/>
                  </a:lnTo>
                  <a:lnTo>
                    <a:pt x="21725" y="7248"/>
                  </a:lnTo>
                  <a:lnTo>
                    <a:pt x="21513" y="7233"/>
                  </a:lnTo>
                  <a:lnTo>
                    <a:pt x="20270" y="7233"/>
                  </a:lnTo>
                  <a:lnTo>
                    <a:pt x="20285" y="6914"/>
                  </a:lnTo>
                  <a:lnTo>
                    <a:pt x="20285" y="6687"/>
                  </a:lnTo>
                  <a:lnTo>
                    <a:pt x="20270" y="6475"/>
                  </a:lnTo>
                  <a:lnTo>
                    <a:pt x="20239" y="6247"/>
                  </a:lnTo>
                  <a:lnTo>
                    <a:pt x="20194" y="6035"/>
                  </a:lnTo>
                  <a:lnTo>
                    <a:pt x="20149" y="5823"/>
                  </a:lnTo>
                  <a:lnTo>
                    <a:pt x="20088" y="5610"/>
                  </a:lnTo>
                  <a:lnTo>
                    <a:pt x="20027" y="5398"/>
                  </a:lnTo>
                  <a:lnTo>
                    <a:pt x="19936" y="5201"/>
                  </a:lnTo>
                  <a:lnTo>
                    <a:pt x="19860" y="5004"/>
                  </a:lnTo>
                  <a:lnTo>
                    <a:pt x="19754" y="4807"/>
                  </a:lnTo>
                  <a:lnTo>
                    <a:pt x="19648" y="4625"/>
                  </a:lnTo>
                  <a:lnTo>
                    <a:pt x="19542" y="4443"/>
                  </a:lnTo>
                  <a:lnTo>
                    <a:pt x="19406" y="4276"/>
                  </a:lnTo>
                  <a:lnTo>
                    <a:pt x="19284" y="4109"/>
                  </a:lnTo>
                  <a:lnTo>
                    <a:pt x="19148" y="3943"/>
                  </a:lnTo>
                  <a:lnTo>
                    <a:pt x="18996" y="3791"/>
                  </a:lnTo>
                  <a:lnTo>
                    <a:pt x="18845" y="3655"/>
                  </a:lnTo>
                  <a:lnTo>
                    <a:pt x="18678" y="3518"/>
                  </a:lnTo>
                  <a:lnTo>
                    <a:pt x="18511" y="3382"/>
                  </a:lnTo>
                  <a:lnTo>
                    <a:pt x="18344" y="3260"/>
                  </a:lnTo>
                  <a:lnTo>
                    <a:pt x="18162" y="3139"/>
                  </a:lnTo>
                  <a:lnTo>
                    <a:pt x="17981" y="3033"/>
                  </a:lnTo>
                  <a:lnTo>
                    <a:pt x="17783" y="2942"/>
                  </a:lnTo>
                  <a:lnTo>
                    <a:pt x="17586" y="2851"/>
                  </a:lnTo>
                  <a:lnTo>
                    <a:pt x="17389" y="2775"/>
                  </a:lnTo>
                  <a:lnTo>
                    <a:pt x="17192" y="2700"/>
                  </a:lnTo>
                  <a:lnTo>
                    <a:pt x="16980" y="2639"/>
                  </a:lnTo>
                  <a:lnTo>
                    <a:pt x="16768" y="2593"/>
                  </a:lnTo>
                  <a:lnTo>
                    <a:pt x="16540" y="2548"/>
                  </a:lnTo>
                  <a:lnTo>
                    <a:pt x="16328" y="2533"/>
                  </a:lnTo>
                  <a:lnTo>
                    <a:pt x="16101" y="2502"/>
                  </a:lnTo>
                  <a:lnTo>
                    <a:pt x="15873" y="2502"/>
                  </a:lnTo>
                  <a:lnTo>
                    <a:pt x="15555" y="2518"/>
                  </a:lnTo>
                  <a:lnTo>
                    <a:pt x="15237" y="2548"/>
                  </a:lnTo>
                  <a:lnTo>
                    <a:pt x="14933" y="2609"/>
                  </a:lnTo>
                  <a:lnTo>
                    <a:pt x="14630" y="2684"/>
                  </a:lnTo>
                  <a:lnTo>
                    <a:pt x="14342" y="2775"/>
                  </a:lnTo>
                  <a:lnTo>
                    <a:pt x="14069" y="2897"/>
                  </a:lnTo>
                  <a:lnTo>
                    <a:pt x="13796" y="3018"/>
                  </a:lnTo>
                  <a:lnTo>
                    <a:pt x="13539" y="3170"/>
                  </a:lnTo>
                  <a:lnTo>
                    <a:pt x="13326" y="2684"/>
                  </a:lnTo>
                  <a:lnTo>
                    <a:pt x="13175" y="2396"/>
                  </a:lnTo>
                  <a:lnTo>
                    <a:pt x="13008" y="2108"/>
                  </a:lnTo>
                  <a:lnTo>
                    <a:pt x="12826" y="1835"/>
                  </a:lnTo>
                  <a:lnTo>
                    <a:pt x="12629" y="1578"/>
                  </a:lnTo>
                  <a:lnTo>
                    <a:pt x="12401" y="1350"/>
                  </a:lnTo>
                  <a:lnTo>
                    <a:pt x="12174" y="1123"/>
                  </a:lnTo>
                  <a:lnTo>
                    <a:pt x="11932" y="926"/>
                  </a:lnTo>
                  <a:lnTo>
                    <a:pt x="11659" y="729"/>
                  </a:lnTo>
                  <a:lnTo>
                    <a:pt x="11386" y="562"/>
                  </a:lnTo>
                  <a:lnTo>
                    <a:pt x="11098" y="425"/>
                  </a:lnTo>
                  <a:lnTo>
                    <a:pt x="10810" y="304"/>
                  </a:lnTo>
                  <a:lnTo>
                    <a:pt x="10491" y="198"/>
                  </a:lnTo>
                  <a:lnTo>
                    <a:pt x="10188" y="107"/>
                  </a:lnTo>
                  <a:lnTo>
                    <a:pt x="9855" y="46"/>
                  </a:lnTo>
                  <a:lnTo>
                    <a:pt x="9536" y="16"/>
                  </a:lnTo>
                  <a:lnTo>
                    <a:pt x="9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2511850" y="4832525"/>
              <a:ext cx="106525" cy="140650"/>
            </a:xfrm>
            <a:custGeom>
              <a:avLst/>
              <a:gdLst/>
              <a:ahLst/>
              <a:cxnLst/>
              <a:rect l="l" t="t" r="r" b="b"/>
              <a:pathLst>
                <a:path w="4261" h="5626" extrusionOk="0">
                  <a:moveTo>
                    <a:pt x="2138" y="1"/>
                  </a:moveTo>
                  <a:lnTo>
                    <a:pt x="1517" y="714"/>
                  </a:lnTo>
                  <a:lnTo>
                    <a:pt x="1229" y="1077"/>
                  </a:lnTo>
                  <a:lnTo>
                    <a:pt x="1001" y="1381"/>
                  </a:lnTo>
                  <a:lnTo>
                    <a:pt x="774" y="1714"/>
                  </a:lnTo>
                  <a:lnTo>
                    <a:pt x="562" y="2032"/>
                  </a:lnTo>
                  <a:lnTo>
                    <a:pt x="395" y="2321"/>
                  </a:lnTo>
                  <a:lnTo>
                    <a:pt x="258" y="2609"/>
                  </a:lnTo>
                  <a:lnTo>
                    <a:pt x="152" y="2851"/>
                  </a:lnTo>
                  <a:lnTo>
                    <a:pt x="61" y="3094"/>
                  </a:lnTo>
                  <a:lnTo>
                    <a:pt x="16" y="3306"/>
                  </a:lnTo>
                  <a:lnTo>
                    <a:pt x="1" y="3503"/>
                  </a:lnTo>
                  <a:lnTo>
                    <a:pt x="16" y="3715"/>
                  </a:lnTo>
                  <a:lnTo>
                    <a:pt x="46" y="3928"/>
                  </a:lnTo>
                  <a:lnTo>
                    <a:pt x="107" y="4125"/>
                  </a:lnTo>
                  <a:lnTo>
                    <a:pt x="167" y="4322"/>
                  </a:lnTo>
                  <a:lnTo>
                    <a:pt x="258" y="4504"/>
                  </a:lnTo>
                  <a:lnTo>
                    <a:pt x="364" y="4686"/>
                  </a:lnTo>
                  <a:lnTo>
                    <a:pt x="486" y="4852"/>
                  </a:lnTo>
                  <a:lnTo>
                    <a:pt x="622" y="5004"/>
                  </a:lnTo>
                  <a:lnTo>
                    <a:pt x="774" y="5140"/>
                  </a:lnTo>
                  <a:lnTo>
                    <a:pt x="941" y="5262"/>
                  </a:lnTo>
                  <a:lnTo>
                    <a:pt x="1122" y="5368"/>
                  </a:lnTo>
                  <a:lnTo>
                    <a:pt x="1304" y="5459"/>
                  </a:lnTo>
                  <a:lnTo>
                    <a:pt x="1501" y="5535"/>
                  </a:lnTo>
                  <a:lnTo>
                    <a:pt x="1699" y="5580"/>
                  </a:lnTo>
                  <a:lnTo>
                    <a:pt x="1911" y="5610"/>
                  </a:lnTo>
                  <a:lnTo>
                    <a:pt x="2138" y="5626"/>
                  </a:lnTo>
                  <a:lnTo>
                    <a:pt x="2350" y="5610"/>
                  </a:lnTo>
                  <a:lnTo>
                    <a:pt x="2563" y="5580"/>
                  </a:lnTo>
                  <a:lnTo>
                    <a:pt x="2760" y="5535"/>
                  </a:lnTo>
                  <a:lnTo>
                    <a:pt x="2957" y="5459"/>
                  </a:lnTo>
                  <a:lnTo>
                    <a:pt x="3139" y="5368"/>
                  </a:lnTo>
                  <a:lnTo>
                    <a:pt x="3321" y="5262"/>
                  </a:lnTo>
                  <a:lnTo>
                    <a:pt x="3488" y="5140"/>
                  </a:lnTo>
                  <a:lnTo>
                    <a:pt x="3639" y="5004"/>
                  </a:lnTo>
                  <a:lnTo>
                    <a:pt x="3776" y="4852"/>
                  </a:lnTo>
                  <a:lnTo>
                    <a:pt x="3897" y="4686"/>
                  </a:lnTo>
                  <a:lnTo>
                    <a:pt x="4003" y="4504"/>
                  </a:lnTo>
                  <a:lnTo>
                    <a:pt x="4094" y="4322"/>
                  </a:lnTo>
                  <a:lnTo>
                    <a:pt x="4170" y="4125"/>
                  </a:lnTo>
                  <a:lnTo>
                    <a:pt x="4215" y="3928"/>
                  </a:lnTo>
                  <a:lnTo>
                    <a:pt x="4246" y="3715"/>
                  </a:lnTo>
                  <a:lnTo>
                    <a:pt x="4261" y="3503"/>
                  </a:lnTo>
                  <a:lnTo>
                    <a:pt x="4246" y="3306"/>
                  </a:lnTo>
                  <a:lnTo>
                    <a:pt x="4200" y="3094"/>
                  </a:lnTo>
                  <a:lnTo>
                    <a:pt x="4124" y="2851"/>
                  </a:lnTo>
                  <a:lnTo>
                    <a:pt x="4003" y="2609"/>
                  </a:lnTo>
                  <a:lnTo>
                    <a:pt x="3867" y="2321"/>
                  </a:lnTo>
                  <a:lnTo>
                    <a:pt x="3700" y="2032"/>
                  </a:lnTo>
                  <a:lnTo>
                    <a:pt x="3488" y="1714"/>
                  </a:lnTo>
                  <a:lnTo>
                    <a:pt x="3260" y="1381"/>
                  </a:lnTo>
                  <a:lnTo>
                    <a:pt x="3033" y="1077"/>
                  </a:lnTo>
                  <a:lnTo>
                    <a:pt x="2745" y="714"/>
                  </a:lnTo>
                  <a:lnTo>
                    <a:pt x="2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2700225" y="4832525"/>
              <a:ext cx="106525" cy="140650"/>
            </a:xfrm>
            <a:custGeom>
              <a:avLst/>
              <a:gdLst/>
              <a:ahLst/>
              <a:cxnLst/>
              <a:rect l="l" t="t" r="r" b="b"/>
              <a:pathLst>
                <a:path w="4261" h="5626" extrusionOk="0">
                  <a:moveTo>
                    <a:pt x="2123" y="1"/>
                  </a:moveTo>
                  <a:lnTo>
                    <a:pt x="1516" y="714"/>
                  </a:lnTo>
                  <a:lnTo>
                    <a:pt x="1228" y="1077"/>
                  </a:lnTo>
                  <a:lnTo>
                    <a:pt x="1001" y="1381"/>
                  </a:lnTo>
                  <a:lnTo>
                    <a:pt x="774" y="1714"/>
                  </a:lnTo>
                  <a:lnTo>
                    <a:pt x="561" y="2032"/>
                  </a:lnTo>
                  <a:lnTo>
                    <a:pt x="395" y="2321"/>
                  </a:lnTo>
                  <a:lnTo>
                    <a:pt x="243" y="2609"/>
                  </a:lnTo>
                  <a:lnTo>
                    <a:pt x="137" y="2851"/>
                  </a:lnTo>
                  <a:lnTo>
                    <a:pt x="61" y="3094"/>
                  </a:lnTo>
                  <a:lnTo>
                    <a:pt x="16" y="3306"/>
                  </a:lnTo>
                  <a:lnTo>
                    <a:pt x="0" y="3503"/>
                  </a:lnTo>
                  <a:lnTo>
                    <a:pt x="16" y="3715"/>
                  </a:lnTo>
                  <a:lnTo>
                    <a:pt x="46" y="3928"/>
                  </a:lnTo>
                  <a:lnTo>
                    <a:pt x="91" y="4125"/>
                  </a:lnTo>
                  <a:lnTo>
                    <a:pt x="167" y="4322"/>
                  </a:lnTo>
                  <a:lnTo>
                    <a:pt x="258" y="4504"/>
                  </a:lnTo>
                  <a:lnTo>
                    <a:pt x="364" y="4686"/>
                  </a:lnTo>
                  <a:lnTo>
                    <a:pt x="486" y="4852"/>
                  </a:lnTo>
                  <a:lnTo>
                    <a:pt x="622" y="5004"/>
                  </a:lnTo>
                  <a:lnTo>
                    <a:pt x="774" y="5140"/>
                  </a:lnTo>
                  <a:lnTo>
                    <a:pt x="940" y="5262"/>
                  </a:lnTo>
                  <a:lnTo>
                    <a:pt x="1107" y="5368"/>
                  </a:lnTo>
                  <a:lnTo>
                    <a:pt x="1304" y="5459"/>
                  </a:lnTo>
                  <a:lnTo>
                    <a:pt x="1501" y="5535"/>
                  </a:lnTo>
                  <a:lnTo>
                    <a:pt x="1698" y="5580"/>
                  </a:lnTo>
                  <a:lnTo>
                    <a:pt x="1911" y="5610"/>
                  </a:lnTo>
                  <a:lnTo>
                    <a:pt x="2123" y="5626"/>
                  </a:lnTo>
                  <a:lnTo>
                    <a:pt x="2350" y="5610"/>
                  </a:lnTo>
                  <a:lnTo>
                    <a:pt x="2563" y="5580"/>
                  </a:lnTo>
                  <a:lnTo>
                    <a:pt x="2760" y="5535"/>
                  </a:lnTo>
                  <a:lnTo>
                    <a:pt x="2957" y="5459"/>
                  </a:lnTo>
                  <a:lnTo>
                    <a:pt x="3139" y="5368"/>
                  </a:lnTo>
                  <a:lnTo>
                    <a:pt x="3321" y="5262"/>
                  </a:lnTo>
                  <a:lnTo>
                    <a:pt x="3472" y="5140"/>
                  </a:lnTo>
                  <a:lnTo>
                    <a:pt x="3624" y="5004"/>
                  </a:lnTo>
                  <a:lnTo>
                    <a:pt x="3775" y="4852"/>
                  </a:lnTo>
                  <a:lnTo>
                    <a:pt x="3897" y="4686"/>
                  </a:lnTo>
                  <a:lnTo>
                    <a:pt x="4003" y="4504"/>
                  </a:lnTo>
                  <a:lnTo>
                    <a:pt x="4094" y="4322"/>
                  </a:lnTo>
                  <a:lnTo>
                    <a:pt x="4154" y="4125"/>
                  </a:lnTo>
                  <a:lnTo>
                    <a:pt x="4215" y="3928"/>
                  </a:lnTo>
                  <a:lnTo>
                    <a:pt x="4245" y="3715"/>
                  </a:lnTo>
                  <a:lnTo>
                    <a:pt x="4260" y="3503"/>
                  </a:lnTo>
                  <a:lnTo>
                    <a:pt x="4245" y="3306"/>
                  </a:lnTo>
                  <a:lnTo>
                    <a:pt x="4185" y="3094"/>
                  </a:lnTo>
                  <a:lnTo>
                    <a:pt x="4109" y="2851"/>
                  </a:lnTo>
                  <a:lnTo>
                    <a:pt x="4003" y="2609"/>
                  </a:lnTo>
                  <a:lnTo>
                    <a:pt x="3866" y="2321"/>
                  </a:lnTo>
                  <a:lnTo>
                    <a:pt x="3684" y="2032"/>
                  </a:lnTo>
                  <a:lnTo>
                    <a:pt x="3487" y="1714"/>
                  </a:lnTo>
                  <a:lnTo>
                    <a:pt x="3260" y="1381"/>
                  </a:lnTo>
                  <a:lnTo>
                    <a:pt x="3017" y="1077"/>
                  </a:lnTo>
                  <a:lnTo>
                    <a:pt x="2744" y="714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2609250" y="4989075"/>
              <a:ext cx="106525" cy="140625"/>
            </a:xfrm>
            <a:custGeom>
              <a:avLst/>
              <a:gdLst/>
              <a:ahLst/>
              <a:cxnLst/>
              <a:rect l="l" t="t" r="r" b="b"/>
              <a:pathLst>
                <a:path w="4261" h="5625" extrusionOk="0">
                  <a:moveTo>
                    <a:pt x="2123" y="0"/>
                  </a:moveTo>
                  <a:lnTo>
                    <a:pt x="1517" y="728"/>
                  </a:lnTo>
                  <a:lnTo>
                    <a:pt x="1229" y="1077"/>
                  </a:lnTo>
                  <a:lnTo>
                    <a:pt x="1001" y="1380"/>
                  </a:lnTo>
                  <a:lnTo>
                    <a:pt x="774" y="1713"/>
                  </a:lnTo>
                  <a:lnTo>
                    <a:pt x="562" y="2032"/>
                  </a:lnTo>
                  <a:lnTo>
                    <a:pt x="395" y="2320"/>
                  </a:lnTo>
                  <a:lnTo>
                    <a:pt x="259" y="2608"/>
                  </a:lnTo>
                  <a:lnTo>
                    <a:pt x="137" y="2866"/>
                  </a:lnTo>
                  <a:lnTo>
                    <a:pt x="61" y="3093"/>
                  </a:lnTo>
                  <a:lnTo>
                    <a:pt x="16" y="3305"/>
                  </a:lnTo>
                  <a:lnTo>
                    <a:pt x="1" y="3502"/>
                  </a:lnTo>
                  <a:lnTo>
                    <a:pt x="16" y="3715"/>
                  </a:lnTo>
                  <a:lnTo>
                    <a:pt x="46" y="3927"/>
                  </a:lnTo>
                  <a:lnTo>
                    <a:pt x="92" y="4139"/>
                  </a:lnTo>
                  <a:lnTo>
                    <a:pt x="168" y="4321"/>
                  </a:lnTo>
                  <a:lnTo>
                    <a:pt x="259" y="4518"/>
                  </a:lnTo>
                  <a:lnTo>
                    <a:pt x="365" y="4685"/>
                  </a:lnTo>
                  <a:lnTo>
                    <a:pt x="486" y="4852"/>
                  </a:lnTo>
                  <a:lnTo>
                    <a:pt x="622" y="5003"/>
                  </a:lnTo>
                  <a:lnTo>
                    <a:pt x="774" y="5140"/>
                  </a:lnTo>
                  <a:lnTo>
                    <a:pt x="941" y="5261"/>
                  </a:lnTo>
                  <a:lnTo>
                    <a:pt x="1108" y="5367"/>
                  </a:lnTo>
                  <a:lnTo>
                    <a:pt x="1305" y="5458"/>
                  </a:lnTo>
                  <a:lnTo>
                    <a:pt x="1502" y="5534"/>
                  </a:lnTo>
                  <a:lnTo>
                    <a:pt x="1699" y="5579"/>
                  </a:lnTo>
                  <a:lnTo>
                    <a:pt x="1911" y="5610"/>
                  </a:lnTo>
                  <a:lnTo>
                    <a:pt x="2123" y="5625"/>
                  </a:lnTo>
                  <a:lnTo>
                    <a:pt x="2351" y="5610"/>
                  </a:lnTo>
                  <a:lnTo>
                    <a:pt x="2563" y="5579"/>
                  </a:lnTo>
                  <a:lnTo>
                    <a:pt x="2760" y="5534"/>
                  </a:lnTo>
                  <a:lnTo>
                    <a:pt x="2957" y="5458"/>
                  </a:lnTo>
                  <a:lnTo>
                    <a:pt x="3139" y="5367"/>
                  </a:lnTo>
                  <a:lnTo>
                    <a:pt x="3321" y="5261"/>
                  </a:lnTo>
                  <a:lnTo>
                    <a:pt x="3488" y="5140"/>
                  </a:lnTo>
                  <a:lnTo>
                    <a:pt x="3639" y="5003"/>
                  </a:lnTo>
                  <a:lnTo>
                    <a:pt x="3776" y="4852"/>
                  </a:lnTo>
                  <a:lnTo>
                    <a:pt x="3897" y="4685"/>
                  </a:lnTo>
                  <a:lnTo>
                    <a:pt x="4003" y="4518"/>
                  </a:lnTo>
                  <a:lnTo>
                    <a:pt x="4094" y="4321"/>
                  </a:lnTo>
                  <a:lnTo>
                    <a:pt x="4155" y="4139"/>
                  </a:lnTo>
                  <a:lnTo>
                    <a:pt x="4215" y="3927"/>
                  </a:lnTo>
                  <a:lnTo>
                    <a:pt x="4246" y="3715"/>
                  </a:lnTo>
                  <a:lnTo>
                    <a:pt x="4261" y="3502"/>
                  </a:lnTo>
                  <a:lnTo>
                    <a:pt x="4246" y="3305"/>
                  </a:lnTo>
                  <a:lnTo>
                    <a:pt x="4200" y="3093"/>
                  </a:lnTo>
                  <a:lnTo>
                    <a:pt x="4109" y="2866"/>
                  </a:lnTo>
                  <a:lnTo>
                    <a:pt x="4003" y="2608"/>
                  </a:lnTo>
                  <a:lnTo>
                    <a:pt x="3867" y="2320"/>
                  </a:lnTo>
                  <a:lnTo>
                    <a:pt x="3685" y="2032"/>
                  </a:lnTo>
                  <a:lnTo>
                    <a:pt x="3488" y="1713"/>
                  </a:lnTo>
                  <a:lnTo>
                    <a:pt x="3260" y="1380"/>
                  </a:lnTo>
                  <a:lnTo>
                    <a:pt x="3018" y="1077"/>
                  </a:lnTo>
                  <a:lnTo>
                    <a:pt x="2745" y="728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2800650" y="4989075"/>
              <a:ext cx="106150" cy="140625"/>
            </a:xfrm>
            <a:custGeom>
              <a:avLst/>
              <a:gdLst/>
              <a:ahLst/>
              <a:cxnLst/>
              <a:rect l="l" t="t" r="r" b="b"/>
              <a:pathLst>
                <a:path w="4246" h="5625" extrusionOk="0">
                  <a:moveTo>
                    <a:pt x="2123" y="0"/>
                  </a:moveTo>
                  <a:lnTo>
                    <a:pt x="1517" y="728"/>
                  </a:lnTo>
                  <a:lnTo>
                    <a:pt x="1229" y="1077"/>
                  </a:lnTo>
                  <a:lnTo>
                    <a:pt x="1002" y="1380"/>
                  </a:lnTo>
                  <a:lnTo>
                    <a:pt x="759" y="1713"/>
                  </a:lnTo>
                  <a:lnTo>
                    <a:pt x="562" y="2032"/>
                  </a:lnTo>
                  <a:lnTo>
                    <a:pt x="380" y="2320"/>
                  </a:lnTo>
                  <a:lnTo>
                    <a:pt x="243" y="2608"/>
                  </a:lnTo>
                  <a:lnTo>
                    <a:pt x="137" y="2866"/>
                  </a:lnTo>
                  <a:lnTo>
                    <a:pt x="62" y="3093"/>
                  </a:lnTo>
                  <a:lnTo>
                    <a:pt x="16" y="3305"/>
                  </a:lnTo>
                  <a:lnTo>
                    <a:pt x="1" y="3502"/>
                  </a:lnTo>
                  <a:lnTo>
                    <a:pt x="1" y="3715"/>
                  </a:lnTo>
                  <a:lnTo>
                    <a:pt x="31" y="3927"/>
                  </a:lnTo>
                  <a:lnTo>
                    <a:pt x="92" y="4139"/>
                  </a:lnTo>
                  <a:lnTo>
                    <a:pt x="168" y="4321"/>
                  </a:lnTo>
                  <a:lnTo>
                    <a:pt x="259" y="4518"/>
                  </a:lnTo>
                  <a:lnTo>
                    <a:pt x="365" y="4685"/>
                  </a:lnTo>
                  <a:lnTo>
                    <a:pt x="486" y="4852"/>
                  </a:lnTo>
                  <a:lnTo>
                    <a:pt x="623" y="5003"/>
                  </a:lnTo>
                  <a:lnTo>
                    <a:pt x="774" y="5140"/>
                  </a:lnTo>
                  <a:lnTo>
                    <a:pt x="941" y="5261"/>
                  </a:lnTo>
                  <a:lnTo>
                    <a:pt x="1108" y="5367"/>
                  </a:lnTo>
                  <a:lnTo>
                    <a:pt x="1290" y="5458"/>
                  </a:lnTo>
                  <a:lnTo>
                    <a:pt x="1487" y="5534"/>
                  </a:lnTo>
                  <a:lnTo>
                    <a:pt x="1699" y="5579"/>
                  </a:lnTo>
                  <a:lnTo>
                    <a:pt x="1911" y="5610"/>
                  </a:lnTo>
                  <a:lnTo>
                    <a:pt x="2123" y="5625"/>
                  </a:lnTo>
                  <a:lnTo>
                    <a:pt x="2336" y="5610"/>
                  </a:lnTo>
                  <a:lnTo>
                    <a:pt x="2548" y="5579"/>
                  </a:lnTo>
                  <a:lnTo>
                    <a:pt x="2760" y="5534"/>
                  </a:lnTo>
                  <a:lnTo>
                    <a:pt x="2957" y="5458"/>
                  </a:lnTo>
                  <a:lnTo>
                    <a:pt x="3139" y="5367"/>
                  </a:lnTo>
                  <a:lnTo>
                    <a:pt x="3306" y="5261"/>
                  </a:lnTo>
                  <a:lnTo>
                    <a:pt x="3473" y="5140"/>
                  </a:lnTo>
                  <a:lnTo>
                    <a:pt x="3624" y="5003"/>
                  </a:lnTo>
                  <a:lnTo>
                    <a:pt x="3761" y="4852"/>
                  </a:lnTo>
                  <a:lnTo>
                    <a:pt x="3882" y="4685"/>
                  </a:lnTo>
                  <a:lnTo>
                    <a:pt x="3988" y="4518"/>
                  </a:lnTo>
                  <a:lnTo>
                    <a:pt x="4079" y="4321"/>
                  </a:lnTo>
                  <a:lnTo>
                    <a:pt x="4155" y="4139"/>
                  </a:lnTo>
                  <a:lnTo>
                    <a:pt x="4200" y="3927"/>
                  </a:lnTo>
                  <a:lnTo>
                    <a:pt x="4246" y="3715"/>
                  </a:lnTo>
                  <a:lnTo>
                    <a:pt x="4246" y="3502"/>
                  </a:lnTo>
                  <a:lnTo>
                    <a:pt x="4231" y="3305"/>
                  </a:lnTo>
                  <a:lnTo>
                    <a:pt x="4185" y="3093"/>
                  </a:lnTo>
                  <a:lnTo>
                    <a:pt x="4109" y="2866"/>
                  </a:lnTo>
                  <a:lnTo>
                    <a:pt x="4003" y="2608"/>
                  </a:lnTo>
                  <a:lnTo>
                    <a:pt x="3852" y="2320"/>
                  </a:lnTo>
                  <a:lnTo>
                    <a:pt x="3685" y="2032"/>
                  </a:lnTo>
                  <a:lnTo>
                    <a:pt x="3488" y="1713"/>
                  </a:lnTo>
                  <a:lnTo>
                    <a:pt x="3245" y="1380"/>
                  </a:lnTo>
                  <a:lnTo>
                    <a:pt x="3018" y="1077"/>
                  </a:lnTo>
                  <a:lnTo>
                    <a:pt x="2730" y="728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2888600" y="4832525"/>
              <a:ext cx="106150" cy="140650"/>
            </a:xfrm>
            <a:custGeom>
              <a:avLst/>
              <a:gdLst/>
              <a:ahLst/>
              <a:cxnLst/>
              <a:rect l="l" t="t" r="r" b="b"/>
              <a:pathLst>
                <a:path w="4246" h="5626" extrusionOk="0">
                  <a:moveTo>
                    <a:pt x="2123" y="1"/>
                  </a:moveTo>
                  <a:lnTo>
                    <a:pt x="1501" y="714"/>
                  </a:lnTo>
                  <a:lnTo>
                    <a:pt x="1228" y="1077"/>
                  </a:lnTo>
                  <a:lnTo>
                    <a:pt x="1001" y="1381"/>
                  </a:lnTo>
                  <a:lnTo>
                    <a:pt x="758" y="1714"/>
                  </a:lnTo>
                  <a:lnTo>
                    <a:pt x="561" y="2032"/>
                  </a:lnTo>
                  <a:lnTo>
                    <a:pt x="379" y="2321"/>
                  </a:lnTo>
                  <a:lnTo>
                    <a:pt x="243" y="2609"/>
                  </a:lnTo>
                  <a:lnTo>
                    <a:pt x="137" y="2851"/>
                  </a:lnTo>
                  <a:lnTo>
                    <a:pt x="61" y="3094"/>
                  </a:lnTo>
                  <a:lnTo>
                    <a:pt x="15" y="3306"/>
                  </a:lnTo>
                  <a:lnTo>
                    <a:pt x="0" y="3503"/>
                  </a:lnTo>
                  <a:lnTo>
                    <a:pt x="0" y="3715"/>
                  </a:lnTo>
                  <a:lnTo>
                    <a:pt x="30" y="3928"/>
                  </a:lnTo>
                  <a:lnTo>
                    <a:pt x="91" y="4125"/>
                  </a:lnTo>
                  <a:lnTo>
                    <a:pt x="167" y="4322"/>
                  </a:lnTo>
                  <a:lnTo>
                    <a:pt x="258" y="4504"/>
                  </a:lnTo>
                  <a:lnTo>
                    <a:pt x="364" y="4686"/>
                  </a:lnTo>
                  <a:lnTo>
                    <a:pt x="485" y="4852"/>
                  </a:lnTo>
                  <a:lnTo>
                    <a:pt x="622" y="5004"/>
                  </a:lnTo>
                  <a:lnTo>
                    <a:pt x="773" y="5140"/>
                  </a:lnTo>
                  <a:lnTo>
                    <a:pt x="940" y="5262"/>
                  </a:lnTo>
                  <a:lnTo>
                    <a:pt x="1107" y="5368"/>
                  </a:lnTo>
                  <a:lnTo>
                    <a:pt x="1289" y="5459"/>
                  </a:lnTo>
                  <a:lnTo>
                    <a:pt x="1486" y="5535"/>
                  </a:lnTo>
                  <a:lnTo>
                    <a:pt x="1698" y="5580"/>
                  </a:lnTo>
                  <a:lnTo>
                    <a:pt x="1910" y="5610"/>
                  </a:lnTo>
                  <a:lnTo>
                    <a:pt x="2123" y="5626"/>
                  </a:lnTo>
                  <a:lnTo>
                    <a:pt x="2335" y="5610"/>
                  </a:lnTo>
                  <a:lnTo>
                    <a:pt x="2547" y="5580"/>
                  </a:lnTo>
                  <a:lnTo>
                    <a:pt x="2759" y="5535"/>
                  </a:lnTo>
                  <a:lnTo>
                    <a:pt x="2956" y="5459"/>
                  </a:lnTo>
                  <a:lnTo>
                    <a:pt x="3138" y="5368"/>
                  </a:lnTo>
                  <a:lnTo>
                    <a:pt x="3305" y="5262"/>
                  </a:lnTo>
                  <a:lnTo>
                    <a:pt x="3472" y="5140"/>
                  </a:lnTo>
                  <a:lnTo>
                    <a:pt x="3624" y="5004"/>
                  </a:lnTo>
                  <a:lnTo>
                    <a:pt x="3760" y="4852"/>
                  </a:lnTo>
                  <a:lnTo>
                    <a:pt x="3881" y="4686"/>
                  </a:lnTo>
                  <a:lnTo>
                    <a:pt x="3987" y="4504"/>
                  </a:lnTo>
                  <a:lnTo>
                    <a:pt x="4078" y="4322"/>
                  </a:lnTo>
                  <a:lnTo>
                    <a:pt x="4154" y="4125"/>
                  </a:lnTo>
                  <a:lnTo>
                    <a:pt x="4200" y="3928"/>
                  </a:lnTo>
                  <a:lnTo>
                    <a:pt x="4245" y="3715"/>
                  </a:lnTo>
                  <a:lnTo>
                    <a:pt x="4245" y="3503"/>
                  </a:lnTo>
                  <a:lnTo>
                    <a:pt x="4230" y="3306"/>
                  </a:lnTo>
                  <a:lnTo>
                    <a:pt x="4184" y="3094"/>
                  </a:lnTo>
                  <a:lnTo>
                    <a:pt x="4109" y="2851"/>
                  </a:lnTo>
                  <a:lnTo>
                    <a:pt x="4003" y="2609"/>
                  </a:lnTo>
                  <a:lnTo>
                    <a:pt x="3851" y="2321"/>
                  </a:lnTo>
                  <a:lnTo>
                    <a:pt x="3684" y="2032"/>
                  </a:lnTo>
                  <a:lnTo>
                    <a:pt x="3487" y="1714"/>
                  </a:lnTo>
                  <a:lnTo>
                    <a:pt x="3245" y="1381"/>
                  </a:lnTo>
                  <a:lnTo>
                    <a:pt x="3017" y="1077"/>
                  </a:lnTo>
                  <a:lnTo>
                    <a:pt x="2729" y="714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3000">
        <p14:ripple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" grpId="0"/>
      <p:bldP spid="619" grpId="0" build="p"/>
      <p:bldP spid="620" grpId="0" build="p"/>
      <p:bldP spid="62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4"/>
          <p:cNvSpPr txBox="1">
            <a:spLocks noGrp="1"/>
          </p:cNvSpPr>
          <p:nvPr>
            <p:ph type="subTitle" idx="1"/>
          </p:nvPr>
        </p:nvSpPr>
        <p:spPr>
          <a:xfrm>
            <a:off x="1086085" y="1749026"/>
            <a:ext cx="2259788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Save Water at Home</a:t>
            </a:r>
            <a:endParaRPr dirty="0"/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5"/>
          </p:nvPr>
        </p:nvSpPr>
        <p:spPr>
          <a:xfrm>
            <a:off x="3486146" y="1749025"/>
            <a:ext cx="2311966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Save Water at School</a:t>
            </a:r>
            <a:endParaRPr dirty="0"/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6"/>
          </p:nvPr>
        </p:nvSpPr>
        <p:spPr>
          <a:xfrm>
            <a:off x="5886208" y="1749026"/>
            <a:ext cx="21717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Community Action</a:t>
            </a:r>
            <a:endParaRPr dirty="0"/>
          </a:p>
        </p:txBody>
      </p:sp>
      <p:sp>
        <p:nvSpPr>
          <p:cNvPr id="647" name="Google Shape;647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Water Conservation in Action</a:t>
            </a:r>
            <a:endParaRPr dirty="0"/>
          </a:p>
        </p:txBody>
      </p:sp>
      <p:sp>
        <p:nvSpPr>
          <p:cNvPr id="648" name="Google Shape;648;p34"/>
          <p:cNvSpPr txBox="1">
            <a:spLocks noGrp="1"/>
          </p:cNvSpPr>
          <p:nvPr>
            <p:ph type="subTitle" idx="2"/>
          </p:nvPr>
        </p:nvSpPr>
        <p:spPr>
          <a:xfrm>
            <a:off x="1086085" y="2113900"/>
            <a:ext cx="2400054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Turn off taps when not in use.</a:t>
            </a:r>
          </a:p>
          <a:p>
            <a:pPr marL="0" lvl="0" indent="0"/>
            <a:r>
              <a:rPr lang="en-US" dirty="0"/>
              <a:t>Fix leaking taps and pipes quickly.</a:t>
            </a:r>
          </a:p>
          <a:p>
            <a:pPr marL="0" lvl="0" indent="0"/>
            <a:r>
              <a:rPr lang="en-US" dirty="0"/>
              <a:t>Use a bucket instead of a long shower.</a:t>
            </a:r>
          </a:p>
          <a:p>
            <a:pPr marL="0" lvl="0" indent="0"/>
            <a:r>
              <a:rPr lang="en-US" dirty="0"/>
              <a:t>Reuse water for plants and cleaning.</a:t>
            </a:r>
            <a:endParaRPr dirty="0"/>
          </a:p>
        </p:txBody>
      </p:sp>
      <p:sp>
        <p:nvSpPr>
          <p:cNvPr id="649" name="Google Shape;649;p34"/>
          <p:cNvSpPr txBox="1">
            <a:spLocks noGrp="1"/>
          </p:cNvSpPr>
          <p:nvPr>
            <p:ph type="subTitle" idx="3"/>
          </p:nvPr>
        </p:nvSpPr>
        <p:spPr>
          <a:xfrm>
            <a:off x="3486139" y="2113077"/>
            <a:ext cx="2311962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Close taps properly after use.</a:t>
            </a:r>
          </a:p>
          <a:p>
            <a:pPr marL="0" lvl="0" indent="0"/>
            <a:r>
              <a:rPr lang="en-US" dirty="0"/>
              <a:t>Avoid wasting drinking water.</a:t>
            </a:r>
          </a:p>
          <a:p>
            <a:pPr marL="0" lvl="0" indent="0"/>
            <a:r>
              <a:rPr lang="en-US" dirty="0"/>
              <a:t>Report leaking taps immediately.</a:t>
            </a:r>
          </a:p>
          <a:p>
            <a:pPr marL="0" lvl="0" indent="0"/>
            <a:r>
              <a:rPr lang="en-US" dirty="0"/>
              <a:t>Encourage others to save water.</a:t>
            </a:r>
            <a:endParaRPr dirty="0"/>
          </a:p>
        </p:txBody>
      </p:sp>
      <p:sp>
        <p:nvSpPr>
          <p:cNvPr id="650" name="Google Shape;650;p34"/>
          <p:cNvSpPr txBox="1">
            <a:spLocks noGrp="1"/>
          </p:cNvSpPr>
          <p:nvPr>
            <p:ph type="subTitle" idx="4"/>
          </p:nvPr>
        </p:nvSpPr>
        <p:spPr>
          <a:xfrm>
            <a:off x="5886223" y="2113077"/>
            <a:ext cx="2259781" cy="17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Spread awareness about water conservation.</a:t>
            </a:r>
          </a:p>
          <a:p>
            <a:pPr marL="0" lvl="0" indent="0"/>
            <a:r>
              <a:rPr lang="en-US" dirty="0"/>
              <a:t>Collect and reuse rainwater.</a:t>
            </a:r>
          </a:p>
          <a:p>
            <a:pPr marL="0" lvl="0" indent="0"/>
            <a:r>
              <a:rPr lang="en-US" dirty="0"/>
              <a:t>Keep water sources clean.</a:t>
            </a:r>
          </a:p>
          <a:p>
            <a:pPr marL="0" lvl="0" indent="0"/>
            <a:r>
              <a:rPr lang="en-US" dirty="0"/>
              <a:t>Work together to protect water resources.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3000">
        <p15:prstTrans prst="peelOff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" grpId="0" build="p"/>
      <p:bldP spid="645" grpId="0" build="p"/>
      <p:bldP spid="646" grpId="0" build="p"/>
      <p:bldP spid="6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5"/>
          <p:cNvSpPr txBox="1">
            <a:spLocks noGrp="1"/>
          </p:cNvSpPr>
          <p:nvPr>
            <p:ph type="subTitle" idx="14"/>
          </p:nvPr>
        </p:nvSpPr>
        <p:spPr>
          <a:xfrm>
            <a:off x="3342622" y="3125675"/>
            <a:ext cx="245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Smart Water Use</a:t>
            </a:r>
            <a:endParaRPr dirty="0"/>
          </a:p>
        </p:txBody>
      </p:sp>
      <p:sp>
        <p:nvSpPr>
          <p:cNvPr id="656" name="Google Shape;656;p35"/>
          <p:cNvSpPr txBox="1">
            <a:spLocks noGrp="1"/>
          </p:cNvSpPr>
          <p:nvPr>
            <p:ph type="subTitle" idx="13"/>
          </p:nvPr>
        </p:nvSpPr>
        <p:spPr>
          <a:xfrm>
            <a:off x="719220" y="3125675"/>
            <a:ext cx="245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Reuse Water</a:t>
            </a:r>
            <a:endParaRPr dirty="0"/>
          </a:p>
        </p:txBody>
      </p:sp>
      <p:sp>
        <p:nvSpPr>
          <p:cNvPr id="657" name="Google Shape;657;p35"/>
          <p:cNvSpPr txBox="1">
            <a:spLocks noGrp="1"/>
          </p:cNvSpPr>
          <p:nvPr>
            <p:ph type="subTitle" idx="15"/>
          </p:nvPr>
        </p:nvSpPr>
        <p:spPr>
          <a:xfrm>
            <a:off x="5966024" y="3125675"/>
            <a:ext cx="245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Daily Action</a:t>
            </a:r>
            <a:endParaRPr dirty="0"/>
          </a:p>
        </p:txBody>
      </p:sp>
      <p:sp>
        <p:nvSpPr>
          <p:cNvPr id="658" name="Google Shape;658;p35"/>
          <p:cNvSpPr txBox="1">
            <a:spLocks noGrp="1"/>
          </p:cNvSpPr>
          <p:nvPr>
            <p:ph type="subTitle" idx="7"/>
          </p:nvPr>
        </p:nvSpPr>
        <p:spPr>
          <a:xfrm>
            <a:off x="718876" y="1429075"/>
            <a:ext cx="245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Fix Leaks</a:t>
            </a:r>
            <a:endParaRPr dirty="0"/>
          </a:p>
        </p:txBody>
      </p:sp>
      <p:sp>
        <p:nvSpPr>
          <p:cNvPr id="659" name="Google Shape;659;p35"/>
          <p:cNvSpPr txBox="1">
            <a:spLocks noGrp="1"/>
          </p:cNvSpPr>
          <p:nvPr>
            <p:ph type="subTitle" idx="8"/>
          </p:nvPr>
        </p:nvSpPr>
        <p:spPr>
          <a:xfrm>
            <a:off x="3343753" y="1429075"/>
            <a:ext cx="2551355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Rainwater Harvesting</a:t>
            </a:r>
            <a:endParaRPr dirty="0"/>
          </a:p>
        </p:txBody>
      </p:sp>
      <p:sp>
        <p:nvSpPr>
          <p:cNvPr id="660" name="Google Shape;660;p35"/>
          <p:cNvSpPr txBox="1">
            <a:spLocks noGrp="1"/>
          </p:cNvSpPr>
          <p:nvPr>
            <p:ph type="subTitle" idx="9"/>
          </p:nvPr>
        </p:nvSpPr>
        <p:spPr>
          <a:xfrm>
            <a:off x="5968633" y="1429075"/>
            <a:ext cx="2454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Spread Awareness</a:t>
            </a:r>
            <a:endParaRPr dirty="0"/>
          </a:p>
        </p:txBody>
      </p:sp>
      <p:sp>
        <p:nvSpPr>
          <p:cNvPr id="661" name="Google Shape;66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Water Saving Tips</a:t>
            </a:r>
            <a:endParaRPr dirty="0"/>
          </a:p>
        </p:txBody>
      </p:sp>
      <p:sp>
        <p:nvSpPr>
          <p:cNvPr id="662" name="Google Shape;662;p35"/>
          <p:cNvSpPr txBox="1">
            <a:spLocks noGrp="1"/>
          </p:cNvSpPr>
          <p:nvPr>
            <p:ph type="subTitle" idx="1"/>
          </p:nvPr>
        </p:nvSpPr>
        <p:spPr>
          <a:xfrm>
            <a:off x="724144" y="1659113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Check taps and pipes regularly. Repair leaks as soon as possible. Prevent water from being wasted.</a:t>
            </a:r>
            <a:endParaRPr dirty="0"/>
          </a:p>
        </p:txBody>
      </p:sp>
      <p:sp>
        <p:nvSpPr>
          <p:cNvPr id="663" name="Google Shape;663;p35"/>
          <p:cNvSpPr txBox="1">
            <a:spLocks noGrp="1"/>
          </p:cNvSpPr>
          <p:nvPr>
            <p:ph type="subTitle" idx="4"/>
          </p:nvPr>
        </p:nvSpPr>
        <p:spPr>
          <a:xfrm>
            <a:off x="724019" y="3360225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Reuse water whenever possible. Use leftover water for plants. Avoid unnecessary wastage.</a:t>
            </a:r>
            <a:endParaRPr dirty="0"/>
          </a:p>
        </p:txBody>
      </p:sp>
      <p:sp>
        <p:nvSpPr>
          <p:cNvPr id="664" name="Google Shape;664;p35"/>
          <p:cNvSpPr txBox="1">
            <a:spLocks noGrp="1"/>
          </p:cNvSpPr>
          <p:nvPr>
            <p:ph type="subTitle" idx="5"/>
          </p:nvPr>
        </p:nvSpPr>
        <p:spPr>
          <a:xfrm>
            <a:off x="3341346" y="3360225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Use a bucket instead of a long shower. Run washing machines with full loads. Turn off taps when not needed.</a:t>
            </a:r>
            <a:endParaRPr dirty="0"/>
          </a:p>
        </p:txBody>
      </p:sp>
      <p:sp>
        <p:nvSpPr>
          <p:cNvPr id="665" name="Google Shape;665;p35"/>
          <p:cNvSpPr txBox="1">
            <a:spLocks noGrp="1"/>
          </p:cNvSpPr>
          <p:nvPr>
            <p:ph type="subTitle" idx="2"/>
          </p:nvPr>
        </p:nvSpPr>
        <p:spPr>
          <a:xfrm>
            <a:off x="3343876" y="1659113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Collect rainwater for reuse. Store it safely for later use. Use it for gardening and cleaning.</a:t>
            </a:r>
            <a:endParaRPr dirty="0"/>
          </a:p>
        </p:txBody>
      </p:sp>
      <p:sp>
        <p:nvSpPr>
          <p:cNvPr id="666" name="Google Shape;666;p35"/>
          <p:cNvSpPr txBox="1">
            <a:spLocks noGrp="1"/>
          </p:cNvSpPr>
          <p:nvPr>
            <p:ph type="subTitle" idx="3"/>
          </p:nvPr>
        </p:nvSpPr>
        <p:spPr>
          <a:xfrm>
            <a:off x="5963607" y="1659113"/>
            <a:ext cx="24540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Tell others about water conservation. Encourage friends and family to save water. Share useful water-saving ideas.</a:t>
            </a:r>
            <a:endParaRPr dirty="0"/>
          </a:p>
        </p:txBody>
      </p:sp>
      <p:sp>
        <p:nvSpPr>
          <p:cNvPr id="667" name="Google Shape;667;p35"/>
          <p:cNvSpPr txBox="1">
            <a:spLocks noGrp="1"/>
          </p:cNvSpPr>
          <p:nvPr>
            <p:ph type="subTitle" idx="6"/>
          </p:nvPr>
        </p:nvSpPr>
        <p:spPr>
          <a:xfrm>
            <a:off x="5963482" y="3360225"/>
            <a:ext cx="24540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Make water saving a daily habit. Reduce water wastage every day. Protect water for the future.</a:t>
            </a:r>
            <a:endParaRPr dirty="0"/>
          </a:p>
        </p:txBody>
      </p:sp>
    </p:spTree>
  </p:cSld>
  <p:clrMapOvr>
    <a:masterClrMapping/>
  </p:clrMapOvr>
  <p:transition spd="slow" advClick="0" advTm="3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" grpId="0" build="p"/>
      <p:bldP spid="656" grpId="0" build="p"/>
      <p:bldP spid="657" grpId="0" build="p"/>
      <p:bldP spid="658" grpId="0" build="p"/>
      <p:bldP spid="659" grpId="0" build="p"/>
      <p:bldP spid="660" grpId="0" build="p"/>
      <p:bldP spid="661" grpId="0"/>
      <p:bldP spid="662" grpId="0" build="p"/>
      <p:bldP spid="663" grpId="0" build="p"/>
      <p:bldP spid="664" grpId="0" build="p"/>
      <p:bldP spid="665" grpId="0" build="p"/>
      <p:bldP spid="666" grpId="0" build="p"/>
      <p:bldP spid="6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6"/>
          <p:cNvSpPr txBox="1">
            <a:spLocks noGrp="1"/>
          </p:cNvSpPr>
          <p:nvPr>
            <p:ph type="subTitle" idx="2"/>
          </p:nvPr>
        </p:nvSpPr>
        <p:spPr>
          <a:xfrm>
            <a:off x="1354238" y="1527575"/>
            <a:ext cx="2967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Government is promoting rainwater harvesting, water conservation and efficient use of water resources to reduce water scarcity.</a:t>
            </a:r>
            <a:endParaRPr dirty="0"/>
          </a:p>
        </p:txBody>
      </p:sp>
      <p:sp>
        <p:nvSpPr>
          <p:cNvPr id="673" name="Google Shape;673;p36"/>
          <p:cNvSpPr txBox="1">
            <a:spLocks noGrp="1"/>
          </p:cNvSpPr>
          <p:nvPr>
            <p:ph type="subTitle" idx="3"/>
          </p:nvPr>
        </p:nvSpPr>
        <p:spPr>
          <a:xfrm>
            <a:off x="4822764" y="1527575"/>
            <a:ext cx="2967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Local communities are working together to save water, protect water sources and spread awareness about conservation.</a:t>
            </a:r>
            <a:endParaRPr dirty="0"/>
          </a:p>
        </p:txBody>
      </p:sp>
      <p:sp>
        <p:nvSpPr>
          <p:cNvPr id="674" name="Google Shape;674;p36"/>
          <p:cNvSpPr txBox="1">
            <a:spLocks noGrp="1"/>
          </p:cNvSpPr>
          <p:nvPr>
            <p:ph type="subTitle" idx="4"/>
          </p:nvPr>
        </p:nvSpPr>
        <p:spPr>
          <a:xfrm>
            <a:off x="1354238" y="3275900"/>
            <a:ext cx="2967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Smart water meters, drip irrigation and water recycling technologies are helping reduce water wastage and improve water management.</a:t>
            </a:r>
            <a:endParaRPr dirty="0"/>
          </a:p>
        </p:txBody>
      </p:sp>
      <p:sp>
        <p:nvSpPr>
          <p:cNvPr id="675" name="Google Shape;675;p36"/>
          <p:cNvSpPr txBox="1">
            <a:spLocks noGrp="1"/>
          </p:cNvSpPr>
          <p:nvPr>
            <p:ph type="subTitle" idx="5"/>
          </p:nvPr>
        </p:nvSpPr>
        <p:spPr>
          <a:xfrm>
            <a:off x="4822764" y="3275900"/>
            <a:ext cx="29670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Schools and organizations are conducting campaigns to encourage people to save water and adopt responsible water-use habits.</a:t>
            </a:r>
            <a:endParaRPr dirty="0"/>
          </a:p>
        </p:txBody>
      </p:sp>
      <p:sp>
        <p:nvSpPr>
          <p:cNvPr id="676" name="Google Shape;67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Water Scarcity: Latest Updates</a:t>
            </a:r>
            <a:endParaRPr dirty="0"/>
          </a:p>
        </p:txBody>
      </p:sp>
      <p:sp>
        <p:nvSpPr>
          <p:cNvPr id="677" name="Google Shape;677;p36"/>
          <p:cNvSpPr txBox="1">
            <a:spLocks noGrp="1"/>
          </p:cNvSpPr>
          <p:nvPr>
            <p:ph type="subTitle" idx="1"/>
          </p:nvPr>
        </p:nvSpPr>
        <p:spPr>
          <a:xfrm>
            <a:off x="1354236" y="1306475"/>
            <a:ext cx="2967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Government Initiatives</a:t>
            </a:r>
            <a:endParaRPr dirty="0"/>
          </a:p>
        </p:txBody>
      </p:sp>
      <p:sp>
        <p:nvSpPr>
          <p:cNvPr id="678" name="Google Shape;678;p36"/>
          <p:cNvSpPr txBox="1">
            <a:spLocks noGrp="1"/>
          </p:cNvSpPr>
          <p:nvPr>
            <p:ph type="subTitle" idx="6"/>
          </p:nvPr>
        </p:nvSpPr>
        <p:spPr>
          <a:xfrm>
            <a:off x="1354236" y="3054800"/>
            <a:ext cx="2967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Technologies</a:t>
            </a:r>
            <a:endParaRPr dirty="0"/>
          </a:p>
        </p:txBody>
      </p:sp>
      <p:sp>
        <p:nvSpPr>
          <p:cNvPr id="679" name="Google Shape;679;p36"/>
          <p:cNvSpPr txBox="1">
            <a:spLocks noGrp="1"/>
          </p:cNvSpPr>
          <p:nvPr>
            <p:ph type="subTitle" idx="7"/>
          </p:nvPr>
        </p:nvSpPr>
        <p:spPr>
          <a:xfrm>
            <a:off x="4822761" y="1306475"/>
            <a:ext cx="2967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Community Action</a:t>
            </a:r>
            <a:endParaRPr dirty="0"/>
          </a:p>
        </p:txBody>
      </p:sp>
      <p:sp>
        <p:nvSpPr>
          <p:cNvPr id="680" name="Google Shape;680;p36"/>
          <p:cNvSpPr txBox="1">
            <a:spLocks noGrp="1"/>
          </p:cNvSpPr>
          <p:nvPr>
            <p:ph type="subTitle" idx="8"/>
          </p:nvPr>
        </p:nvSpPr>
        <p:spPr>
          <a:xfrm>
            <a:off x="4822761" y="3054800"/>
            <a:ext cx="2967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Awareness Compaigns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3000">
        <p14:prism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" grpId="0" build="p"/>
      <p:bldP spid="673" grpId="0" build="p"/>
      <p:bldP spid="674" grpId="0" build="p"/>
      <p:bldP spid="675" grpId="0" build="p"/>
      <p:bldP spid="676" grpId="0"/>
      <p:bldP spid="677" grpId="0" build="p"/>
      <p:bldP spid="678" grpId="0" build="p"/>
      <p:bldP spid="679" grpId="0" build="p"/>
      <p:bldP spid="68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7"/>
          <p:cNvSpPr txBox="1">
            <a:spLocks noGrp="1"/>
          </p:cNvSpPr>
          <p:nvPr>
            <p:ph type="title"/>
          </p:nvPr>
        </p:nvSpPr>
        <p:spPr>
          <a:xfrm>
            <a:off x="1458150" y="2933675"/>
            <a:ext cx="62277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—Our responsiblity</a:t>
            </a:r>
            <a:endParaRPr dirty="0"/>
          </a:p>
        </p:txBody>
      </p:sp>
      <p:sp>
        <p:nvSpPr>
          <p:cNvPr id="686" name="Google Shape;686;p37"/>
          <p:cNvSpPr txBox="1">
            <a:spLocks noGrp="1"/>
          </p:cNvSpPr>
          <p:nvPr>
            <p:ph type="subTitle" idx="1"/>
          </p:nvPr>
        </p:nvSpPr>
        <p:spPr>
          <a:xfrm>
            <a:off x="1458150" y="1863436"/>
            <a:ext cx="6227700" cy="9386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“Every Drop Counts. Save Water Today, Secure Tomorrow.”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switch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" grpId="0"/>
      <p:bldP spid="68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8"/>
          <p:cNvSpPr txBox="1">
            <a:spLocks noGrp="1"/>
          </p:cNvSpPr>
          <p:nvPr>
            <p:ph type="title"/>
          </p:nvPr>
        </p:nvSpPr>
        <p:spPr>
          <a:xfrm>
            <a:off x="2079921" y="5920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April 22</a:t>
            </a:r>
            <a:endParaRPr dirty="0"/>
          </a:p>
        </p:txBody>
      </p:sp>
      <p:sp>
        <p:nvSpPr>
          <p:cNvPr id="692" name="Google Shape;692;p38"/>
          <p:cNvSpPr txBox="1">
            <a:spLocks noGrp="1"/>
          </p:cNvSpPr>
          <p:nvPr>
            <p:ph type="subTitle" idx="1"/>
          </p:nvPr>
        </p:nvSpPr>
        <p:spPr>
          <a:xfrm>
            <a:off x="2079879" y="1199234"/>
            <a:ext cx="4909697" cy="5320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Earth Day: </a:t>
            </a:r>
            <a:r>
              <a:rPr lang="en-US" dirty="0"/>
              <a:t>A day to promote environmental protection and sustainable use of natural resources.</a:t>
            </a:r>
            <a:endParaRPr dirty="0"/>
          </a:p>
        </p:txBody>
      </p:sp>
      <p:sp>
        <p:nvSpPr>
          <p:cNvPr id="693" name="Google Shape;693;p38"/>
          <p:cNvSpPr txBox="1">
            <a:spLocks noGrp="1"/>
          </p:cNvSpPr>
          <p:nvPr>
            <p:ph type="subTitle" idx="3"/>
          </p:nvPr>
        </p:nvSpPr>
        <p:spPr>
          <a:xfrm>
            <a:off x="2079879" y="2488128"/>
            <a:ext cx="4729588" cy="731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World Environment Day: </a:t>
            </a:r>
            <a:r>
              <a:rPr lang="en-US" dirty="0"/>
              <a:t>Promotes awareness and action to protect our environment and conserve natural resources.</a:t>
            </a:r>
            <a:endParaRPr dirty="0"/>
          </a:p>
        </p:txBody>
      </p:sp>
      <p:sp>
        <p:nvSpPr>
          <p:cNvPr id="694" name="Google Shape;694;p38"/>
          <p:cNvSpPr txBox="1">
            <a:spLocks noGrp="1"/>
          </p:cNvSpPr>
          <p:nvPr>
            <p:ph type="subTitle" idx="5"/>
          </p:nvPr>
        </p:nvSpPr>
        <p:spPr>
          <a:xfrm>
            <a:off x="2079879" y="3880950"/>
            <a:ext cx="4826612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World Water Day: </a:t>
            </a:r>
            <a:r>
              <a:rPr lang="en-US" dirty="0"/>
              <a:t>Raises awareness about the importance of freshwater and the need to manage water resources responsibly.</a:t>
            </a:r>
            <a:endParaRPr dirty="0"/>
          </a:p>
        </p:txBody>
      </p:sp>
      <p:sp>
        <p:nvSpPr>
          <p:cNvPr id="695" name="Google Shape;695;p38"/>
          <p:cNvSpPr txBox="1">
            <a:spLocks noGrp="1"/>
          </p:cNvSpPr>
          <p:nvPr>
            <p:ph type="title" idx="2"/>
          </p:nvPr>
        </p:nvSpPr>
        <p:spPr>
          <a:xfrm>
            <a:off x="2079921" y="19118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June 5</a:t>
            </a:r>
            <a:endParaRPr dirty="0"/>
          </a:p>
        </p:txBody>
      </p:sp>
      <p:sp>
        <p:nvSpPr>
          <p:cNvPr id="696" name="Google Shape;696;p38"/>
          <p:cNvSpPr txBox="1">
            <a:spLocks noGrp="1"/>
          </p:cNvSpPr>
          <p:nvPr>
            <p:ph type="title" idx="4"/>
          </p:nvPr>
        </p:nvSpPr>
        <p:spPr>
          <a:xfrm>
            <a:off x="2079879" y="3231650"/>
            <a:ext cx="4984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March 22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" grpId="0" build="p"/>
      <p:bldP spid="693" grpId="0" build="p"/>
      <p:bldP spid="69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9"/>
          <p:cNvSpPr txBox="1">
            <a:spLocks noGrp="1"/>
          </p:cNvSpPr>
          <p:nvPr>
            <p:ph type="title"/>
          </p:nvPr>
        </p:nvSpPr>
        <p:spPr>
          <a:xfrm>
            <a:off x="720000" y="4103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Water Conservation Priorities</a:t>
            </a:r>
            <a:endParaRPr dirty="0"/>
          </a:p>
        </p:txBody>
      </p:sp>
      <p:sp>
        <p:nvSpPr>
          <p:cNvPr id="703" name="Google Shape;703;p39"/>
          <p:cNvSpPr txBox="1"/>
          <p:nvPr/>
        </p:nvSpPr>
        <p:spPr>
          <a:xfrm>
            <a:off x="6212825" y="3585089"/>
            <a:ext cx="2411629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Awareness Campaigns</a:t>
            </a:r>
            <a:endParaRPr sz="1800" b="1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4" name="Google Shape;704;p39"/>
          <p:cNvSpPr txBox="1"/>
          <p:nvPr/>
        </p:nvSpPr>
        <p:spPr>
          <a:xfrm>
            <a:off x="6212825" y="2830763"/>
            <a:ext cx="2086047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Smart Water Use</a:t>
            </a:r>
            <a:endParaRPr sz="1800" b="1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5" name="Google Shape;705;p39"/>
          <p:cNvSpPr txBox="1"/>
          <p:nvPr/>
        </p:nvSpPr>
        <p:spPr>
          <a:xfrm>
            <a:off x="6212826" y="2076438"/>
            <a:ext cx="18534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Reuse Water</a:t>
            </a:r>
            <a:endParaRPr sz="1800" b="1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6212825" y="1322112"/>
            <a:ext cx="2307719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Rainwater Harvesting</a:t>
            </a:r>
            <a:endParaRPr sz="1800" b="1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08" name="Google Shape;708;p39"/>
          <p:cNvSpPr/>
          <p:nvPr/>
        </p:nvSpPr>
        <p:spPr>
          <a:xfrm>
            <a:off x="6020583" y="1394563"/>
            <a:ext cx="118800" cy="11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9"/>
          <p:cNvSpPr/>
          <p:nvPr/>
        </p:nvSpPr>
        <p:spPr>
          <a:xfrm>
            <a:off x="6020583" y="2150790"/>
            <a:ext cx="118800" cy="11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rgbClr val="0000FF"/>
              </a:highlight>
            </a:endParaRPr>
          </a:p>
        </p:txBody>
      </p:sp>
      <p:sp>
        <p:nvSpPr>
          <p:cNvPr id="710" name="Google Shape;710;p39"/>
          <p:cNvSpPr/>
          <p:nvPr/>
        </p:nvSpPr>
        <p:spPr>
          <a:xfrm>
            <a:off x="6020583" y="2907017"/>
            <a:ext cx="118800" cy="11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9"/>
          <p:cNvSpPr/>
          <p:nvPr/>
        </p:nvSpPr>
        <p:spPr>
          <a:xfrm>
            <a:off x="6020583" y="3663244"/>
            <a:ext cx="118800" cy="11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rgbClr val="000080"/>
              </a:highlight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C7A4FAB-C137-6D2E-5EDC-1753CB913F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631187"/>
              </p:ext>
            </p:extLst>
          </p:nvPr>
        </p:nvGraphicFramePr>
        <p:xfrm>
          <a:off x="519546" y="1017725"/>
          <a:ext cx="4915682" cy="340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3000">
        <p:blinds dir="vert"/>
      </p:transition>
    </mc:Choice>
    <mc:Fallback xmlns="">
      <p:transition spd="slow" advClick="0" advTm="3000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0"/>
          <p:cNvSpPr txBox="1">
            <a:spLocks noGrp="1"/>
          </p:cNvSpPr>
          <p:nvPr>
            <p:ph type="title"/>
          </p:nvPr>
        </p:nvSpPr>
        <p:spPr>
          <a:xfrm>
            <a:off x="412698" y="445025"/>
            <a:ext cx="80106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dirty="0"/>
              <a:t>Are Our Water-Saving Efforts working?</a:t>
            </a:r>
            <a:endParaRPr dirty="0"/>
          </a:p>
        </p:txBody>
      </p:sp>
      <p:graphicFrame>
        <p:nvGraphicFramePr>
          <p:cNvPr id="717" name="Google Shape;717;p40"/>
          <p:cNvGraphicFramePr/>
          <p:nvPr>
            <p:extLst>
              <p:ext uri="{D42A27DB-BD31-4B8C-83A1-F6EECF244321}">
                <p14:modId xmlns:p14="http://schemas.microsoft.com/office/powerpoint/2010/main" val="1796531267"/>
              </p:ext>
            </p:extLst>
          </p:nvPr>
        </p:nvGraphicFramePr>
        <p:xfrm>
          <a:off x="464127" y="1184013"/>
          <a:ext cx="7907829" cy="3514462"/>
        </p:xfrm>
        <a:graphic>
          <a:graphicData uri="http://schemas.openxmlformats.org/drawingml/2006/table">
            <a:tbl>
              <a:tblPr>
                <a:noFill/>
                <a:tableStyleId>{849EFCCC-B4BC-400A-9EFC-DE06AF206B2F}</a:tableStyleId>
              </a:tblPr>
              <a:tblGrid>
                <a:gridCol w="215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Product</a:t>
                      </a:r>
                      <a:endParaRPr b="1"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Price</a:t>
                      </a:r>
                      <a:endParaRPr b="1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Discount</a:t>
                      </a:r>
                      <a:endParaRPr b="1"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Availability</a:t>
                      </a:r>
                      <a:endParaRPr b="1"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Comments</a:t>
                      </a:r>
                      <a:endParaRPr b="1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Rating</a:t>
                      </a:r>
                      <a:endParaRPr b="1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Rainwater Harvesting kit</a:t>
                      </a:r>
                      <a:endParaRPr b="1"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₹2,000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 off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“Very useful”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4/5</a:t>
                      </a:r>
                      <a:endParaRPr sz="11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Water-Saving Tap</a:t>
                      </a:r>
                      <a:endParaRPr b="1"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₹800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discount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“Work well”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4/5</a:t>
                      </a:r>
                      <a:endParaRPr sz="1100" b="1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Drip Irrigation Kit</a:t>
                      </a:r>
                      <a:endParaRPr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₹1500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 off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“Save water”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5/5</a:t>
                      </a:r>
                      <a:endParaRPr sz="1100" b="1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Water-Level Sensor</a:t>
                      </a:r>
                      <a:endParaRPr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₹1200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discount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“Quite Useful”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4/5</a:t>
                      </a:r>
                      <a:endParaRPr sz="1100" b="1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Water Recycle System</a:t>
                      </a:r>
                      <a:endParaRPr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₹5,000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 off</a:t>
                      </a:r>
                      <a:endParaRPr sz="11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“Very Effective”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5/5</a:t>
                      </a:r>
                      <a:endParaRPr sz="1100" b="1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0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Low-Flow Shower</a:t>
                      </a:r>
                      <a:endParaRPr dirty="0">
                        <a:solidFill>
                          <a:schemeClr val="lt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₹1,000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 off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Available</a:t>
                      </a: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“Practical”</a:t>
                      </a:r>
                      <a:endParaRPr sz="1100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4/5</a:t>
                      </a:r>
                      <a:endParaRPr sz="1100" b="1" dirty="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 advTm="3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4"/>
          <p:cNvSpPr txBox="1">
            <a:spLocks noGrp="1"/>
          </p:cNvSpPr>
          <p:nvPr>
            <p:ph type="title"/>
          </p:nvPr>
        </p:nvSpPr>
        <p:spPr>
          <a:xfrm>
            <a:off x="5834015" y="718749"/>
            <a:ext cx="3019362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Water-Saving</a:t>
            </a:r>
            <a:br>
              <a:rPr lang="en" dirty="0"/>
            </a:br>
            <a:r>
              <a:rPr lang="en" dirty="0"/>
              <a:t>moments</a:t>
            </a:r>
            <a:endParaRPr dirty="0"/>
          </a:p>
        </p:txBody>
      </p:sp>
      <p:sp>
        <p:nvSpPr>
          <p:cNvPr id="796" name="Google Shape;796;p44"/>
          <p:cNvSpPr txBox="1">
            <a:spLocks noGrp="1"/>
          </p:cNvSpPr>
          <p:nvPr>
            <p:ph type="subTitle" idx="1"/>
          </p:nvPr>
        </p:nvSpPr>
        <p:spPr>
          <a:xfrm>
            <a:off x="6238052" y="1528527"/>
            <a:ext cx="2295149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Save water today for a better tomorrow. Every small step towards water conservation makes a difference.</a:t>
            </a:r>
            <a:endParaRPr dirty="0"/>
          </a:p>
        </p:txBody>
      </p:sp>
      <p:pic>
        <p:nvPicPr>
          <p:cNvPr id="797" name="Google Shape;797;p4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5141" b="5132"/>
          <a:stretch/>
        </p:blipFill>
        <p:spPr>
          <a:xfrm>
            <a:off x="724063" y="535000"/>
            <a:ext cx="3026664" cy="4073501"/>
          </a:xfrm>
          <a:prstGeom prst="rect">
            <a:avLst/>
          </a:prstGeom>
        </p:spPr>
      </p:pic>
      <p:pic>
        <p:nvPicPr>
          <p:cNvPr id="798" name="Google Shape;798;p4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31487" b="11233"/>
          <a:stretch/>
        </p:blipFill>
        <p:spPr>
          <a:xfrm>
            <a:off x="3903138" y="2883700"/>
            <a:ext cx="4516649" cy="1724801"/>
          </a:xfrm>
          <a:prstGeom prst="rect">
            <a:avLst/>
          </a:prstGeom>
        </p:spPr>
      </p:pic>
      <p:pic>
        <p:nvPicPr>
          <p:cNvPr id="799" name="Google Shape;799;p44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l="4480" r="4471" b="3354"/>
          <a:stretch/>
        </p:blipFill>
        <p:spPr>
          <a:xfrm>
            <a:off x="3903150" y="535000"/>
            <a:ext cx="2069075" cy="2196299"/>
          </a:xfrm>
          <a:prstGeom prst="rect">
            <a:avLst/>
          </a:prstGeom>
        </p:spPr>
      </p:pic>
    </p:spTree>
  </p:cSld>
  <p:clrMapOvr>
    <a:masterClrMapping/>
  </p:clrMapOvr>
  <p:transition spd="med" advClick="0" advTm="3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" grpId="0"/>
      <p:bldP spid="79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1FAEA1FC-19C3-E3F2-9687-A2704112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2A16938-4C61-EB29-3621-D8F0C0413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1332048"/>
              </p:ext>
            </p:extLst>
          </p:nvPr>
        </p:nvGraphicFramePr>
        <p:xfrm>
          <a:off x="886691" y="883775"/>
          <a:ext cx="6864928" cy="3564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Google Shape;716;p40">
            <a:extLst>
              <a:ext uri="{FF2B5EF4-FFF2-40B4-BE49-F238E27FC236}">
                <a16:creationId xmlns:a16="http://schemas.microsoft.com/office/drawing/2014/main" id="{CAFA9425-59B0-10A8-166F-0EAB932BD93F}"/>
              </a:ext>
            </a:extLst>
          </p:cNvPr>
          <p:cNvSpPr txBox="1">
            <a:spLocks/>
          </p:cNvSpPr>
          <p:nvPr/>
        </p:nvSpPr>
        <p:spPr>
          <a:xfrm>
            <a:off x="566657" y="472734"/>
            <a:ext cx="80106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bin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Our Water Conservation Plan</a:t>
            </a:r>
          </a:p>
        </p:txBody>
      </p:sp>
    </p:spTree>
    <p:extLst>
      <p:ext uri="{BB962C8B-B14F-4D97-AF65-F5344CB8AC3E}">
        <p14:creationId xmlns:p14="http://schemas.microsoft.com/office/powerpoint/2010/main" val="345761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flip dir="r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7DAAD7EA-87FB-0DCA-6A2B-8D582F49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" name="Google Shape;867;p47"/>
          <p:cNvGrpSpPr/>
          <p:nvPr/>
        </p:nvGrpSpPr>
        <p:grpSpPr>
          <a:xfrm flipH="1">
            <a:off x="361507" y="1063256"/>
            <a:ext cx="4270866" cy="4861663"/>
            <a:chOff x="5058566" y="1178869"/>
            <a:chExt cx="3683774" cy="4327674"/>
          </a:xfrm>
        </p:grpSpPr>
        <p:grpSp>
          <p:nvGrpSpPr>
            <p:cNvPr id="868" name="Google Shape;868;p47"/>
            <p:cNvGrpSpPr/>
            <p:nvPr/>
          </p:nvGrpSpPr>
          <p:grpSpPr>
            <a:xfrm>
              <a:off x="6863504" y="4254630"/>
              <a:ext cx="187190" cy="248136"/>
              <a:chOff x="8787175" y="-1256575"/>
              <a:chExt cx="356825" cy="473000"/>
            </a:xfrm>
          </p:grpSpPr>
          <p:sp>
            <p:nvSpPr>
              <p:cNvPr id="869" name="Google Shape;869;p47"/>
              <p:cNvSpPr/>
              <p:nvPr/>
            </p:nvSpPr>
            <p:spPr>
              <a:xfrm>
                <a:off x="8787175" y="-1256575"/>
                <a:ext cx="241050" cy="383425"/>
              </a:xfrm>
              <a:custGeom>
                <a:avLst/>
                <a:gdLst/>
                <a:ahLst/>
                <a:cxnLst/>
                <a:rect l="l" t="t" r="r" b="b"/>
                <a:pathLst>
                  <a:path w="9642" h="15337" extrusionOk="0">
                    <a:moveTo>
                      <a:pt x="4413" y="0"/>
                    </a:moveTo>
                    <a:lnTo>
                      <a:pt x="4180" y="15"/>
                    </a:lnTo>
                    <a:lnTo>
                      <a:pt x="3962" y="44"/>
                    </a:lnTo>
                    <a:lnTo>
                      <a:pt x="3729" y="88"/>
                    </a:lnTo>
                    <a:lnTo>
                      <a:pt x="3510" y="131"/>
                    </a:lnTo>
                    <a:lnTo>
                      <a:pt x="3277" y="189"/>
                    </a:lnTo>
                    <a:lnTo>
                      <a:pt x="3059" y="262"/>
                    </a:lnTo>
                    <a:lnTo>
                      <a:pt x="2840" y="350"/>
                    </a:lnTo>
                    <a:lnTo>
                      <a:pt x="2622" y="452"/>
                    </a:lnTo>
                    <a:lnTo>
                      <a:pt x="2418" y="554"/>
                    </a:lnTo>
                    <a:lnTo>
                      <a:pt x="2214" y="670"/>
                    </a:lnTo>
                    <a:lnTo>
                      <a:pt x="2010" y="801"/>
                    </a:lnTo>
                    <a:lnTo>
                      <a:pt x="1835" y="932"/>
                    </a:lnTo>
                    <a:lnTo>
                      <a:pt x="1646" y="1078"/>
                    </a:lnTo>
                    <a:lnTo>
                      <a:pt x="1486" y="1224"/>
                    </a:lnTo>
                    <a:lnTo>
                      <a:pt x="1325" y="1384"/>
                    </a:lnTo>
                    <a:lnTo>
                      <a:pt x="1165" y="1559"/>
                    </a:lnTo>
                    <a:lnTo>
                      <a:pt x="1020" y="1719"/>
                    </a:lnTo>
                    <a:lnTo>
                      <a:pt x="888" y="1893"/>
                    </a:lnTo>
                    <a:lnTo>
                      <a:pt x="757" y="2083"/>
                    </a:lnTo>
                    <a:lnTo>
                      <a:pt x="641" y="2272"/>
                    </a:lnTo>
                    <a:lnTo>
                      <a:pt x="539" y="2461"/>
                    </a:lnTo>
                    <a:lnTo>
                      <a:pt x="437" y="2665"/>
                    </a:lnTo>
                    <a:lnTo>
                      <a:pt x="350" y="2869"/>
                    </a:lnTo>
                    <a:lnTo>
                      <a:pt x="277" y="3073"/>
                    </a:lnTo>
                    <a:lnTo>
                      <a:pt x="204" y="3292"/>
                    </a:lnTo>
                    <a:lnTo>
                      <a:pt x="146" y="3496"/>
                    </a:lnTo>
                    <a:lnTo>
                      <a:pt x="102" y="3714"/>
                    </a:lnTo>
                    <a:lnTo>
                      <a:pt x="58" y="3932"/>
                    </a:lnTo>
                    <a:lnTo>
                      <a:pt x="29" y="4165"/>
                    </a:lnTo>
                    <a:lnTo>
                      <a:pt x="15" y="4384"/>
                    </a:lnTo>
                    <a:lnTo>
                      <a:pt x="0" y="4602"/>
                    </a:lnTo>
                    <a:lnTo>
                      <a:pt x="15" y="4835"/>
                    </a:lnTo>
                    <a:lnTo>
                      <a:pt x="29" y="5054"/>
                    </a:lnTo>
                    <a:lnTo>
                      <a:pt x="58" y="5287"/>
                    </a:lnTo>
                    <a:lnTo>
                      <a:pt x="87" y="5505"/>
                    </a:lnTo>
                    <a:lnTo>
                      <a:pt x="146" y="5738"/>
                    </a:lnTo>
                    <a:lnTo>
                      <a:pt x="204" y="5957"/>
                    </a:lnTo>
                    <a:lnTo>
                      <a:pt x="277" y="6190"/>
                    </a:lnTo>
                    <a:lnTo>
                      <a:pt x="364" y="6408"/>
                    </a:lnTo>
                    <a:lnTo>
                      <a:pt x="481" y="6641"/>
                    </a:lnTo>
                    <a:lnTo>
                      <a:pt x="597" y="6860"/>
                    </a:lnTo>
                    <a:lnTo>
                      <a:pt x="714" y="7078"/>
                    </a:lnTo>
                    <a:lnTo>
                      <a:pt x="859" y="7282"/>
                    </a:lnTo>
                    <a:lnTo>
                      <a:pt x="1413" y="8083"/>
                    </a:lnTo>
                    <a:lnTo>
                      <a:pt x="1704" y="8506"/>
                    </a:lnTo>
                    <a:lnTo>
                      <a:pt x="1995" y="8957"/>
                    </a:lnTo>
                    <a:lnTo>
                      <a:pt x="2272" y="9423"/>
                    </a:lnTo>
                    <a:lnTo>
                      <a:pt x="2534" y="9904"/>
                    </a:lnTo>
                    <a:lnTo>
                      <a:pt x="2767" y="10399"/>
                    </a:lnTo>
                    <a:lnTo>
                      <a:pt x="2986" y="10909"/>
                    </a:lnTo>
                    <a:lnTo>
                      <a:pt x="3088" y="11171"/>
                    </a:lnTo>
                    <a:lnTo>
                      <a:pt x="3175" y="11433"/>
                    </a:lnTo>
                    <a:lnTo>
                      <a:pt x="3248" y="11695"/>
                    </a:lnTo>
                    <a:lnTo>
                      <a:pt x="3321" y="11972"/>
                    </a:lnTo>
                    <a:lnTo>
                      <a:pt x="3379" y="12234"/>
                    </a:lnTo>
                    <a:lnTo>
                      <a:pt x="3423" y="12511"/>
                    </a:lnTo>
                    <a:lnTo>
                      <a:pt x="3452" y="12788"/>
                    </a:lnTo>
                    <a:lnTo>
                      <a:pt x="3481" y="13064"/>
                    </a:lnTo>
                    <a:lnTo>
                      <a:pt x="3495" y="13341"/>
                    </a:lnTo>
                    <a:lnTo>
                      <a:pt x="3481" y="13618"/>
                    </a:lnTo>
                    <a:lnTo>
                      <a:pt x="3466" y="13909"/>
                    </a:lnTo>
                    <a:lnTo>
                      <a:pt x="3423" y="14186"/>
                    </a:lnTo>
                    <a:lnTo>
                      <a:pt x="3379" y="14477"/>
                    </a:lnTo>
                    <a:lnTo>
                      <a:pt x="3306" y="14754"/>
                    </a:lnTo>
                    <a:lnTo>
                      <a:pt x="3219" y="15045"/>
                    </a:lnTo>
                    <a:lnTo>
                      <a:pt x="3117" y="15336"/>
                    </a:lnTo>
                    <a:lnTo>
                      <a:pt x="3219" y="15278"/>
                    </a:lnTo>
                    <a:lnTo>
                      <a:pt x="3510" y="15132"/>
                    </a:lnTo>
                    <a:lnTo>
                      <a:pt x="3947" y="14870"/>
                    </a:lnTo>
                    <a:lnTo>
                      <a:pt x="4500" y="14521"/>
                    </a:lnTo>
                    <a:lnTo>
                      <a:pt x="4806" y="14302"/>
                    </a:lnTo>
                    <a:lnTo>
                      <a:pt x="5141" y="14069"/>
                    </a:lnTo>
                    <a:lnTo>
                      <a:pt x="5491" y="13807"/>
                    </a:lnTo>
                    <a:lnTo>
                      <a:pt x="5840" y="13516"/>
                    </a:lnTo>
                    <a:lnTo>
                      <a:pt x="6204" y="13210"/>
                    </a:lnTo>
                    <a:lnTo>
                      <a:pt x="6569" y="12875"/>
                    </a:lnTo>
                    <a:lnTo>
                      <a:pt x="6933" y="12511"/>
                    </a:lnTo>
                    <a:lnTo>
                      <a:pt x="7282" y="12132"/>
                    </a:lnTo>
                    <a:lnTo>
                      <a:pt x="7632" y="11724"/>
                    </a:lnTo>
                    <a:lnTo>
                      <a:pt x="7952" y="11287"/>
                    </a:lnTo>
                    <a:lnTo>
                      <a:pt x="8273" y="10836"/>
                    </a:lnTo>
                    <a:lnTo>
                      <a:pt x="8564" y="10355"/>
                    </a:lnTo>
                    <a:lnTo>
                      <a:pt x="8695" y="10108"/>
                    </a:lnTo>
                    <a:lnTo>
                      <a:pt x="8826" y="9846"/>
                    </a:lnTo>
                    <a:lnTo>
                      <a:pt x="8942" y="9583"/>
                    </a:lnTo>
                    <a:lnTo>
                      <a:pt x="9059" y="9321"/>
                    </a:lnTo>
                    <a:lnTo>
                      <a:pt x="9161" y="9059"/>
                    </a:lnTo>
                    <a:lnTo>
                      <a:pt x="9263" y="8782"/>
                    </a:lnTo>
                    <a:lnTo>
                      <a:pt x="9350" y="8491"/>
                    </a:lnTo>
                    <a:lnTo>
                      <a:pt x="9423" y="8200"/>
                    </a:lnTo>
                    <a:lnTo>
                      <a:pt x="9496" y="7909"/>
                    </a:lnTo>
                    <a:lnTo>
                      <a:pt x="9554" y="7617"/>
                    </a:lnTo>
                    <a:lnTo>
                      <a:pt x="9598" y="7311"/>
                    </a:lnTo>
                    <a:lnTo>
                      <a:pt x="9627" y="6991"/>
                    </a:lnTo>
                    <a:lnTo>
                      <a:pt x="9642" y="6685"/>
                    </a:lnTo>
                    <a:lnTo>
                      <a:pt x="9642" y="6350"/>
                    </a:lnTo>
                    <a:lnTo>
                      <a:pt x="9642" y="6030"/>
                    </a:lnTo>
                    <a:lnTo>
                      <a:pt x="9627" y="5695"/>
                    </a:lnTo>
                    <a:lnTo>
                      <a:pt x="9583" y="5360"/>
                    </a:lnTo>
                    <a:lnTo>
                      <a:pt x="9540" y="5010"/>
                    </a:lnTo>
                    <a:lnTo>
                      <a:pt x="9467" y="4661"/>
                    </a:lnTo>
                    <a:lnTo>
                      <a:pt x="9379" y="4311"/>
                    </a:lnTo>
                    <a:lnTo>
                      <a:pt x="9292" y="3947"/>
                    </a:lnTo>
                    <a:lnTo>
                      <a:pt x="9176" y="3583"/>
                    </a:lnTo>
                    <a:lnTo>
                      <a:pt x="9044" y="3204"/>
                    </a:lnTo>
                    <a:lnTo>
                      <a:pt x="8884" y="2826"/>
                    </a:lnTo>
                    <a:lnTo>
                      <a:pt x="8797" y="2607"/>
                    </a:lnTo>
                    <a:lnTo>
                      <a:pt x="8680" y="2403"/>
                    </a:lnTo>
                    <a:lnTo>
                      <a:pt x="8564" y="2199"/>
                    </a:lnTo>
                    <a:lnTo>
                      <a:pt x="8447" y="2010"/>
                    </a:lnTo>
                    <a:lnTo>
                      <a:pt x="8302" y="1821"/>
                    </a:lnTo>
                    <a:lnTo>
                      <a:pt x="8171" y="1646"/>
                    </a:lnTo>
                    <a:lnTo>
                      <a:pt x="8010" y="1471"/>
                    </a:lnTo>
                    <a:lnTo>
                      <a:pt x="7865" y="1311"/>
                    </a:lnTo>
                    <a:lnTo>
                      <a:pt x="7690" y="1151"/>
                    </a:lnTo>
                    <a:lnTo>
                      <a:pt x="7515" y="1005"/>
                    </a:lnTo>
                    <a:lnTo>
                      <a:pt x="7340" y="874"/>
                    </a:lnTo>
                    <a:lnTo>
                      <a:pt x="7166" y="743"/>
                    </a:lnTo>
                    <a:lnTo>
                      <a:pt x="6976" y="626"/>
                    </a:lnTo>
                    <a:lnTo>
                      <a:pt x="6772" y="524"/>
                    </a:lnTo>
                    <a:lnTo>
                      <a:pt x="6583" y="422"/>
                    </a:lnTo>
                    <a:lnTo>
                      <a:pt x="6379" y="335"/>
                    </a:lnTo>
                    <a:lnTo>
                      <a:pt x="6175" y="262"/>
                    </a:lnTo>
                    <a:lnTo>
                      <a:pt x="5957" y="189"/>
                    </a:lnTo>
                    <a:lnTo>
                      <a:pt x="5738" y="131"/>
                    </a:lnTo>
                    <a:lnTo>
                      <a:pt x="5520" y="88"/>
                    </a:lnTo>
                    <a:lnTo>
                      <a:pt x="5301" y="44"/>
                    </a:lnTo>
                    <a:lnTo>
                      <a:pt x="5083" y="15"/>
                    </a:lnTo>
                    <a:lnTo>
                      <a:pt x="48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7"/>
              <p:cNvSpPr/>
              <p:nvPr/>
            </p:nvSpPr>
            <p:spPr>
              <a:xfrm>
                <a:off x="8787175" y="-1256575"/>
                <a:ext cx="241050" cy="383425"/>
              </a:xfrm>
              <a:custGeom>
                <a:avLst/>
                <a:gdLst/>
                <a:ahLst/>
                <a:cxnLst/>
                <a:rect l="l" t="t" r="r" b="b"/>
                <a:pathLst>
                  <a:path w="9642" h="15337" fill="none" extrusionOk="0">
                    <a:moveTo>
                      <a:pt x="2840" y="350"/>
                    </a:moveTo>
                    <a:lnTo>
                      <a:pt x="2840" y="350"/>
                    </a:lnTo>
                    <a:lnTo>
                      <a:pt x="2622" y="452"/>
                    </a:lnTo>
                    <a:lnTo>
                      <a:pt x="2418" y="554"/>
                    </a:lnTo>
                    <a:lnTo>
                      <a:pt x="2214" y="670"/>
                    </a:lnTo>
                    <a:lnTo>
                      <a:pt x="2010" y="801"/>
                    </a:lnTo>
                    <a:lnTo>
                      <a:pt x="1835" y="932"/>
                    </a:lnTo>
                    <a:lnTo>
                      <a:pt x="1646" y="1078"/>
                    </a:lnTo>
                    <a:lnTo>
                      <a:pt x="1486" y="1224"/>
                    </a:lnTo>
                    <a:lnTo>
                      <a:pt x="1325" y="1384"/>
                    </a:lnTo>
                    <a:lnTo>
                      <a:pt x="1165" y="1559"/>
                    </a:lnTo>
                    <a:lnTo>
                      <a:pt x="1020" y="1719"/>
                    </a:lnTo>
                    <a:lnTo>
                      <a:pt x="888" y="1893"/>
                    </a:lnTo>
                    <a:lnTo>
                      <a:pt x="757" y="2083"/>
                    </a:lnTo>
                    <a:lnTo>
                      <a:pt x="641" y="2272"/>
                    </a:lnTo>
                    <a:lnTo>
                      <a:pt x="539" y="2461"/>
                    </a:lnTo>
                    <a:lnTo>
                      <a:pt x="437" y="2665"/>
                    </a:lnTo>
                    <a:lnTo>
                      <a:pt x="350" y="2869"/>
                    </a:lnTo>
                    <a:lnTo>
                      <a:pt x="277" y="3073"/>
                    </a:lnTo>
                    <a:lnTo>
                      <a:pt x="204" y="3292"/>
                    </a:lnTo>
                    <a:lnTo>
                      <a:pt x="146" y="3496"/>
                    </a:lnTo>
                    <a:lnTo>
                      <a:pt x="102" y="3714"/>
                    </a:lnTo>
                    <a:lnTo>
                      <a:pt x="58" y="3932"/>
                    </a:lnTo>
                    <a:lnTo>
                      <a:pt x="29" y="4165"/>
                    </a:lnTo>
                    <a:lnTo>
                      <a:pt x="15" y="4384"/>
                    </a:lnTo>
                    <a:lnTo>
                      <a:pt x="0" y="4602"/>
                    </a:lnTo>
                    <a:lnTo>
                      <a:pt x="15" y="4835"/>
                    </a:lnTo>
                    <a:lnTo>
                      <a:pt x="29" y="5054"/>
                    </a:lnTo>
                    <a:lnTo>
                      <a:pt x="58" y="5287"/>
                    </a:lnTo>
                    <a:lnTo>
                      <a:pt x="87" y="5505"/>
                    </a:lnTo>
                    <a:lnTo>
                      <a:pt x="146" y="5738"/>
                    </a:lnTo>
                    <a:lnTo>
                      <a:pt x="204" y="5957"/>
                    </a:lnTo>
                    <a:lnTo>
                      <a:pt x="277" y="6190"/>
                    </a:lnTo>
                    <a:lnTo>
                      <a:pt x="364" y="6408"/>
                    </a:lnTo>
                    <a:lnTo>
                      <a:pt x="364" y="6408"/>
                    </a:lnTo>
                    <a:lnTo>
                      <a:pt x="481" y="6641"/>
                    </a:lnTo>
                    <a:lnTo>
                      <a:pt x="597" y="6860"/>
                    </a:lnTo>
                    <a:lnTo>
                      <a:pt x="714" y="7078"/>
                    </a:lnTo>
                    <a:lnTo>
                      <a:pt x="859" y="7282"/>
                    </a:lnTo>
                    <a:lnTo>
                      <a:pt x="859" y="7282"/>
                    </a:lnTo>
                    <a:lnTo>
                      <a:pt x="859" y="7282"/>
                    </a:lnTo>
                    <a:lnTo>
                      <a:pt x="1413" y="8083"/>
                    </a:lnTo>
                    <a:lnTo>
                      <a:pt x="1704" y="8506"/>
                    </a:lnTo>
                    <a:lnTo>
                      <a:pt x="1995" y="8957"/>
                    </a:lnTo>
                    <a:lnTo>
                      <a:pt x="2272" y="9423"/>
                    </a:lnTo>
                    <a:lnTo>
                      <a:pt x="2534" y="9904"/>
                    </a:lnTo>
                    <a:lnTo>
                      <a:pt x="2767" y="10399"/>
                    </a:lnTo>
                    <a:lnTo>
                      <a:pt x="2986" y="10909"/>
                    </a:lnTo>
                    <a:lnTo>
                      <a:pt x="3088" y="11171"/>
                    </a:lnTo>
                    <a:lnTo>
                      <a:pt x="3175" y="11433"/>
                    </a:lnTo>
                    <a:lnTo>
                      <a:pt x="3248" y="11695"/>
                    </a:lnTo>
                    <a:lnTo>
                      <a:pt x="3321" y="11972"/>
                    </a:lnTo>
                    <a:lnTo>
                      <a:pt x="3379" y="12234"/>
                    </a:lnTo>
                    <a:lnTo>
                      <a:pt x="3423" y="12511"/>
                    </a:lnTo>
                    <a:lnTo>
                      <a:pt x="3452" y="12788"/>
                    </a:lnTo>
                    <a:lnTo>
                      <a:pt x="3481" y="13064"/>
                    </a:lnTo>
                    <a:lnTo>
                      <a:pt x="3495" y="13341"/>
                    </a:lnTo>
                    <a:lnTo>
                      <a:pt x="3481" y="13618"/>
                    </a:lnTo>
                    <a:lnTo>
                      <a:pt x="3466" y="13909"/>
                    </a:lnTo>
                    <a:lnTo>
                      <a:pt x="3423" y="14186"/>
                    </a:lnTo>
                    <a:lnTo>
                      <a:pt x="3379" y="14477"/>
                    </a:lnTo>
                    <a:lnTo>
                      <a:pt x="3306" y="14754"/>
                    </a:lnTo>
                    <a:lnTo>
                      <a:pt x="3219" y="15045"/>
                    </a:lnTo>
                    <a:lnTo>
                      <a:pt x="3117" y="15336"/>
                    </a:lnTo>
                    <a:lnTo>
                      <a:pt x="3117" y="15336"/>
                    </a:lnTo>
                    <a:lnTo>
                      <a:pt x="3219" y="15278"/>
                    </a:lnTo>
                    <a:lnTo>
                      <a:pt x="3510" y="15132"/>
                    </a:lnTo>
                    <a:lnTo>
                      <a:pt x="3947" y="14870"/>
                    </a:lnTo>
                    <a:lnTo>
                      <a:pt x="4500" y="14521"/>
                    </a:lnTo>
                    <a:lnTo>
                      <a:pt x="4806" y="14302"/>
                    </a:lnTo>
                    <a:lnTo>
                      <a:pt x="5141" y="14069"/>
                    </a:lnTo>
                    <a:lnTo>
                      <a:pt x="5491" y="13807"/>
                    </a:lnTo>
                    <a:lnTo>
                      <a:pt x="5840" y="13516"/>
                    </a:lnTo>
                    <a:lnTo>
                      <a:pt x="6204" y="13210"/>
                    </a:lnTo>
                    <a:lnTo>
                      <a:pt x="6569" y="12875"/>
                    </a:lnTo>
                    <a:lnTo>
                      <a:pt x="6933" y="12511"/>
                    </a:lnTo>
                    <a:lnTo>
                      <a:pt x="7282" y="12132"/>
                    </a:lnTo>
                    <a:lnTo>
                      <a:pt x="7632" y="11724"/>
                    </a:lnTo>
                    <a:lnTo>
                      <a:pt x="7952" y="11287"/>
                    </a:lnTo>
                    <a:lnTo>
                      <a:pt x="8273" y="10836"/>
                    </a:lnTo>
                    <a:lnTo>
                      <a:pt x="8564" y="10355"/>
                    </a:lnTo>
                    <a:lnTo>
                      <a:pt x="8695" y="10108"/>
                    </a:lnTo>
                    <a:lnTo>
                      <a:pt x="8826" y="9846"/>
                    </a:lnTo>
                    <a:lnTo>
                      <a:pt x="8942" y="9583"/>
                    </a:lnTo>
                    <a:lnTo>
                      <a:pt x="9059" y="9321"/>
                    </a:lnTo>
                    <a:lnTo>
                      <a:pt x="9161" y="9059"/>
                    </a:lnTo>
                    <a:lnTo>
                      <a:pt x="9263" y="8782"/>
                    </a:lnTo>
                    <a:lnTo>
                      <a:pt x="9350" y="8491"/>
                    </a:lnTo>
                    <a:lnTo>
                      <a:pt x="9423" y="8200"/>
                    </a:lnTo>
                    <a:lnTo>
                      <a:pt x="9496" y="7909"/>
                    </a:lnTo>
                    <a:lnTo>
                      <a:pt x="9554" y="7617"/>
                    </a:lnTo>
                    <a:lnTo>
                      <a:pt x="9598" y="7311"/>
                    </a:lnTo>
                    <a:lnTo>
                      <a:pt x="9627" y="6991"/>
                    </a:lnTo>
                    <a:lnTo>
                      <a:pt x="9642" y="6685"/>
                    </a:lnTo>
                    <a:lnTo>
                      <a:pt x="9642" y="6350"/>
                    </a:lnTo>
                    <a:lnTo>
                      <a:pt x="9642" y="6030"/>
                    </a:lnTo>
                    <a:lnTo>
                      <a:pt x="9627" y="5695"/>
                    </a:lnTo>
                    <a:lnTo>
                      <a:pt x="9583" y="5360"/>
                    </a:lnTo>
                    <a:lnTo>
                      <a:pt x="9540" y="5010"/>
                    </a:lnTo>
                    <a:lnTo>
                      <a:pt x="9467" y="4661"/>
                    </a:lnTo>
                    <a:lnTo>
                      <a:pt x="9379" y="4311"/>
                    </a:lnTo>
                    <a:lnTo>
                      <a:pt x="9292" y="3947"/>
                    </a:lnTo>
                    <a:lnTo>
                      <a:pt x="9176" y="3583"/>
                    </a:lnTo>
                    <a:lnTo>
                      <a:pt x="9044" y="3204"/>
                    </a:lnTo>
                    <a:lnTo>
                      <a:pt x="8884" y="2826"/>
                    </a:lnTo>
                    <a:lnTo>
                      <a:pt x="8884" y="2826"/>
                    </a:lnTo>
                    <a:lnTo>
                      <a:pt x="8797" y="2607"/>
                    </a:lnTo>
                    <a:lnTo>
                      <a:pt x="8680" y="2403"/>
                    </a:lnTo>
                    <a:lnTo>
                      <a:pt x="8564" y="2199"/>
                    </a:lnTo>
                    <a:lnTo>
                      <a:pt x="8447" y="2010"/>
                    </a:lnTo>
                    <a:lnTo>
                      <a:pt x="8302" y="1821"/>
                    </a:lnTo>
                    <a:lnTo>
                      <a:pt x="8171" y="1646"/>
                    </a:lnTo>
                    <a:lnTo>
                      <a:pt x="8010" y="1471"/>
                    </a:lnTo>
                    <a:lnTo>
                      <a:pt x="7865" y="1311"/>
                    </a:lnTo>
                    <a:lnTo>
                      <a:pt x="7690" y="1151"/>
                    </a:lnTo>
                    <a:lnTo>
                      <a:pt x="7515" y="1005"/>
                    </a:lnTo>
                    <a:lnTo>
                      <a:pt x="7340" y="874"/>
                    </a:lnTo>
                    <a:lnTo>
                      <a:pt x="7166" y="743"/>
                    </a:lnTo>
                    <a:lnTo>
                      <a:pt x="6976" y="626"/>
                    </a:lnTo>
                    <a:lnTo>
                      <a:pt x="6772" y="524"/>
                    </a:lnTo>
                    <a:lnTo>
                      <a:pt x="6583" y="422"/>
                    </a:lnTo>
                    <a:lnTo>
                      <a:pt x="6379" y="335"/>
                    </a:lnTo>
                    <a:lnTo>
                      <a:pt x="6175" y="262"/>
                    </a:lnTo>
                    <a:lnTo>
                      <a:pt x="5957" y="189"/>
                    </a:lnTo>
                    <a:lnTo>
                      <a:pt x="5738" y="131"/>
                    </a:lnTo>
                    <a:lnTo>
                      <a:pt x="5520" y="88"/>
                    </a:lnTo>
                    <a:lnTo>
                      <a:pt x="5301" y="44"/>
                    </a:lnTo>
                    <a:lnTo>
                      <a:pt x="5083" y="15"/>
                    </a:lnTo>
                    <a:lnTo>
                      <a:pt x="4865" y="0"/>
                    </a:lnTo>
                    <a:lnTo>
                      <a:pt x="4631" y="0"/>
                    </a:lnTo>
                    <a:lnTo>
                      <a:pt x="4413" y="0"/>
                    </a:lnTo>
                    <a:lnTo>
                      <a:pt x="4180" y="15"/>
                    </a:lnTo>
                    <a:lnTo>
                      <a:pt x="3962" y="44"/>
                    </a:lnTo>
                    <a:lnTo>
                      <a:pt x="3729" y="88"/>
                    </a:lnTo>
                    <a:lnTo>
                      <a:pt x="3510" y="131"/>
                    </a:lnTo>
                    <a:lnTo>
                      <a:pt x="3277" y="189"/>
                    </a:lnTo>
                    <a:lnTo>
                      <a:pt x="3059" y="262"/>
                    </a:lnTo>
                    <a:lnTo>
                      <a:pt x="2840" y="35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7"/>
              <p:cNvSpPr/>
              <p:nvPr/>
            </p:nvSpPr>
            <p:spPr>
              <a:xfrm>
                <a:off x="8937175" y="-915425"/>
                <a:ext cx="2068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8273" h="5274" extrusionOk="0">
                    <a:moveTo>
                      <a:pt x="4807" y="1"/>
                    </a:moveTo>
                    <a:lnTo>
                      <a:pt x="4472" y="15"/>
                    </a:lnTo>
                    <a:lnTo>
                      <a:pt x="4151" y="44"/>
                    </a:lnTo>
                    <a:lnTo>
                      <a:pt x="3831" y="103"/>
                    </a:lnTo>
                    <a:lnTo>
                      <a:pt x="3540" y="176"/>
                    </a:lnTo>
                    <a:lnTo>
                      <a:pt x="3234" y="278"/>
                    </a:lnTo>
                    <a:lnTo>
                      <a:pt x="2957" y="379"/>
                    </a:lnTo>
                    <a:lnTo>
                      <a:pt x="2695" y="511"/>
                    </a:lnTo>
                    <a:lnTo>
                      <a:pt x="2433" y="656"/>
                    </a:lnTo>
                    <a:lnTo>
                      <a:pt x="2185" y="802"/>
                    </a:lnTo>
                    <a:lnTo>
                      <a:pt x="1938" y="962"/>
                    </a:lnTo>
                    <a:lnTo>
                      <a:pt x="1719" y="1137"/>
                    </a:lnTo>
                    <a:lnTo>
                      <a:pt x="1501" y="1312"/>
                    </a:lnTo>
                    <a:lnTo>
                      <a:pt x="1311" y="1486"/>
                    </a:lnTo>
                    <a:lnTo>
                      <a:pt x="1122" y="1661"/>
                    </a:lnTo>
                    <a:lnTo>
                      <a:pt x="787" y="1996"/>
                    </a:lnTo>
                    <a:lnTo>
                      <a:pt x="510" y="2317"/>
                    </a:lnTo>
                    <a:lnTo>
                      <a:pt x="292" y="2593"/>
                    </a:lnTo>
                    <a:lnTo>
                      <a:pt x="132" y="2812"/>
                    </a:lnTo>
                    <a:lnTo>
                      <a:pt x="1" y="3001"/>
                    </a:lnTo>
                    <a:lnTo>
                      <a:pt x="161" y="2972"/>
                    </a:lnTo>
                    <a:lnTo>
                      <a:pt x="321" y="2943"/>
                    </a:lnTo>
                    <a:lnTo>
                      <a:pt x="481" y="2914"/>
                    </a:lnTo>
                    <a:lnTo>
                      <a:pt x="627" y="2899"/>
                    </a:lnTo>
                    <a:lnTo>
                      <a:pt x="933" y="2914"/>
                    </a:lnTo>
                    <a:lnTo>
                      <a:pt x="1238" y="2943"/>
                    </a:lnTo>
                    <a:lnTo>
                      <a:pt x="1530" y="3001"/>
                    </a:lnTo>
                    <a:lnTo>
                      <a:pt x="1806" y="3088"/>
                    </a:lnTo>
                    <a:lnTo>
                      <a:pt x="2083" y="3190"/>
                    </a:lnTo>
                    <a:lnTo>
                      <a:pt x="2345" y="3321"/>
                    </a:lnTo>
                    <a:lnTo>
                      <a:pt x="2608" y="3467"/>
                    </a:lnTo>
                    <a:lnTo>
                      <a:pt x="2855" y="3627"/>
                    </a:lnTo>
                    <a:lnTo>
                      <a:pt x="3103" y="3788"/>
                    </a:lnTo>
                    <a:lnTo>
                      <a:pt x="3336" y="3962"/>
                    </a:lnTo>
                    <a:lnTo>
                      <a:pt x="3773" y="4312"/>
                    </a:lnTo>
                    <a:lnTo>
                      <a:pt x="4166" y="4661"/>
                    </a:lnTo>
                    <a:lnTo>
                      <a:pt x="4370" y="4822"/>
                    </a:lnTo>
                    <a:lnTo>
                      <a:pt x="4603" y="4967"/>
                    </a:lnTo>
                    <a:lnTo>
                      <a:pt x="4836" y="5084"/>
                    </a:lnTo>
                    <a:lnTo>
                      <a:pt x="5069" y="5171"/>
                    </a:lnTo>
                    <a:lnTo>
                      <a:pt x="5302" y="5229"/>
                    </a:lnTo>
                    <a:lnTo>
                      <a:pt x="5549" y="5258"/>
                    </a:lnTo>
                    <a:lnTo>
                      <a:pt x="5782" y="5273"/>
                    </a:lnTo>
                    <a:lnTo>
                      <a:pt x="6016" y="5258"/>
                    </a:lnTo>
                    <a:lnTo>
                      <a:pt x="6263" y="5229"/>
                    </a:lnTo>
                    <a:lnTo>
                      <a:pt x="6482" y="5171"/>
                    </a:lnTo>
                    <a:lnTo>
                      <a:pt x="6715" y="5098"/>
                    </a:lnTo>
                    <a:lnTo>
                      <a:pt x="6933" y="4996"/>
                    </a:lnTo>
                    <a:lnTo>
                      <a:pt x="7137" y="4880"/>
                    </a:lnTo>
                    <a:lnTo>
                      <a:pt x="7326" y="4749"/>
                    </a:lnTo>
                    <a:lnTo>
                      <a:pt x="7516" y="4589"/>
                    </a:lnTo>
                    <a:lnTo>
                      <a:pt x="7676" y="4399"/>
                    </a:lnTo>
                    <a:lnTo>
                      <a:pt x="7836" y="4210"/>
                    </a:lnTo>
                    <a:lnTo>
                      <a:pt x="7967" y="3991"/>
                    </a:lnTo>
                    <a:lnTo>
                      <a:pt x="8084" y="3758"/>
                    </a:lnTo>
                    <a:lnTo>
                      <a:pt x="8156" y="3525"/>
                    </a:lnTo>
                    <a:lnTo>
                      <a:pt x="8229" y="3292"/>
                    </a:lnTo>
                    <a:lnTo>
                      <a:pt x="8258" y="3059"/>
                    </a:lnTo>
                    <a:lnTo>
                      <a:pt x="8273" y="2812"/>
                    </a:lnTo>
                    <a:lnTo>
                      <a:pt x="8258" y="2579"/>
                    </a:lnTo>
                    <a:lnTo>
                      <a:pt x="8229" y="2346"/>
                    </a:lnTo>
                    <a:lnTo>
                      <a:pt x="8171" y="2113"/>
                    </a:lnTo>
                    <a:lnTo>
                      <a:pt x="8098" y="1880"/>
                    </a:lnTo>
                    <a:lnTo>
                      <a:pt x="7996" y="1661"/>
                    </a:lnTo>
                    <a:lnTo>
                      <a:pt x="7880" y="1457"/>
                    </a:lnTo>
                    <a:lnTo>
                      <a:pt x="7734" y="1268"/>
                    </a:lnTo>
                    <a:lnTo>
                      <a:pt x="7574" y="1079"/>
                    </a:lnTo>
                    <a:lnTo>
                      <a:pt x="7399" y="918"/>
                    </a:lnTo>
                    <a:lnTo>
                      <a:pt x="7210" y="758"/>
                    </a:lnTo>
                    <a:lnTo>
                      <a:pt x="6991" y="627"/>
                    </a:lnTo>
                    <a:lnTo>
                      <a:pt x="6598" y="438"/>
                    </a:lnTo>
                    <a:lnTo>
                      <a:pt x="6234" y="278"/>
                    </a:lnTo>
                    <a:lnTo>
                      <a:pt x="5855" y="161"/>
                    </a:lnTo>
                    <a:lnTo>
                      <a:pt x="5506" y="74"/>
                    </a:lnTo>
                    <a:lnTo>
                      <a:pt x="5142" y="30"/>
                    </a:lnTo>
                    <a:lnTo>
                      <a:pt x="480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2" name="Google Shape;872;p47"/>
            <p:cNvGrpSpPr/>
            <p:nvPr/>
          </p:nvGrpSpPr>
          <p:grpSpPr>
            <a:xfrm rot="-3510540">
              <a:off x="5870280" y="4286524"/>
              <a:ext cx="312106" cy="248162"/>
              <a:chOff x="7917675" y="-1178675"/>
              <a:chExt cx="547275" cy="435150"/>
            </a:xfrm>
          </p:grpSpPr>
          <p:sp>
            <p:nvSpPr>
              <p:cNvPr id="873" name="Google Shape;873;p47"/>
              <p:cNvSpPr/>
              <p:nvPr/>
            </p:nvSpPr>
            <p:spPr>
              <a:xfrm>
                <a:off x="7917675" y="-1178675"/>
                <a:ext cx="297500" cy="329175"/>
              </a:xfrm>
              <a:custGeom>
                <a:avLst/>
                <a:gdLst/>
                <a:ahLst/>
                <a:cxnLst/>
                <a:rect l="l" t="t" r="r" b="b"/>
                <a:pathLst>
                  <a:path w="11900" h="13167" extrusionOk="0">
                    <a:moveTo>
                      <a:pt x="4501" y="1"/>
                    </a:moveTo>
                    <a:lnTo>
                      <a:pt x="4268" y="15"/>
                    </a:lnTo>
                    <a:lnTo>
                      <a:pt x="4050" y="45"/>
                    </a:lnTo>
                    <a:lnTo>
                      <a:pt x="3831" y="74"/>
                    </a:lnTo>
                    <a:lnTo>
                      <a:pt x="3613" y="117"/>
                    </a:lnTo>
                    <a:lnTo>
                      <a:pt x="3394" y="176"/>
                    </a:lnTo>
                    <a:lnTo>
                      <a:pt x="3176" y="234"/>
                    </a:lnTo>
                    <a:lnTo>
                      <a:pt x="2972" y="307"/>
                    </a:lnTo>
                    <a:lnTo>
                      <a:pt x="2768" y="394"/>
                    </a:lnTo>
                    <a:lnTo>
                      <a:pt x="2564" y="481"/>
                    </a:lnTo>
                    <a:lnTo>
                      <a:pt x="2375" y="583"/>
                    </a:lnTo>
                    <a:lnTo>
                      <a:pt x="2185" y="700"/>
                    </a:lnTo>
                    <a:lnTo>
                      <a:pt x="1996" y="816"/>
                    </a:lnTo>
                    <a:lnTo>
                      <a:pt x="1807" y="948"/>
                    </a:lnTo>
                    <a:lnTo>
                      <a:pt x="1632" y="1093"/>
                    </a:lnTo>
                    <a:lnTo>
                      <a:pt x="1472" y="1239"/>
                    </a:lnTo>
                    <a:lnTo>
                      <a:pt x="1312" y="1399"/>
                    </a:lnTo>
                    <a:lnTo>
                      <a:pt x="1151" y="1559"/>
                    </a:lnTo>
                    <a:lnTo>
                      <a:pt x="1006" y="1734"/>
                    </a:lnTo>
                    <a:lnTo>
                      <a:pt x="875" y="1923"/>
                    </a:lnTo>
                    <a:lnTo>
                      <a:pt x="744" y="2113"/>
                    </a:lnTo>
                    <a:lnTo>
                      <a:pt x="627" y="2302"/>
                    </a:lnTo>
                    <a:lnTo>
                      <a:pt x="511" y="2506"/>
                    </a:lnTo>
                    <a:lnTo>
                      <a:pt x="409" y="2724"/>
                    </a:lnTo>
                    <a:lnTo>
                      <a:pt x="321" y="2943"/>
                    </a:lnTo>
                    <a:lnTo>
                      <a:pt x="234" y="3161"/>
                    </a:lnTo>
                    <a:lnTo>
                      <a:pt x="161" y="3394"/>
                    </a:lnTo>
                    <a:lnTo>
                      <a:pt x="117" y="3613"/>
                    </a:lnTo>
                    <a:lnTo>
                      <a:pt x="59" y="3846"/>
                    </a:lnTo>
                    <a:lnTo>
                      <a:pt x="30" y="4064"/>
                    </a:lnTo>
                    <a:lnTo>
                      <a:pt x="15" y="4297"/>
                    </a:lnTo>
                    <a:lnTo>
                      <a:pt x="1" y="4530"/>
                    </a:lnTo>
                    <a:lnTo>
                      <a:pt x="1" y="4749"/>
                    </a:lnTo>
                    <a:lnTo>
                      <a:pt x="15" y="4967"/>
                    </a:lnTo>
                    <a:lnTo>
                      <a:pt x="30" y="5200"/>
                    </a:lnTo>
                    <a:lnTo>
                      <a:pt x="74" y="5419"/>
                    </a:lnTo>
                    <a:lnTo>
                      <a:pt x="117" y="5637"/>
                    </a:lnTo>
                    <a:lnTo>
                      <a:pt x="161" y="5856"/>
                    </a:lnTo>
                    <a:lnTo>
                      <a:pt x="234" y="6060"/>
                    </a:lnTo>
                    <a:lnTo>
                      <a:pt x="307" y="6278"/>
                    </a:lnTo>
                    <a:lnTo>
                      <a:pt x="394" y="6482"/>
                    </a:lnTo>
                    <a:lnTo>
                      <a:pt x="481" y="6686"/>
                    </a:lnTo>
                    <a:lnTo>
                      <a:pt x="583" y="6875"/>
                    </a:lnTo>
                    <a:lnTo>
                      <a:pt x="700" y="7065"/>
                    </a:lnTo>
                    <a:lnTo>
                      <a:pt x="816" y="7254"/>
                    </a:lnTo>
                    <a:lnTo>
                      <a:pt x="948" y="7429"/>
                    </a:lnTo>
                    <a:lnTo>
                      <a:pt x="1093" y="7603"/>
                    </a:lnTo>
                    <a:lnTo>
                      <a:pt x="1239" y="7778"/>
                    </a:lnTo>
                    <a:lnTo>
                      <a:pt x="1399" y="7938"/>
                    </a:lnTo>
                    <a:lnTo>
                      <a:pt x="1559" y="8084"/>
                    </a:lnTo>
                    <a:lnTo>
                      <a:pt x="1734" y="8230"/>
                    </a:lnTo>
                    <a:lnTo>
                      <a:pt x="1923" y="8375"/>
                    </a:lnTo>
                    <a:lnTo>
                      <a:pt x="2113" y="8506"/>
                    </a:lnTo>
                    <a:lnTo>
                      <a:pt x="2302" y="8623"/>
                    </a:lnTo>
                    <a:lnTo>
                      <a:pt x="2506" y="8739"/>
                    </a:lnTo>
                    <a:lnTo>
                      <a:pt x="2724" y="8841"/>
                    </a:lnTo>
                    <a:lnTo>
                      <a:pt x="2943" y="8929"/>
                    </a:lnTo>
                    <a:lnTo>
                      <a:pt x="3176" y="9016"/>
                    </a:lnTo>
                    <a:lnTo>
                      <a:pt x="3423" y="9089"/>
                    </a:lnTo>
                    <a:lnTo>
                      <a:pt x="3671" y="9147"/>
                    </a:lnTo>
                    <a:lnTo>
                      <a:pt x="3904" y="9191"/>
                    </a:lnTo>
                    <a:lnTo>
                      <a:pt x="4880" y="9337"/>
                    </a:lnTo>
                    <a:lnTo>
                      <a:pt x="5390" y="9438"/>
                    </a:lnTo>
                    <a:lnTo>
                      <a:pt x="5899" y="9540"/>
                    </a:lnTo>
                    <a:lnTo>
                      <a:pt x="6424" y="9672"/>
                    </a:lnTo>
                    <a:lnTo>
                      <a:pt x="6963" y="9817"/>
                    </a:lnTo>
                    <a:lnTo>
                      <a:pt x="7487" y="9977"/>
                    </a:lnTo>
                    <a:lnTo>
                      <a:pt x="7997" y="10181"/>
                    </a:lnTo>
                    <a:lnTo>
                      <a:pt x="8244" y="10298"/>
                    </a:lnTo>
                    <a:lnTo>
                      <a:pt x="8506" y="10414"/>
                    </a:lnTo>
                    <a:lnTo>
                      <a:pt x="8739" y="10545"/>
                    </a:lnTo>
                    <a:lnTo>
                      <a:pt x="8987" y="10676"/>
                    </a:lnTo>
                    <a:lnTo>
                      <a:pt x="9220" y="10822"/>
                    </a:lnTo>
                    <a:lnTo>
                      <a:pt x="9453" y="10982"/>
                    </a:lnTo>
                    <a:lnTo>
                      <a:pt x="9671" y="11157"/>
                    </a:lnTo>
                    <a:lnTo>
                      <a:pt x="9890" y="11332"/>
                    </a:lnTo>
                    <a:lnTo>
                      <a:pt x="10094" y="11521"/>
                    </a:lnTo>
                    <a:lnTo>
                      <a:pt x="10283" y="11711"/>
                    </a:lnTo>
                    <a:lnTo>
                      <a:pt x="10473" y="11929"/>
                    </a:lnTo>
                    <a:lnTo>
                      <a:pt x="10662" y="12147"/>
                    </a:lnTo>
                    <a:lnTo>
                      <a:pt x="10822" y="12380"/>
                    </a:lnTo>
                    <a:lnTo>
                      <a:pt x="10982" y="12628"/>
                    </a:lnTo>
                    <a:lnTo>
                      <a:pt x="11128" y="12890"/>
                    </a:lnTo>
                    <a:lnTo>
                      <a:pt x="11259" y="13167"/>
                    </a:lnTo>
                    <a:lnTo>
                      <a:pt x="11303" y="13065"/>
                    </a:lnTo>
                    <a:lnTo>
                      <a:pt x="11390" y="12745"/>
                    </a:lnTo>
                    <a:lnTo>
                      <a:pt x="11507" y="12264"/>
                    </a:lnTo>
                    <a:lnTo>
                      <a:pt x="11638" y="11609"/>
                    </a:lnTo>
                    <a:lnTo>
                      <a:pt x="11710" y="11244"/>
                    </a:lnTo>
                    <a:lnTo>
                      <a:pt x="11769" y="10837"/>
                    </a:lnTo>
                    <a:lnTo>
                      <a:pt x="11812" y="10400"/>
                    </a:lnTo>
                    <a:lnTo>
                      <a:pt x="11856" y="9948"/>
                    </a:lnTo>
                    <a:lnTo>
                      <a:pt x="11885" y="9468"/>
                    </a:lnTo>
                    <a:lnTo>
                      <a:pt x="11900" y="8972"/>
                    </a:lnTo>
                    <a:lnTo>
                      <a:pt x="11885" y="8463"/>
                    </a:lnTo>
                    <a:lnTo>
                      <a:pt x="11856" y="7953"/>
                    </a:lnTo>
                    <a:lnTo>
                      <a:pt x="11812" y="7414"/>
                    </a:lnTo>
                    <a:lnTo>
                      <a:pt x="11725" y="6875"/>
                    </a:lnTo>
                    <a:lnTo>
                      <a:pt x="11623" y="6336"/>
                    </a:lnTo>
                    <a:lnTo>
                      <a:pt x="11477" y="5797"/>
                    </a:lnTo>
                    <a:lnTo>
                      <a:pt x="11390" y="5521"/>
                    </a:lnTo>
                    <a:lnTo>
                      <a:pt x="11303" y="5259"/>
                    </a:lnTo>
                    <a:lnTo>
                      <a:pt x="11201" y="4982"/>
                    </a:lnTo>
                    <a:lnTo>
                      <a:pt x="11084" y="4720"/>
                    </a:lnTo>
                    <a:lnTo>
                      <a:pt x="10968" y="4458"/>
                    </a:lnTo>
                    <a:lnTo>
                      <a:pt x="10837" y="4195"/>
                    </a:lnTo>
                    <a:lnTo>
                      <a:pt x="10691" y="3933"/>
                    </a:lnTo>
                    <a:lnTo>
                      <a:pt x="10545" y="3686"/>
                    </a:lnTo>
                    <a:lnTo>
                      <a:pt x="10371" y="3423"/>
                    </a:lnTo>
                    <a:lnTo>
                      <a:pt x="10196" y="3176"/>
                    </a:lnTo>
                    <a:lnTo>
                      <a:pt x="10006" y="2928"/>
                    </a:lnTo>
                    <a:lnTo>
                      <a:pt x="9803" y="2695"/>
                    </a:lnTo>
                    <a:lnTo>
                      <a:pt x="9599" y="2462"/>
                    </a:lnTo>
                    <a:lnTo>
                      <a:pt x="9366" y="2229"/>
                    </a:lnTo>
                    <a:lnTo>
                      <a:pt x="9133" y="2011"/>
                    </a:lnTo>
                    <a:lnTo>
                      <a:pt x="8870" y="1792"/>
                    </a:lnTo>
                    <a:lnTo>
                      <a:pt x="8608" y="1574"/>
                    </a:lnTo>
                    <a:lnTo>
                      <a:pt x="8317" y="1370"/>
                    </a:lnTo>
                    <a:lnTo>
                      <a:pt x="8026" y="1181"/>
                    </a:lnTo>
                    <a:lnTo>
                      <a:pt x="7705" y="991"/>
                    </a:lnTo>
                    <a:lnTo>
                      <a:pt x="7385" y="816"/>
                    </a:lnTo>
                    <a:lnTo>
                      <a:pt x="7035" y="642"/>
                    </a:lnTo>
                    <a:lnTo>
                      <a:pt x="6686" y="467"/>
                    </a:lnTo>
                    <a:lnTo>
                      <a:pt x="6307" y="321"/>
                    </a:lnTo>
                    <a:lnTo>
                      <a:pt x="6074" y="234"/>
                    </a:lnTo>
                    <a:lnTo>
                      <a:pt x="5856" y="176"/>
                    </a:lnTo>
                    <a:lnTo>
                      <a:pt x="5623" y="117"/>
                    </a:lnTo>
                    <a:lnTo>
                      <a:pt x="5404" y="74"/>
                    </a:lnTo>
                    <a:lnTo>
                      <a:pt x="5171" y="30"/>
                    </a:lnTo>
                    <a:lnTo>
                      <a:pt x="4953" y="15"/>
                    </a:lnTo>
                    <a:lnTo>
                      <a:pt x="47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7"/>
              <p:cNvSpPr/>
              <p:nvPr/>
            </p:nvSpPr>
            <p:spPr>
              <a:xfrm>
                <a:off x="8277775" y="-984950"/>
                <a:ext cx="187175" cy="241425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9657" extrusionOk="0">
                    <a:moveTo>
                      <a:pt x="4414" y="0"/>
                    </a:moveTo>
                    <a:lnTo>
                      <a:pt x="4108" y="15"/>
                    </a:lnTo>
                    <a:lnTo>
                      <a:pt x="3817" y="44"/>
                    </a:lnTo>
                    <a:lnTo>
                      <a:pt x="3525" y="117"/>
                    </a:lnTo>
                    <a:lnTo>
                      <a:pt x="3234" y="219"/>
                    </a:lnTo>
                    <a:lnTo>
                      <a:pt x="2943" y="350"/>
                    </a:lnTo>
                    <a:lnTo>
                      <a:pt x="2666" y="510"/>
                    </a:lnTo>
                    <a:lnTo>
                      <a:pt x="2448" y="670"/>
                    </a:lnTo>
                    <a:lnTo>
                      <a:pt x="2229" y="816"/>
                    </a:lnTo>
                    <a:lnTo>
                      <a:pt x="2025" y="976"/>
                    </a:lnTo>
                    <a:lnTo>
                      <a:pt x="1836" y="1151"/>
                    </a:lnTo>
                    <a:lnTo>
                      <a:pt x="1661" y="1311"/>
                    </a:lnTo>
                    <a:lnTo>
                      <a:pt x="1486" y="1486"/>
                    </a:lnTo>
                    <a:lnTo>
                      <a:pt x="1326" y="1660"/>
                    </a:lnTo>
                    <a:lnTo>
                      <a:pt x="1181" y="1835"/>
                    </a:lnTo>
                    <a:lnTo>
                      <a:pt x="1049" y="2010"/>
                    </a:lnTo>
                    <a:lnTo>
                      <a:pt x="918" y="2199"/>
                    </a:lnTo>
                    <a:lnTo>
                      <a:pt x="802" y="2374"/>
                    </a:lnTo>
                    <a:lnTo>
                      <a:pt x="685" y="2563"/>
                    </a:lnTo>
                    <a:lnTo>
                      <a:pt x="496" y="2927"/>
                    </a:lnTo>
                    <a:lnTo>
                      <a:pt x="350" y="3306"/>
                    </a:lnTo>
                    <a:lnTo>
                      <a:pt x="219" y="3685"/>
                    </a:lnTo>
                    <a:lnTo>
                      <a:pt x="132" y="4063"/>
                    </a:lnTo>
                    <a:lnTo>
                      <a:pt x="59" y="4457"/>
                    </a:lnTo>
                    <a:lnTo>
                      <a:pt x="15" y="4835"/>
                    </a:lnTo>
                    <a:lnTo>
                      <a:pt x="1" y="5199"/>
                    </a:lnTo>
                    <a:lnTo>
                      <a:pt x="1" y="5578"/>
                    </a:lnTo>
                    <a:lnTo>
                      <a:pt x="30" y="5942"/>
                    </a:lnTo>
                    <a:lnTo>
                      <a:pt x="59" y="6306"/>
                    </a:lnTo>
                    <a:lnTo>
                      <a:pt x="117" y="6641"/>
                    </a:lnTo>
                    <a:lnTo>
                      <a:pt x="190" y="6991"/>
                    </a:lnTo>
                    <a:lnTo>
                      <a:pt x="263" y="7311"/>
                    </a:lnTo>
                    <a:lnTo>
                      <a:pt x="350" y="7617"/>
                    </a:lnTo>
                    <a:lnTo>
                      <a:pt x="438" y="7908"/>
                    </a:lnTo>
                    <a:lnTo>
                      <a:pt x="525" y="8185"/>
                    </a:lnTo>
                    <a:lnTo>
                      <a:pt x="714" y="8680"/>
                    </a:lnTo>
                    <a:lnTo>
                      <a:pt x="889" y="9088"/>
                    </a:lnTo>
                    <a:lnTo>
                      <a:pt x="1035" y="9394"/>
                    </a:lnTo>
                    <a:lnTo>
                      <a:pt x="1181" y="9656"/>
                    </a:lnTo>
                    <a:lnTo>
                      <a:pt x="1224" y="9452"/>
                    </a:lnTo>
                    <a:lnTo>
                      <a:pt x="1297" y="9263"/>
                    </a:lnTo>
                    <a:lnTo>
                      <a:pt x="1355" y="9074"/>
                    </a:lnTo>
                    <a:lnTo>
                      <a:pt x="1443" y="8899"/>
                    </a:lnTo>
                    <a:lnTo>
                      <a:pt x="1530" y="8724"/>
                    </a:lnTo>
                    <a:lnTo>
                      <a:pt x="1617" y="8564"/>
                    </a:lnTo>
                    <a:lnTo>
                      <a:pt x="1719" y="8404"/>
                    </a:lnTo>
                    <a:lnTo>
                      <a:pt x="1836" y="8258"/>
                    </a:lnTo>
                    <a:lnTo>
                      <a:pt x="1952" y="8112"/>
                    </a:lnTo>
                    <a:lnTo>
                      <a:pt x="2069" y="7967"/>
                    </a:lnTo>
                    <a:lnTo>
                      <a:pt x="2331" y="7705"/>
                    </a:lnTo>
                    <a:lnTo>
                      <a:pt x="2622" y="7457"/>
                    </a:lnTo>
                    <a:lnTo>
                      <a:pt x="2914" y="7238"/>
                    </a:lnTo>
                    <a:lnTo>
                      <a:pt x="3234" y="7035"/>
                    </a:lnTo>
                    <a:lnTo>
                      <a:pt x="3554" y="6845"/>
                    </a:lnTo>
                    <a:lnTo>
                      <a:pt x="3875" y="6685"/>
                    </a:lnTo>
                    <a:lnTo>
                      <a:pt x="4210" y="6525"/>
                    </a:lnTo>
                    <a:lnTo>
                      <a:pt x="4530" y="6379"/>
                    </a:lnTo>
                    <a:lnTo>
                      <a:pt x="4851" y="6248"/>
                    </a:lnTo>
                    <a:lnTo>
                      <a:pt x="5477" y="6015"/>
                    </a:lnTo>
                    <a:lnTo>
                      <a:pt x="5623" y="5957"/>
                    </a:lnTo>
                    <a:lnTo>
                      <a:pt x="5783" y="5884"/>
                    </a:lnTo>
                    <a:lnTo>
                      <a:pt x="5928" y="5797"/>
                    </a:lnTo>
                    <a:lnTo>
                      <a:pt x="6074" y="5709"/>
                    </a:lnTo>
                    <a:lnTo>
                      <a:pt x="6336" y="5520"/>
                    </a:lnTo>
                    <a:lnTo>
                      <a:pt x="6569" y="5316"/>
                    </a:lnTo>
                    <a:lnTo>
                      <a:pt x="6773" y="5083"/>
                    </a:lnTo>
                    <a:lnTo>
                      <a:pt x="6948" y="4850"/>
                    </a:lnTo>
                    <a:lnTo>
                      <a:pt x="7108" y="4588"/>
                    </a:lnTo>
                    <a:lnTo>
                      <a:pt x="7239" y="4311"/>
                    </a:lnTo>
                    <a:lnTo>
                      <a:pt x="7341" y="4034"/>
                    </a:lnTo>
                    <a:lnTo>
                      <a:pt x="7414" y="3743"/>
                    </a:lnTo>
                    <a:lnTo>
                      <a:pt x="7458" y="3452"/>
                    </a:lnTo>
                    <a:lnTo>
                      <a:pt x="7487" y="3160"/>
                    </a:lnTo>
                    <a:lnTo>
                      <a:pt x="7472" y="2855"/>
                    </a:lnTo>
                    <a:lnTo>
                      <a:pt x="7429" y="2549"/>
                    </a:lnTo>
                    <a:lnTo>
                      <a:pt x="7356" y="2257"/>
                    </a:lnTo>
                    <a:lnTo>
                      <a:pt x="7268" y="1966"/>
                    </a:lnTo>
                    <a:lnTo>
                      <a:pt x="7137" y="1689"/>
                    </a:lnTo>
                    <a:lnTo>
                      <a:pt x="6977" y="1413"/>
                    </a:lnTo>
                    <a:lnTo>
                      <a:pt x="6788" y="1151"/>
                    </a:lnTo>
                    <a:lnTo>
                      <a:pt x="6569" y="918"/>
                    </a:lnTo>
                    <a:lnTo>
                      <a:pt x="6351" y="714"/>
                    </a:lnTo>
                    <a:lnTo>
                      <a:pt x="6103" y="524"/>
                    </a:lnTo>
                    <a:lnTo>
                      <a:pt x="5841" y="379"/>
                    </a:lnTo>
                    <a:lnTo>
                      <a:pt x="5579" y="248"/>
                    </a:lnTo>
                    <a:lnTo>
                      <a:pt x="5302" y="146"/>
                    </a:lnTo>
                    <a:lnTo>
                      <a:pt x="5011" y="73"/>
                    </a:lnTo>
                    <a:lnTo>
                      <a:pt x="4705" y="15"/>
                    </a:lnTo>
                    <a:lnTo>
                      <a:pt x="441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5" name="Google Shape;875;p47"/>
            <p:cNvGrpSpPr/>
            <p:nvPr/>
          </p:nvGrpSpPr>
          <p:grpSpPr>
            <a:xfrm>
              <a:off x="5058566" y="1178869"/>
              <a:ext cx="3683774" cy="4327674"/>
              <a:chOff x="4846300" y="839800"/>
              <a:chExt cx="3972580" cy="4666962"/>
            </a:xfrm>
          </p:grpSpPr>
          <p:sp>
            <p:nvSpPr>
              <p:cNvPr id="876" name="Google Shape;876;p47"/>
              <p:cNvSpPr/>
              <p:nvPr/>
            </p:nvSpPr>
            <p:spPr>
              <a:xfrm>
                <a:off x="8209767" y="3782085"/>
                <a:ext cx="609113" cy="1566359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46514" extrusionOk="0">
                    <a:moveTo>
                      <a:pt x="1" y="1"/>
                    </a:moveTo>
                    <a:lnTo>
                      <a:pt x="1" y="45088"/>
                    </a:lnTo>
                    <a:lnTo>
                      <a:pt x="1" y="45164"/>
                    </a:lnTo>
                    <a:lnTo>
                      <a:pt x="46" y="45225"/>
                    </a:lnTo>
                    <a:lnTo>
                      <a:pt x="92" y="45301"/>
                    </a:lnTo>
                    <a:lnTo>
                      <a:pt x="183" y="45376"/>
                    </a:lnTo>
                    <a:lnTo>
                      <a:pt x="274" y="45437"/>
                    </a:lnTo>
                    <a:lnTo>
                      <a:pt x="395" y="45513"/>
                    </a:lnTo>
                    <a:lnTo>
                      <a:pt x="547" y="45573"/>
                    </a:lnTo>
                    <a:lnTo>
                      <a:pt x="698" y="45634"/>
                    </a:lnTo>
                    <a:lnTo>
                      <a:pt x="1092" y="45755"/>
                    </a:lnTo>
                    <a:lnTo>
                      <a:pt x="1532" y="45877"/>
                    </a:lnTo>
                    <a:lnTo>
                      <a:pt x="2063" y="45983"/>
                    </a:lnTo>
                    <a:lnTo>
                      <a:pt x="2639" y="46089"/>
                    </a:lnTo>
                    <a:lnTo>
                      <a:pt x="3291" y="46180"/>
                    </a:lnTo>
                    <a:lnTo>
                      <a:pt x="3988" y="46271"/>
                    </a:lnTo>
                    <a:lnTo>
                      <a:pt x="4731" y="46331"/>
                    </a:lnTo>
                    <a:lnTo>
                      <a:pt x="5519" y="46392"/>
                    </a:lnTo>
                    <a:lnTo>
                      <a:pt x="6353" y="46438"/>
                    </a:lnTo>
                    <a:lnTo>
                      <a:pt x="7217" y="46483"/>
                    </a:lnTo>
                    <a:lnTo>
                      <a:pt x="8112" y="46498"/>
                    </a:lnTo>
                    <a:lnTo>
                      <a:pt x="9036" y="46513"/>
                    </a:lnTo>
                    <a:lnTo>
                      <a:pt x="9976" y="46498"/>
                    </a:lnTo>
                    <a:lnTo>
                      <a:pt x="10871" y="46483"/>
                    </a:lnTo>
                    <a:lnTo>
                      <a:pt x="11735" y="46438"/>
                    </a:lnTo>
                    <a:lnTo>
                      <a:pt x="12569" y="46392"/>
                    </a:lnTo>
                    <a:lnTo>
                      <a:pt x="13357" y="46331"/>
                    </a:lnTo>
                    <a:lnTo>
                      <a:pt x="14100" y="46271"/>
                    </a:lnTo>
                    <a:lnTo>
                      <a:pt x="14797" y="46180"/>
                    </a:lnTo>
                    <a:lnTo>
                      <a:pt x="15449" y="46089"/>
                    </a:lnTo>
                    <a:lnTo>
                      <a:pt x="16026" y="45983"/>
                    </a:lnTo>
                    <a:lnTo>
                      <a:pt x="16556" y="45877"/>
                    </a:lnTo>
                    <a:lnTo>
                      <a:pt x="16996" y="45755"/>
                    </a:lnTo>
                    <a:lnTo>
                      <a:pt x="17390" y="45634"/>
                    </a:lnTo>
                    <a:lnTo>
                      <a:pt x="17542" y="45573"/>
                    </a:lnTo>
                    <a:lnTo>
                      <a:pt x="17693" y="45513"/>
                    </a:lnTo>
                    <a:lnTo>
                      <a:pt x="17814" y="45437"/>
                    </a:lnTo>
                    <a:lnTo>
                      <a:pt x="17905" y="45376"/>
                    </a:lnTo>
                    <a:lnTo>
                      <a:pt x="17996" y="45301"/>
                    </a:lnTo>
                    <a:lnTo>
                      <a:pt x="18042" y="45225"/>
                    </a:lnTo>
                    <a:lnTo>
                      <a:pt x="18087" y="45164"/>
                    </a:lnTo>
                    <a:lnTo>
                      <a:pt x="18087" y="45088"/>
                    </a:lnTo>
                    <a:lnTo>
                      <a:pt x="180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7"/>
              <p:cNvSpPr/>
              <p:nvPr/>
            </p:nvSpPr>
            <p:spPr>
              <a:xfrm>
                <a:off x="8209767" y="3782085"/>
                <a:ext cx="609113" cy="1566359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46514" fill="none" extrusionOk="0">
                    <a:moveTo>
                      <a:pt x="1" y="1"/>
                    </a:moveTo>
                    <a:lnTo>
                      <a:pt x="1" y="45088"/>
                    </a:lnTo>
                    <a:lnTo>
                      <a:pt x="1" y="45088"/>
                    </a:lnTo>
                    <a:lnTo>
                      <a:pt x="1" y="45164"/>
                    </a:lnTo>
                    <a:lnTo>
                      <a:pt x="46" y="45225"/>
                    </a:lnTo>
                    <a:lnTo>
                      <a:pt x="92" y="45301"/>
                    </a:lnTo>
                    <a:lnTo>
                      <a:pt x="183" y="45376"/>
                    </a:lnTo>
                    <a:lnTo>
                      <a:pt x="274" y="45437"/>
                    </a:lnTo>
                    <a:lnTo>
                      <a:pt x="395" y="45513"/>
                    </a:lnTo>
                    <a:lnTo>
                      <a:pt x="547" y="45573"/>
                    </a:lnTo>
                    <a:lnTo>
                      <a:pt x="698" y="45634"/>
                    </a:lnTo>
                    <a:lnTo>
                      <a:pt x="1092" y="45755"/>
                    </a:lnTo>
                    <a:lnTo>
                      <a:pt x="1532" y="45877"/>
                    </a:lnTo>
                    <a:lnTo>
                      <a:pt x="2063" y="45983"/>
                    </a:lnTo>
                    <a:lnTo>
                      <a:pt x="2639" y="46089"/>
                    </a:lnTo>
                    <a:lnTo>
                      <a:pt x="3291" y="46180"/>
                    </a:lnTo>
                    <a:lnTo>
                      <a:pt x="3988" y="46271"/>
                    </a:lnTo>
                    <a:lnTo>
                      <a:pt x="4731" y="46331"/>
                    </a:lnTo>
                    <a:lnTo>
                      <a:pt x="5519" y="46392"/>
                    </a:lnTo>
                    <a:lnTo>
                      <a:pt x="6353" y="46438"/>
                    </a:lnTo>
                    <a:lnTo>
                      <a:pt x="7217" y="46483"/>
                    </a:lnTo>
                    <a:lnTo>
                      <a:pt x="8112" y="46498"/>
                    </a:lnTo>
                    <a:lnTo>
                      <a:pt x="9036" y="46513"/>
                    </a:lnTo>
                    <a:lnTo>
                      <a:pt x="9036" y="46513"/>
                    </a:lnTo>
                    <a:lnTo>
                      <a:pt x="9976" y="46498"/>
                    </a:lnTo>
                    <a:lnTo>
                      <a:pt x="10871" y="46483"/>
                    </a:lnTo>
                    <a:lnTo>
                      <a:pt x="11735" y="46438"/>
                    </a:lnTo>
                    <a:lnTo>
                      <a:pt x="12569" y="46392"/>
                    </a:lnTo>
                    <a:lnTo>
                      <a:pt x="13357" y="46331"/>
                    </a:lnTo>
                    <a:lnTo>
                      <a:pt x="14100" y="46271"/>
                    </a:lnTo>
                    <a:lnTo>
                      <a:pt x="14797" y="46180"/>
                    </a:lnTo>
                    <a:lnTo>
                      <a:pt x="15449" y="46089"/>
                    </a:lnTo>
                    <a:lnTo>
                      <a:pt x="16026" y="45983"/>
                    </a:lnTo>
                    <a:lnTo>
                      <a:pt x="16556" y="45877"/>
                    </a:lnTo>
                    <a:lnTo>
                      <a:pt x="16996" y="45755"/>
                    </a:lnTo>
                    <a:lnTo>
                      <a:pt x="17390" y="45634"/>
                    </a:lnTo>
                    <a:lnTo>
                      <a:pt x="17542" y="45573"/>
                    </a:lnTo>
                    <a:lnTo>
                      <a:pt x="17693" y="45513"/>
                    </a:lnTo>
                    <a:lnTo>
                      <a:pt x="17814" y="45437"/>
                    </a:lnTo>
                    <a:lnTo>
                      <a:pt x="17905" y="45376"/>
                    </a:lnTo>
                    <a:lnTo>
                      <a:pt x="17996" y="45301"/>
                    </a:lnTo>
                    <a:lnTo>
                      <a:pt x="18042" y="45225"/>
                    </a:lnTo>
                    <a:lnTo>
                      <a:pt x="18087" y="45164"/>
                    </a:lnTo>
                    <a:lnTo>
                      <a:pt x="18087" y="45088"/>
                    </a:lnTo>
                    <a:lnTo>
                      <a:pt x="18087" y="1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7"/>
              <p:cNvSpPr/>
              <p:nvPr/>
            </p:nvSpPr>
            <p:spPr>
              <a:xfrm>
                <a:off x="8365990" y="3786160"/>
                <a:ext cx="449326" cy="1451494"/>
              </a:xfrm>
              <a:custGeom>
                <a:avLst/>
                <a:gdLst/>
                <a:ahLst/>
                <a:cxnLst/>
                <a:rect l="l" t="t" r="r" b="b"/>
                <a:pathLst>
                  <a:path w="13343" h="43103" extrusionOk="0">
                    <a:moveTo>
                      <a:pt x="1" y="1"/>
                    </a:moveTo>
                    <a:lnTo>
                      <a:pt x="1" y="28382"/>
                    </a:lnTo>
                    <a:lnTo>
                      <a:pt x="16" y="29094"/>
                    </a:lnTo>
                    <a:lnTo>
                      <a:pt x="77" y="29792"/>
                    </a:lnTo>
                    <a:lnTo>
                      <a:pt x="153" y="30489"/>
                    </a:lnTo>
                    <a:lnTo>
                      <a:pt x="274" y="31171"/>
                    </a:lnTo>
                    <a:lnTo>
                      <a:pt x="410" y="31838"/>
                    </a:lnTo>
                    <a:lnTo>
                      <a:pt x="592" y="32505"/>
                    </a:lnTo>
                    <a:lnTo>
                      <a:pt x="789" y="33142"/>
                    </a:lnTo>
                    <a:lnTo>
                      <a:pt x="1032" y="33779"/>
                    </a:lnTo>
                    <a:lnTo>
                      <a:pt x="1290" y="34400"/>
                    </a:lnTo>
                    <a:lnTo>
                      <a:pt x="1578" y="35007"/>
                    </a:lnTo>
                    <a:lnTo>
                      <a:pt x="1881" y="35613"/>
                    </a:lnTo>
                    <a:lnTo>
                      <a:pt x="2230" y="36189"/>
                    </a:lnTo>
                    <a:lnTo>
                      <a:pt x="2593" y="36735"/>
                    </a:lnTo>
                    <a:lnTo>
                      <a:pt x="2988" y="37281"/>
                    </a:lnTo>
                    <a:lnTo>
                      <a:pt x="3397" y="37811"/>
                    </a:lnTo>
                    <a:lnTo>
                      <a:pt x="3837" y="38312"/>
                    </a:lnTo>
                    <a:lnTo>
                      <a:pt x="4291" y="38797"/>
                    </a:lnTo>
                    <a:lnTo>
                      <a:pt x="4776" y="39252"/>
                    </a:lnTo>
                    <a:lnTo>
                      <a:pt x="5277" y="39707"/>
                    </a:lnTo>
                    <a:lnTo>
                      <a:pt x="5792" y="40116"/>
                    </a:lnTo>
                    <a:lnTo>
                      <a:pt x="6338" y="40510"/>
                    </a:lnTo>
                    <a:lnTo>
                      <a:pt x="6899" y="40889"/>
                    </a:lnTo>
                    <a:lnTo>
                      <a:pt x="7475" y="41238"/>
                    </a:lnTo>
                    <a:lnTo>
                      <a:pt x="8066" y="41556"/>
                    </a:lnTo>
                    <a:lnTo>
                      <a:pt x="8673" y="41844"/>
                    </a:lnTo>
                    <a:lnTo>
                      <a:pt x="9294" y="42117"/>
                    </a:lnTo>
                    <a:lnTo>
                      <a:pt x="9931" y="42360"/>
                    </a:lnTo>
                    <a:lnTo>
                      <a:pt x="10598" y="42572"/>
                    </a:lnTo>
                    <a:lnTo>
                      <a:pt x="11265" y="42739"/>
                    </a:lnTo>
                    <a:lnTo>
                      <a:pt x="11947" y="42890"/>
                    </a:lnTo>
                    <a:lnTo>
                      <a:pt x="12630" y="43012"/>
                    </a:lnTo>
                    <a:lnTo>
                      <a:pt x="13342" y="43103"/>
                    </a:lnTo>
                    <a:lnTo>
                      <a:pt x="13342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7"/>
              <p:cNvSpPr/>
              <p:nvPr/>
            </p:nvSpPr>
            <p:spPr>
              <a:xfrm>
                <a:off x="8365990" y="3786160"/>
                <a:ext cx="449326" cy="1451494"/>
              </a:xfrm>
              <a:custGeom>
                <a:avLst/>
                <a:gdLst/>
                <a:ahLst/>
                <a:cxnLst/>
                <a:rect l="l" t="t" r="r" b="b"/>
                <a:pathLst>
                  <a:path w="13343" h="43103" fill="none" extrusionOk="0">
                    <a:moveTo>
                      <a:pt x="13342" y="43103"/>
                    </a:moveTo>
                    <a:lnTo>
                      <a:pt x="13342" y="1"/>
                    </a:lnTo>
                    <a:lnTo>
                      <a:pt x="1" y="1"/>
                    </a:lnTo>
                    <a:lnTo>
                      <a:pt x="1" y="28382"/>
                    </a:lnTo>
                    <a:lnTo>
                      <a:pt x="1" y="28382"/>
                    </a:lnTo>
                    <a:lnTo>
                      <a:pt x="16" y="29094"/>
                    </a:lnTo>
                    <a:lnTo>
                      <a:pt x="77" y="29792"/>
                    </a:lnTo>
                    <a:lnTo>
                      <a:pt x="153" y="30489"/>
                    </a:lnTo>
                    <a:lnTo>
                      <a:pt x="274" y="31171"/>
                    </a:lnTo>
                    <a:lnTo>
                      <a:pt x="410" y="31838"/>
                    </a:lnTo>
                    <a:lnTo>
                      <a:pt x="592" y="32505"/>
                    </a:lnTo>
                    <a:lnTo>
                      <a:pt x="789" y="33142"/>
                    </a:lnTo>
                    <a:lnTo>
                      <a:pt x="1032" y="33779"/>
                    </a:lnTo>
                    <a:lnTo>
                      <a:pt x="1290" y="34400"/>
                    </a:lnTo>
                    <a:lnTo>
                      <a:pt x="1578" y="35007"/>
                    </a:lnTo>
                    <a:lnTo>
                      <a:pt x="1881" y="35613"/>
                    </a:lnTo>
                    <a:lnTo>
                      <a:pt x="2230" y="36189"/>
                    </a:lnTo>
                    <a:lnTo>
                      <a:pt x="2593" y="36735"/>
                    </a:lnTo>
                    <a:lnTo>
                      <a:pt x="2988" y="37281"/>
                    </a:lnTo>
                    <a:lnTo>
                      <a:pt x="3397" y="37811"/>
                    </a:lnTo>
                    <a:lnTo>
                      <a:pt x="3837" y="38312"/>
                    </a:lnTo>
                    <a:lnTo>
                      <a:pt x="4291" y="38797"/>
                    </a:lnTo>
                    <a:lnTo>
                      <a:pt x="4776" y="39252"/>
                    </a:lnTo>
                    <a:lnTo>
                      <a:pt x="5277" y="39707"/>
                    </a:lnTo>
                    <a:lnTo>
                      <a:pt x="5792" y="40116"/>
                    </a:lnTo>
                    <a:lnTo>
                      <a:pt x="6338" y="40510"/>
                    </a:lnTo>
                    <a:lnTo>
                      <a:pt x="6899" y="40889"/>
                    </a:lnTo>
                    <a:lnTo>
                      <a:pt x="7475" y="41238"/>
                    </a:lnTo>
                    <a:lnTo>
                      <a:pt x="8066" y="41556"/>
                    </a:lnTo>
                    <a:lnTo>
                      <a:pt x="8673" y="41844"/>
                    </a:lnTo>
                    <a:lnTo>
                      <a:pt x="9294" y="42117"/>
                    </a:lnTo>
                    <a:lnTo>
                      <a:pt x="9931" y="42360"/>
                    </a:lnTo>
                    <a:lnTo>
                      <a:pt x="10598" y="42572"/>
                    </a:lnTo>
                    <a:lnTo>
                      <a:pt x="11265" y="42739"/>
                    </a:lnTo>
                    <a:lnTo>
                      <a:pt x="11947" y="42890"/>
                    </a:lnTo>
                    <a:lnTo>
                      <a:pt x="12630" y="43012"/>
                    </a:lnTo>
                    <a:lnTo>
                      <a:pt x="13342" y="4310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7"/>
              <p:cNvSpPr/>
              <p:nvPr/>
            </p:nvSpPr>
            <p:spPr>
              <a:xfrm>
                <a:off x="8717266" y="3789763"/>
                <a:ext cx="98062" cy="1218159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36174" extrusionOk="0">
                    <a:moveTo>
                      <a:pt x="2911" y="0"/>
                    </a:moveTo>
                    <a:lnTo>
                      <a:pt x="2835" y="61"/>
                    </a:lnTo>
                    <a:lnTo>
                      <a:pt x="2744" y="121"/>
                    </a:lnTo>
                    <a:lnTo>
                      <a:pt x="2517" y="243"/>
                    </a:lnTo>
                    <a:lnTo>
                      <a:pt x="2229" y="349"/>
                    </a:lnTo>
                    <a:lnTo>
                      <a:pt x="1895" y="455"/>
                    </a:lnTo>
                    <a:lnTo>
                      <a:pt x="1501" y="561"/>
                    </a:lnTo>
                    <a:lnTo>
                      <a:pt x="1046" y="667"/>
                    </a:lnTo>
                    <a:lnTo>
                      <a:pt x="546" y="743"/>
                    </a:lnTo>
                    <a:lnTo>
                      <a:pt x="0" y="834"/>
                    </a:lnTo>
                    <a:lnTo>
                      <a:pt x="0" y="30776"/>
                    </a:lnTo>
                    <a:lnTo>
                      <a:pt x="16" y="31185"/>
                    </a:lnTo>
                    <a:lnTo>
                      <a:pt x="61" y="31580"/>
                    </a:lnTo>
                    <a:lnTo>
                      <a:pt x="122" y="31974"/>
                    </a:lnTo>
                    <a:lnTo>
                      <a:pt x="197" y="32353"/>
                    </a:lnTo>
                    <a:lnTo>
                      <a:pt x="304" y="32747"/>
                    </a:lnTo>
                    <a:lnTo>
                      <a:pt x="440" y="33111"/>
                    </a:lnTo>
                    <a:lnTo>
                      <a:pt x="592" y="33475"/>
                    </a:lnTo>
                    <a:lnTo>
                      <a:pt x="758" y="33823"/>
                    </a:lnTo>
                    <a:lnTo>
                      <a:pt x="956" y="34172"/>
                    </a:lnTo>
                    <a:lnTo>
                      <a:pt x="1183" y="34506"/>
                    </a:lnTo>
                    <a:lnTo>
                      <a:pt x="1410" y="34824"/>
                    </a:lnTo>
                    <a:lnTo>
                      <a:pt x="1668" y="35112"/>
                    </a:lnTo>
                    <a:lnTo>
                      <a:pt x="1941" y="35400"/>
                    </a:lnTo>
                    <a:lnTo>
                      <a:pt x="2229" y="35673"/>
                    </a:lnTo>
                    <a:lnTo>
                      <a:pt x="2547" y="35931"/>
                    </a:lnTo>
                    <a:lnTo>
                      <a:pt x="2881" y="36158"/>
                    </a:lnTo>
                    <a:lnTo>
                      <a:pt x="2911" y="36173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7"/>
              <p:cNvSpPr/>
              <p:nvPr/>
            </p:nvSpPr>
            <p:spPr>
              <a:xfrm>
                <a:off x="8717266" y="3789763"/>
                <a:ext cx="98062" cy="1218159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36174" fill="none" extrusionOk="0">
                    <a:moveTo>
                      <a:pt x="2911" y="0"/>
                    </a:moveTo>
                    <a:lnTo>
                      <a:pt x="2911" y="0"/>
                    </a:lnTo>
                    <a:lnTo>
                      <a:pt x="2835" y="61"/>
                    </a:lnTo>
                    <a:lnTo>
                      <a:pt x="2744" y="121"/>
                    </a:lnTo>
                    <a:lnTo>
                      <a:pt x="2517" y="243"/>
                    </a:lnTo>
                    <a:lnTo>
                      <a:pt x="2229" y="349"/>
                    </a:lnTo>
                    <a:lnTo>
                      <a:pt x="1895" y="455"/>
                    </a:lnTo>
                    <a:lnTo>
                      <a:pt x="1501" y="561"/>
                    </a:lnTo>
                    <a:lnTo>
                      <a:pt x="1046" y="667"/>
                    </a:lnTo>
                    <a:lnTo>
                      <a:pt x="546" y="743"/>
                    </a:lnTo>
                    <a:lnTo>
                      <a:pt x="0" y="834"/>
                    </a:lnTo>
                    <a:lnTo>
                      <a:pt x="0" y="30776"/>
                    </a:lnTo>
                    <a:lnTo>
                      <a:pt x="0" y="30776"/>
                    </a:lnTo>
                    <a:lnTo>
                      <a:pt x="16" y="31185"/>
                    </a:lnTo>
                    <a:lnTo>
                      <a:pt x="61" y="31580"/>
                    </a:lnTo>
                    <a:lnTo>
                      <a:pt x="122" y="31974"/>
                    </a:lnTo>
                    <a:lnTo>
                      <a:pt x="197" y="32353"/>
                    </a:lnTo>
                    <a:lnTo>
                      <a:pt x="304" y="32747"/>
                    </a:lnTo>
                    <a:lnTo>
                      <a:pt x="440" y="33111"/>
                    </a:lnTo>
                    <a:lnTo>
                      <a:pt x="592" y="33475"/>
                    </a:lnTo>
                    <a:lnTo>
                      <a:pt x="758" y="33823"/>
                    </a:lnTo>
                    <a:lnTo>
                      <a:pt x="956" y="34172"/>
                    </a:lnTo>
                    <a:lnTo>
                      <a:pt x="1183" y="34506"/>
                    </a:lnTo>
                    <a:lnTo>
                      <a:pt x="1410" y="34824"/>
                    </a:lnTo>
                    <a:lnTo>
                      <a:pt x="1668" y="35112"/>
                    </a:lnTo>
                    <a:lnTo>
                      <a:pt x="1941" y="35400"/>
                    </a:lnTo>
                    <a:lnTo>
                      <a:pt x="2229" y="35673"/>
                    </a:lnTo>
                    <a:lnTo>
                      <a:pt x="2547" y="35931"/>
                    </a:lnTo>
                    <a:lnTo>
                      <a:pt x="2881" y="36158"/>
                    </a:lnTo>
                    <a:lnTo>
                      <a:pt x="2881" y="36158"/>
                    </a:lnTo>
                    <a:lnTo>
                      <a:pt x="2911" y="36173"/>
                    </a:lnTo>
                    <a:lnTo>
                      <a:pt x="291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7"/>
              <p:cNvSpPr/>
              <p:nvPr/>
            </p:nvSpPr>
            <p:spPr>
              <a:xfrm>
                <a:off x="8209767" y="3734096"/>
                <a:ext cx="609113" cy="96007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2851" extrusionOk="0">
                    <a:moveTo>
                      <a:pt x="8112" y="1"/>
                    </a:moveTo>
                    <a:lnTo>
                      <a:pt x="7217" y="31"/>
                    </a:lnTo>
                    <a:lnTo>
                      <a:pt x="6353" y="61"/>
                    </a:lnTo>
                    <a:lnTo>
                      <a:pt x="5519" y="107"/>
                    </a:lnTo>
                    <a:lnTo>
                      <a:pt x="4731" y="167"/>
                    </a:lnTo>
                    <a:lnTo>
                      <a:pt x="3988" y="243"/>
                    </a:lnTo>
                    <a:lnTo>
                      <a:pt x="3291" y="319"/>
                    </a:lnTo>
                    <a:lnTo>
                      <a:pt x="2639" y="410"/>
                    </a:lnTo>
                    <a:lnTo>
                      <a:pt x="2063" y="516"/>
                    </a:lnTo>
                    <a:lnTo>
                      <a:pt x="1532" y="622"/>
                    </a:lnTo>
                    <a:lnTo>
                      <a:pt x="1092" y="743"/>
                    </a:lnTo>
                    <a:lnTo>
                      <a:pt x="698" y="865"/>
                    </a:lnTo>
                    <a:lnTo>
                      <a:pt x="547" y="940"/>
                    </a:lnTo>
                    <a:lnTo>
                      <a:pt x="395" y="1001"/>
                    </a:lnTo>
                    <a:lnTo>
                      <a:pt x="274" y="1062"/>
                    </a:lnTo>
                    <a:lnTo>
                      <a:pt x="183" y="1138"/>
                    </a:lnTo>
                    <a:lnTo>
                      <a:pt x="92" y="1213"/>
                    </a:lnTo>
                    <a:lnTo>
                      <a:pt x="46" y="1274"/>
                    </a:lnTo>
                    <a:lnTo>
                      <a:pt x="1" y="1350"/>
                    </a:lnTo>
                    <a:lnTo>
                      <a:pt x="1" y="1426"/>
                    </a:lnTo>
                    <a:lnTo>
                      <a:pt x="1" y="1501"/>
                    </a:lnTo>
                    <a:lnTo>
                      <a:pt x="46" y="1577"/>
                    </a:lnTo>
                    <a:lnTo>
                      <a:pt x="92" y="1638"/>
                    </a:lnTo>
                    <a:lnTo>
                      <a:pt x="183" y="1714"/>
                    </a:lnTo>
                    <a:lnTo>
                      <a:pt x="274" y="1774"/>
                    </a:lnTo>
                    <a:lnTo>
                      <a:pt x="395" y="1850"/>
                    </a:lnTo>
                    <a:lnTo>
                      <a:pt x="547" y="1911"/>
                    </a:lnTo>
                    <a:lnTo>
                      <a:pt x="698" y="1987"/>
                    </a:lnTo>
                    <a:lnTo>
                      <a:pt x="1092" y="2108"/>
                    </a:lnTo>
                    <a:lnTo>
                      <a:pt x="1532" y="2214"/>
                    </a:lnTo>
                    <a:lnTo>
                      <a:pt x="2063" y="2335"/>
                    </a:lnTo>
                    <a:lnTo>
                      <a:pt x="2639" y="2426"/>
                    </a:lnTo>
                    <a:lnTo>
                      <a:pt x="3291" y="2517"/>
                    </a:lnTo>
                    <a:lnTo>
                      <a:pt x="3988" y="2608"/>
                    </a:lnTo>
                    <a:lnTo>
                      <a:pt x="4731" y="2684"/>
                    </a:lnTo>
                    <a:lnTo>
                      <a:pt x="5519" y="2745"/>
                    </a:lnTo>
                    <a:lnTo>
                      <a:pt x="6353" y="2790"/>
                    </a:lnTo>
                    <a:lnTo>
                      <a:pt x="7217" y="2820"/>
                    </a:lnTo>
                    <a:lnTo>
                      <a:pt x="8112" y="2836"/>
                    </a:lnTo>
                    <a:lnTo>
                      <a:pt x="9036" y="2851"/>
                    </a:lnTo>
                    <a:lnTo>
                      <a:pt x="9976" y="2836"/>
                    </a:lnTo>
                    <a:lnTo>
                      <a:pt x="10871" y="2820"/>
                    </a:lnTo>
                    <a:lnTo>
                      <a:pt x="11735" y="2790"/>
                    </a:lnTo>
                    <a:lnTo>
                      <a:pt x="12569" y="2745"/>
                    </a:lnTo>
                    <a:lnTo>
                      <a:pt x="13357" y="2684"/>
                    </a:lnTo>
                    <a:lnTo>
                      <a:pt x="14100" y="2608"/>
                    </a:lnTo>
                    <a:lnTo>
                      <a:pt x="14797" y="2517"/>
                    </a:lnTo>
                    <a:lnTo>
                      <a:pt x="15449" y="2426"/>
                    </a:lnTo>
                    <a:lnTo>
                      <a:pt x="16026" y="2335"/>
                    </a:lnTo>
                    <a:lnTo>
                      <a:pt x="16556" y="2214"/>
                    </a:lnTo>
                    <a:lnTo>
                      <a:pt x="16996" y="2108"/>
                    </a:lnTo>
                    <a:lnTo>
                      <a:pt x="17390" y="1987"/>
                    </a:lnTo>
                    <a:lnTo>
                      <a:pt x="17542" y="1911"/>
                    </a:lnTo>
                    <a:lnTo>
                      <a:pt x="17693" y="1850"/>
                    </a:lnTo>
                    <a:lnTo>
                      <a:pt x="17814" y="1774"/>
                    </a:lnTo>
                    <a:lnTo>
                      <a:pt x="17905" y="1714"/>
                    </a:lnTo>
                    <a:lnTo>
                      <a:pt x="17996" y="1638"/>
                    </a:lnTo>
                    <a:lnTo>
                      <a:pt x="18042" y="1577"/>
                    </a:lnTo>
                    <a:lnTo>
                      <a:pt x="18087" y="1501"/>
                    </a:lnTo>
                    <a:lnTo>
                      <a:pt x="18087" y="1426"/>
                    </a:lnTo>
                    <a:lnTo>
                      <a:pt x="18087" y="1350"/>
                    </a:lnTo>
                    <a:lnTo>
                      <a:pt x="18042" y="1274"/>
                    </a:lnTo>
                    <a:lnTo>
                      <a:pt x="17996" y="1213"/>
                    </a:lnTo>
                    <a:lnTo>
                      <a:pt x="17905" y="1138"/>
                    </a:lnTo>
                    <a:lnTo>
                      <a:pt x="17814" y="1062"/>
                    </a:lnTo>
                    <a:lnTo>
                      <a:pt x="17693" y="1001"/>
                    </a:lnTo>
                    <a:lnTo>
                      <a:pt x="17542" y="940"/>
                    </a:lnTo>
                    <a:lnTo>
                      <a:pt x="17390" y="865"/>
                    </a:lnTo>
                    <a:lnTo>
                      <a:pt x="16996" y="743"/>
                    </a:lnTo>
                    <a:lnTo>
                      <a:pt x="16556" y="622"/>
                    </a:lnTo>
                    <a:lnTo>
                      <a:pt x="16026" y="516"/>
                    </a:lnTo>
                    <a:lnTo>
                      <a:pt x="15449" y="410"/>
                    </a:lnTo>
                    <a:lnTo>
                      <a:pt x="14797" y="319"/>
                    </a:lnTo>
                    <a:lnTo>
                      <a:pt x="14100" y="243"/>
                    </a:lnTo>
                    <a:lnTo>
                      <a:pt x="13357" y="167"/>
                    </a:lnTo>
                    <a:lnTo>
                      <a:pt x="12569" y="107"/>
                    </a:lnTo>
                    <a:lnTo>
                      <a:pt x="11735" y="61"/>
                    </a:lnTo>
                    <a:lnTo>
                      <a:pt x="10871" y="31"/>
                    </a:lnTo>
                    <a:lnTo>
                      <a:pt x="99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7"/>
              <p:cNvSpPr/>
              <p:nvPr/>
            </p:nvSpPr>
            <p:spPr>
              <a:xfrm>
                <a:off x="8209767" y="3734096"/>
                <a:ext cx="609113" cy="96007"/>
              </a:xfrm>
              <a:custGeom>
                <a:avLst/>
                <a:gdLst/>
                <a:ahLst/>
                <a:cxnLst/>
                <a:rect l="l" t="t" r="r" b="b"/>
                <a:pathLst>
                  <a:path w="18088" h="2851" fill="none" extrusionOk="0">
                    <a:moveTo>
                      <a:pt x="18087" y="1426"/>
                    </a:moveTo>
                    <a:lnTo>
                      <a:pt x="18087" y="1426"/>
                    </a:lnTo>
                    <a:lnTo>
                      <a:pt x="18087" y="1350"/>
                    </a:lnTo>
                    <a:lnTo>
                      <a:pt x="18042" y="1274"/>
                    </a:lnTo>
                    <a:lnTo>
                      <a:pt x="17996" y="1213"/>
                    </a:lnTo>
                    <a:lnTo>
                      <a:pt x="17905" y="1138"/>
                    </a:lnTo>
                    <a:lnTo>
                      <a:pt x="17814" y="1062"/>
                    </a:lnTo>
                    <a:lnTo>
                      <a:pt x="17693" y="1001"/>
                    </a:lnTo>
                    <a:lnTo>
                      <a:pt x="17542" y="940"/>
                    </a:lnTo>
                    <a:lnTo>
                      <a:pt x="17390" y="865"/>
                    </a:lnTo>
                    <a:lnTo>
                      <a:pt x="16996" y="743"/>
                    </a:lnTo>
                    <a:lnTo>
                      <a:pt x="16556" y="622"/>
                    </a:lnTo>
                    <a:lnTo>
                      <a:pt x="16026" y="516"/>
                    </a:lnTo>
                    <a:lnTo>
                      <a:pt x="15449" y="410"/>
                    </a:lnTo>
                    <a:lnTo>
                      <a:pt x="14797" y="319"/>
                    </a:lnTo>
                    <a:lnTo>
                      <a:pt x="14100" y="243"/>
                    </a:lnTo>
                    <a:lnTo>
                      <a:pt x="13357" y="167"/>
                    </a:lnTo>
                    <a:lnTo>
                      <a:pt x="12569" y="107"/>
                    </a:lnTo>
                    <a:lnTo>
                      <a:pt x="11735" y="61"/>
                    </a:lnTo>
                    <a:lnTo>
                      <a:pt x="10871" y="31"/>
                    </a:lnTo>
                    <a:lnTo>
                      <a:pt x="9976" y="1"/>
                    </a:lnTo>
                    <a:lnTo>
                      <a:pt x="9036" y="1"/>
                    </a:lnTo>
                    <a:lnTo>
                      <a:pt x="9036" y="1"/>
                    </a:lnTo>
                    <a:lnTo>
                      <a:pt x="8112" y="1"/>
                    </a:lnTo>
                    <a:lnTo>
                      <a:pt x="7217" y="31"/>
                    </a:lnTo>
                    <a:lnTo>
                      <a:pt x="6353" y="61"/>
                    </a:lnTo>
                    <a:lnTo>
                      <a:pt x="5519" y="107"/>
                    </a:lnTo>
                    <a:lnTo>
                      <a:pt x="4731" y="167"/>
                    </a:lnTo>
                    <a:lnTo>
                      <a:pt x="3988" y="243"/>
                    </a:lnTo>
                    <a:lnTo>
                      <a:pt x="3291" y="319"/>
                    </a:lnTo>
                    <a:lnTo>
                      <a:pt x="2639" y="410"/>
                    </a:lnTo>
                    <a:lnTo>
                      <a:pt x="2063" y="516"/>
                    </a:lnTo>
                    <a:lnTo>
                      <a:pt x="1532" y="622"/>
                    </a:lnTo>
                    <a:lnTo>
                      <a:pt x="1092" y="743"/>
                    </a:lnTo>
                    <a:lnTo>
                      <a:pt x="698" y="865"/>
                    </a:lnTo>
                    <a:lnTo>
                      <a:pt x="547" y="940"/>
                    </a:lnTo>
                    <a:lnTo>
                      <a:pt x="395" y="1001"/>
                    </a:lnTo>
                    <a:lnTo>
                      <a:pt x="274" y="1062"/>
                    </a:lnTo>
                    <a:lnTo>
                      <a:pt x="183" y="1138"/>
                    </a:lnTo>
                    <a:lnTo>
                      <a:pt x="92" y="1213"/>
                    </a:lnTo>
                    <a:lnTo>
                      <a:pt x="46" y="1274"/>
                    </a:lnTo>
                    <a:lnTo>
                      <a:pt x="1" y="1350"/>
                    </a:lnTo>
                    <a:lnTo>
                      <a:pt x="1" y="1426"/>
                    </a:lnTo>
                    <a:lnTo>
                      <a:pt x="1" y="1426"/>
                    </a:lnTo>
                    <a:lnTo>
                      <a:pt x="1" y="1501"/>
                    </a:lnTo>
                    <a:lnTo>
                      <a:pt x="46" y="1577"/>
                    </a:lnTo>
                    <a:lnTo>
                      <a:pt x="92" y="1638"/>
                    </a:lnTo>
                    <a:lnTo>
                      <a:pt x="183" y="1714"/>
                    </a:lnTo>
                    <a:lnTo>
                      <a:pt x="274" y="1774"/>
                    </a:lnTo>
                    <a:lnTo>
                      <a:pt x="395" y="1850"/>
                    </a:lnTo>
                    <a:lnTo>
                      <a:pt x="547" y="1911"/>
                    </a:lnTo>
                    <a:lnTo>
                      <a:pt x="698" y="1987"/>
                    </a:lnTo>
                    <a:lnTo>
                      <a:pt x="1092" y="2108"/>
                    </a:lnTo>
                    <a:lnTo>
                      <a:pt x="1532" y="2214"/>
                    </a:lnTo>
                    <a:lnTo>
                      <a:pt x="2063" y="2335"/>
                    </a:lnTo>
                    <a:lnTo>
                      <a:pt x="2639" y="2426"/>
                    </a:lnTo>
                    <a:lnTo>
                      <a:pt x="3291" y="2517"/>
                    </a:lnTo>
                    <a:lnTo>
                      <a:pt x="3988" y="2608"/>
                    </a:lnTo>
                    <a:lnTo>
                      <a:pt x="4731" y="2684"/>
                    </a:lnTo>
                    <a:lnTo>
                      <a:pt x="5519" y="2745"/>
                    </a:lnTo>
                    <a:lnTo>
                      <a:pt x="6353" y="2790"/>
                    </a:lnTo>
                    <a:lnTo>
                      <a:pt x="7217" y="2820"/>
                    </a:lnTo>
                    <a:lnTo>
                      <a:pt x="8112" y="2836"/>
                    </a:lnTo>
                    <a:lnTo>
                      <a:pt x="9036" y="2851"/>
                    </a:lnTo>
                    <a:lnTo>
                      <a:pt x="9036" y="2851"/>
                    </a:lnTo>
                    <a:lnTo>
                      <a:pt x="9976" y="2836"/>
                    </a:lnTo>
                    <a:lnTo>
                      <a:pt x="10871" y="2820"/>
                    </a:lnTo>
                    <a:lnTo>
                      <a:pt x="11735" y="2790"/>
                    </a:lnTo>
                    <a:lnTo>
                      <a:pt x="12569" y="2745"/>
                    </a:lnTo>
                    <a:lnTo>
                      <a:pt x="13357" y="2684"/>
                    </a:lnTo>
                    <a:lnTo>
                      <a:pt x="14100" y="2608"/>
                    </a:lnTo>
                    <a:lnTo>
                      <a:pt x="14797" y="2517"/>
                    </a:lnTo>
                    <a:lnTo>
                      <a:pt x="15449" y="2426"/>
                    </a:lnTo>
                    <a:lnTo>
                      <a:pt x="16026" y="2335"/>
                    </a:lnTo>
                    <a:lnTo>
                      <a:pt x="16556" y="2214"/>
                    </a:lnTo>
                    <a:lnTo>
                      <a:pt x="16996" y="2108"/>
                    </a:lnTo>
                    <a:lnTo>
                      <a:pt x="17390" y="1987"/>
                    </a:lnTo>
                    <a:lnTo>
                      <a:pt x="17542" y="1911"/>
                    </a:lnTo>
                    <a:lnTo>
                      <a:pt x="17693" y="1850"/>
                    </a:lnTo>
                    <a:lnTo>
                      <a:pt x="17814" y="1774"/>
                    </a:lnTo>
                    <a:lnTo>
                      <a:pt x="17905" y="1714"/>
                    </a:lnTo>
                    <a:lnTo>
                      <a:pt x="17996" y="1638"/>
                    </a:lnTo>
                    <a:lnTo>
                      <a:pt x="18042" y="1577"/>
                    </a:lnTo>
                    <a:lnTo>
                      <a:pt x="18087" y="1501"/>
                    </a:lnTo>
                    <a:lnTo>
                      <a:pt x="18087" y="142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7"/>
              <p:cNvSpPr/>
              <p:nvPr/>
            </p:nvSpPr>
            <p:spPr>
              <a:xfrm>
                <a:off x="7854450" y="4238531"/>
                <a:ext cx="832682" cy="587124"/>
              </a:xfrm>
              <a:custGeom>
                <a:avLst/>
                <a:gdLst/>
                <a:ahLst/>
                <a:cxnLst/>
                <a:rect l="l" t="t" r="r" b="b"/>
                <a:pathLst>
                  <a:path w="24727" h="17435" extrusionOk="0">
                    <a:moveTo>
                      <a:pt x="17359" y="0"/>
                    </a:moveTo>
                    <a:lnTo>
                      <a:pt x="16965" y="15"/>
                    </a:lnTo>
                    <a:lnTo>
                      <a:pt x="16586" y="46"/>
                    </a:lnTo>
                    <a:lnTo>
                      <a:pt x="16222" y="91"/>
                    </a:lnTo>
                    <a:lnTo>
                      <a:pt x="15858" y="152"/>
                    </a:lnTo>
                    <a:lnTo>
                      <a:pt x="15843" y="152"/>
                    </a:lnTo>
                    <a:lnTo>
                      <a:pt x="15449" y="243"/>
                    </a:lnTo>
                    <a:lnTo>
                      <a:pt x="15054" y="364"/>
                    </a:lnTo>
                    <a:lnTo>
                      <a:pt x="5609" y="2896"/>
                    </a:lnTo>
                    <a:lnTo>
                      <a:pt x="5382" y="2957"/>
                    </a:lnTo>
                    <a:lnTo>
                      <a:pt x="5291" y="2987"/>
                    </a:lnTo>
                    <a:lnTo>
                      <a:pt x="5018" y="3078"/>
                    </a:lnTo>
                    <a:lnTo>
                      <a:pt x="4730" y="3169"/>
                    </a:lnTo>
                    <a:lnTo>
                      <a:pt x="4457" y="3290"/>
                    </a:lnTo>
                    <a:lnTo>
                      <a:pt x="4184" y="3411"/>
                    </a:lnTo>
                    <a:lnTo>
                      <a:pt x="3927" y="3533"/>
                    </a:lnTo>
                    <a:lnTo>
                      <a:pt x="3669" y="3684"/>
                    </a:lnTo>
                    <a:lnTo>
                      <a:pt x="3426" y="3836"/>
                    </a:lnTo>
                    <a:lnTo>
                      <a:pt x="3184" y="4003"/>
                    </a:lnTo>
                    <a:lnTo>
                      <a:pt x="2941" y="4169"/>
                    </a:lnTo>
                    <a:lnTo>
                      <a:pt x="2714" y="4351"/>
                    </a:lnTo>
                    <a:lnTo>
                      <a:pt x="2486" y="4533"/>
                    </a:lnTo>
                    <a:lnTo>
                      <a:pt x="2274" y="4730"/>
                    </a:lnTo>
                    <a:lnTo>
                      <a:pt x="2077" y="4943"/>
                    </a:lnTo>
                    <a:lnTo>
                      <a:pt x="1880" y="5155"/>
                    </a:lnTo>
                    <a:lnTo>
                      <a:pt x="1683" y="5367"/>
                    </a:lnTo>
                    <a:lnTo>
                      <a:pt x="1501" y="5594"/>
                    </a:lnTo>
                    <a:lnTo>
                      <a:pt x="1334" y="5837"/>
                    </a:lnTo>
                    <a:lnTo>
                      <a:pt x="1167" y="6080"/>
                    </a:lnTo>
                    <a:lnTo>
                      <a:pt x="1016" y="6322"/>
                    </a:lnTo>
                    <a:lnTo>
                      <a:pt x="879" y="6580"/>
                    </a:lnTo>
                    <a:lnTo>
                      <a:pt x="743" y="6853"/>
                    </a:lnTo>
                    <a:lnTo>
                      <a:pt x="622" y="7111"/>
                    </a:lnTo>
                    <a:lnTo>
                      <a:pt x="500" y="7383"/>
                    </a:lnTo>
                    <a:lnTo>
                      <a:pt x="409" y="7671"/>
                    </a:lnTo>
                    <a:lnTo>
                      <a:pt x="318" y="7944"/>
                    </a:lnTo>
                    <a:lnTo>
                      <a:pt x="227" y="8232"/>
                    </a:lnTo>
                    <a:lnTo>
                      <a:pt x="167" y="8536"/>
                    </a:lnTo>
                    <a:lnTo>
                      <a:pt x="106" y="8824"/>
                    </a:lnTo>
                    <a:lnTo>
                      <a:pt x="61" y="9127"/>
                    </a:lnTo>
                    <a:lnTo>
                      <a:pt x="30" y="9430"/>
                    </a:lnTo>
                    <a:lnTo>
                      <a:pt x="15" y="9748"/>
                    </a:lnTo>
                    <a:lnTo>
                      <a:pt x="0" y="10052"/>
                    </a:lnTo>
                    <a:lnTo>
                      <a:pt x="15" y="10431"/>
                    </a:lnTo>
                    <a:lnTo>
                      <a:pt x="46" y="10810"/>
                    </a:lnTo>
                    <a:lnTo>
                      <a:pt x="91" y="11174"/>
                    </a:lnTo>
                    <a:lnTo>
                      <a:pt x="152" y="11537"/>
                    </a:lnTo>
                    <a:lnTo>
                      <a:pt x="243" y="11901"/>
                    </a:lnTo>
                    <a:lnTo>
                      <a:pt x="334" y="12250"/>
                    </a:lnTo>
                    <a:lnTo>
                      <a:pt x="455" y="12599"/>
                    </a:lnTo>
                    <a:lnTo>
                      <a:pt x="591" y="12932"/>
                    </a:lnTo>
                    <a:lnTo>
                      <a:pt x="728" y="13251"/>
                    </a:lnTo>
                    <a:lnTo>
                      <a:pt x="895" y="13569"/>
                    </a:lnTo>
                    <a:lnTo>
                      <a:pt x="1076" y="13887"/>
                    </a:lnTo>
                    <a:lnTo>
                      <a:pt x="1258" y="14175"/>
                    </a:lnTo>
                    <a:lnTo>
                      <a:pt x="1471" y="14463"/>
                    </a:lnTo>
                    <a:lnTo>
                      <a:pt x="1683" y="14751"/>
                    </a:lnTo>
                    <a:lnTo>
                      <a:pt x="1925" y="15009"/>
                    </a:lnTo>
                    <a:lnTo>
                      <a:pt x="2168" y="15267"/>
                    </a:lnTo>
                    <a:lnTo>
                      <a:pt x="2426" y="15510"/>
                    </a:lnTo>
                    <a:lnTo>
                      <a:pt x="2683" y="15752"/>
                    </a:lnTo>
                    <a:lnTo>
                      <a:pt x="2972" y="15964"/>
                    </a:lnTo>
                    <a:lnTo>
                      <a:pt x="3260" y="16177"/>
                    </a:lnTo>
                    <a:lnTo>
                      <a:pt x="3563" y="16359"/>
                    </a:lnTo>
                    <a:lnTo>
                      <a:pt x="3866" y="16540"/>
                    </a:lnTo>
                    <a:lnTo>
                      <a:pt x="4184" y="16707"/>
                    </a:lnTo>
                    <a:lnTo>
                      <a:pt x="4503" y="16844"/>
                    </a:lnTo>
                    <a:lnTo>
                      <a:pt x="4851" y="16980"/>
                    </a:lnTo>
                    <a:lnTo>
                      <a:pt x="5185" y="17101"/>
                    </a:lnTo>
                    <a:lnTo>
                      <a:pt x="5534" y="17192"/>
                    </a:lnTo>
                    <a:lnTo>
                      <a:pt x="5897" y="17283"/>
                    </a:lnTo>
                    <a:lnTo>
                      <a:pt x="6261" y="17344"/>
                    </a:lnTo>
                    <a:lnTo>
                      <a:pt x="6625" y="17389"/>
                    </a:lnTo>
                    <a:lnTo>
                      <a:pt x="7004" y="17420"/>
                    </a:lnTo>
                    <a:lnTo>
                      <a:pt x="7383" y="17435"/>
                    </a:lnTo>
                    <a:lnTo>
                      <a:pt x="7656" y="17420"/>
                    </a:lnTo>
                    <a:lnTo>
                      <a:pt x="7929" y="17405"/>
                    </a:lnTo>
                    <a:lnTo>
                      <a:pt x="8187" y="17389"/>
                    </a:lnTo>
                    <a:lnTo>
                      <a:pt x="8460" y="17359"/>
                    </a:lnTo>
                    <a:lnTo>
                      <a:pt x="8717" y="17314"/>
                    </a:lnTo>
                    <a:lnTo>
                      <a:pt x="8975" y="17253"/>
                    </a:lnTo>
                    <a:lnTo>
                      <a:pt x="9233" y="17192"/>
                    </a:lnTo>
                    <a:lnTo>
                      <a:pt x="9491" y="17132"/>
                    </a:lnTo>
                    <a:lnTo>
                      <a:pt x="19148" y="14524"/>
                    </a:lnTo>
                    <a:lnTo>
                      <a:pt x="19451" y="14448"/>
                    </a:lnTo>
                    <a:lnTo>
                      <a:pt x="19739" y="14357"/>
                    </a:lnTo>
                    <a:lnTo>
                      <a:pt x="20027" y="14251"/>
                    </a:lnTo>
                    <a:lnTo>
                      <a:pt x="20315" y="14130"/>
                    </a:lnTo>
                    <a:lnTo>
                      <a:pt x="20588" y="14009"/>
                    </a:lnTo>
                    <a:lnTo>
                      <a:pt x="20861" y="13872"/>
                    </a:lnTo>
                    <a:lnTo>
                      <a:pt x="21119" y="13721"/>
                    </a:lnTo>
                    <a:lnTo>
                      <a:pt x="21376" y="13554"/>
                    </a:lnTo>
                    <a:lnTo>
                      <a:pt x="21619" y="13387"/>
                    </a:lnTo>
                    <a:lnTo>
                      <a:pt x="21862" y="13205"/>
                    </a:lnTo>
                    <a:lnTo>
                      <a:pt x="22104" y="13023"/>
                    </a:lnTo>
                    <a:lnTo>
                      <a:pt x="22316" y="12826"/>
                    </a:lnTo>
                    <a:lnTo>
                      <a:pt x="22544" y="12614"/>
                    </a:lnTo>
                    <a:lnTo>
                      <a:pt x="22756" y="12402"/>
                    </a:lnTo>
                    <a:lnTo>
                      <a:pt x="22953" y="12174"/>
                    </a:lnTo>
                    <a:lnTo>
                      <a:pt x="23135" y="11947"/>
                    </a:lnTo>
                    <a:lnTo>
                      <a:pt x="23317" y="11704"/>
                    </a:lnTo>
                    <a:lnTo>
                      <a:pt x="23499" y="11462"/>
                    </a:lnTo>
                    <a:lnTo>
                      <a:pt x="23651" y="11204"/>
                    </a:lnTo>
                    <a:lnTo>
                      <a:pt x="23802" y="10946"/>
                    </a:lnTo>
                    <a:lnTo>
                      <a:pt x="23954" y="10673"/>
                    </a:lnTo>
                    <a:lnTo>
                      <a:pt x="24075" y="10400"/>
                    </a:lnTo>
                    <a:lnTo>
                      <a:pt x="24196" y="10127"/>
                    </a:lnTo>
                    <a:lnTo>
                      <a:pt x="24302" y="9839"/>
                    </a:lnTo>
                    <a:lnTo>
                      <a:pt x="24409" y="9551"/>
                    </a:lnTo>
                    <a:lnTo>
                      <a:pt x="24484" y="9248"/>
                    </a:lnTo>
                    <a:lnTo>
                      <a:pt x="24560" y="8945"/>
                    </a:lnTo>
                    <a:lnTo>
                      <a:pt x="24621" y="8642"/>
                    </a:lnTo>
                    <a:lnTo>
                      <a:pt x="24666" y="8323"/>
                    </a:lnTo>
                    <a:lnTo>
                      <a:pt x="24697" y="8020"/>
                    </a:lnTo>
                    <a:lnTo>
                      <a:pt x="24727" y="7702"/>
                    </a:lnTo>
                    <a:lnTo>
                      <a:pt x="24727" y="7368"/>
                    </a:lnTo>
                    <a:lnTo>
                      <a:pt x="24712" y="6989"/>
                    </a:lnTo>
                    <a:lnTo>
                      <a:pt x="24681" y="6625"/>
                    </a:lnTo>
                    <a:lnTo>
                      <a:pt x="24636" y="6246"/>
                    </a:lnTo>
                    <a:lnTo>
                      <a:pt x="24575" y="5883"/>
                    </a:lnTo>
                    <a:lnTo>
                      <a:pt x="24500" y="5534"/>
                    </a:lnTo>
                    <a:lnTo>
                      <a:pt x="24393" y="5185"/>
                    </a:lnTo>
                    <a:lnTo>
                      <a:pt x="24272" y="4836"/>
                    </a:lnTo>
                    <a:lnTo>
                      <a:pt x="24151" y="4503"/>
                    </a:lnTo>
                    <a:lnTo>
                      <a:pt x="23999" y="4185"/>
                    </a:lnTo>
                    <a:lnTo>
                      <a:pt x="23832" y="3866"/>
                    </a:lnTo>
                    <a:lnTo>
                      <a:pt x="23666" y="3548"/>
                    </a:lnTo>
                    <a:lnTo>
                      <a:pt x="23469" y="3245"/>
                    </a:lnTo>
                    <a:lnTo>
                      <a:pt x="23256" y="2957"/>
                    </a:lnTo>
                    <a:lnTo>
                      <a:pt x="23044" y="2684"/>
                    </a:lnTo>
                    <a:lnTo>
                      <a:pt x="22817" y="2411"/>
                    </a:lnTo>
                    <a:lnTo>
                      <a:pt x="22574" y="2153"/>
                    </a:lnTo>
                    <a:lnTo>
                      <a:pt x="22316" y="1910"/>
                    </a:lnTo>
                    <a:lnTo>
                      <a:pt x="22043" y="1683"/>
                    </a:lnTo>
                    <a:lnTo>
                      <a:pt x="21771" y="1471"/>
                    </a:lnTo>
                    <a:lnTo>
                      <a:pt x="21483" y="1259"/>
                    </a:lnTo>
                    <a:lnTo>
                      <a:pt x="21179" y="1061"/>
                    </a:lnTo>
                    <a:lnTo>
                      <a:pt x="20861" y="895"/>
                    </a:lnTo>
                    <a:lnTo>
                      <a:pt x="20543" y="728"/>
                    </a:lnTo>
                    <a:lnTo>
                      <a:pt x="20224" y="576"/>
                    </a:lnTo>
                    <a:lnTo>
                      <a:pt x="19891" y="455"/>
                    </a:lnTo>
                    <a:lnTo>
                      <a:pt x="19542" y="334"/>
                    </a:lnTo>
                    <a:lnTo>
                      <a:pt x="19193" y="228"/>
                    </a:lnTo>
                    <a:lnTo>
                      <a:pt x="18845" y="152"/>
                    </a:lnTo>
                    <a:lnTo>
                      <a:pt x="18481" y="91"/>
                    </a:lnTo>
                    <a:lnTo>
                      <a:pt x="18102" y="46"/>
                    </a:lnTo>
                    <a:lnTo>
                      <a:pt x="17738" y="15"/>
                    </a:lnTo>
                    <a:lnTo>
                      <a:pt x="173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7"/>
              <p:cNvSpPr/>
              <p:nvPr/>
            </p:nvSpPr>
            <p:spPr>
              <a:xfrm>
                <a:off x="7854450" y="4238531"/>
                <a:ext cx="832682" cy="587124"/>
              </a:xfrm>
              <a:custGeom>
                <a:avLst/>
                <a:gdLst/>
                <a:ahLst/>
                <a:cxnLst/>
                <a:rect l="l" t="t" r="r" b="b"/>
                <a:pathLst>
                  <a:path w="24727" h="17435" fill="none" extrusionOk="0">
                    <a:moveTo>
                      <a:pt x="24727" y="7368"/>
                    </a:moveTo>
                    <a:lnTo>
                      <a:pt x="24727" y="7368"/>
                    </a:lnTo>
                    <a:lnTo>
                      <a:pt x="24712" y="6989"/>
                    </a:lnTo>
                    <a:lnTo>
                      <a:pt x="24681" y="6625"/>
                    </a:lnTo>
                    <a:lnTo>
                      <a:pt x="24636" y="6246"/>
                    </a:lnTo>
                    <a:lnTo>
                      <a:pt x="24575" y="5883"/>
                    </a:lnTo>
                    <a:lnTo>
                      <a:pt x="24500" y="5534"/>
                    </a:lnTo>
                    <a:lnTo>
                      <a:pt x="24393" y="5185"/>
                    </a:lnTo>
                    <a:lnTo>
                      <a:pt x="24272" y="4836"/>
                    </a:lnTo>
                    <a:lnTo>
                      <a:pt x="24151" y="4503"/>
                    </a:lnTo>
                    <a:lnTo>
                      <a:pt x="23999" y="4185"/>
                    </a:lnTo>
                    <a:lnTo>
                      <a:pt x="23832" y="3866"/>
                    </a:lnTo>
                    <a:lnTo>
                      <a:pt x="23666" y="3548"/>
                    </a:lnTo>
                    <a:lnTo>
                      <a:pt x="23469" y="3245"/>
                    </a:lnTo>
                    <a:lnTo>
                      <a:pt x="23256" y="2957"/>
                    </a:lnTo>
                    <a:lnTo>
                      <a:pt x="23044" y="2684"/>
                    </a:lnTo>
                    <a:lnTo>
                      <a:pt x="22817" y="2411"/>
                    </a:lnTo>
                    <a:lnTo>
                      <a:pt x="22574" y="2153"/>
                    </a:lnTo>
                    <a:lnTo>
                      <a:pt x="22316" y="1910"/>
                    </a:lnTo>
                    <a:lnTo>
                      <a:pt x="22043" y="1683"/>
                    </a:lnTo>
                    <a:lnTo>
                      <a:pt x="21771" y="1471"/>
                    </a:lnTo>
                    <a:lnTo>
                      <a:pt x="21483" y="1259"/>
                    </a:lnTo>
                    <a:lnTo>
                      <a:pt x="21179" y="1061"/>
                    </a:lnTo>
                    <a:lnTo>
                      <a:pt x="20861" y="895"/>
                    </a:lnTo>
                    <a:lnTo>
                      <a:pt x="20543" y="728"/>
                    </a:lnTo>
                    <a:lnTo>
                      <a:pt x="20224" y="576"/>
                    </a:lnTo>
                    <a:lnTo>
                      <a:pt x="19891" y="455"/>
                    </a:lnTo>
                    <a:lnTo>
                      <a:pt x="19542" y="334"/>
                    </a:lnTo>
                    <a:lnTo>
                      <a:pt x="19193" y="228"/>
                    </a:lnTo>
                    <a:lnTo>
                      <a:pt x="18845" y="152"/>
                    </a:lnTo>
                    <a:lnTo>
                      <a:pt x="18481" y="91"/>
                    </a:lnTo>
                    <a:lnTo>
                      <a:pt x="18102" y="46"/>
                    </a:lnTo>
                    <a:lnTo>
                      <a:pt x="17738" y="15"/>
                    </a:lnTo>
                    <a:lnTo>
                      <a:pt x="17359" y="0"/>
                    </a:lnTo>
                    <a:lnTo>
                      <a:pt x="17359" y="0"/>
                    </a:lnTo>
                    <a:lnTo>
                      <a:pt x="16965" y="15"/>
                    </a:lnTo>
                    <a:lnTo>
                      <a:pt x="16586" y="46"/>
                    </a:lnTo>
                    <a:lnTo>
                      <a:pt x="16222" y="91"/>
                    </a:lnTo>
                    <a:lnTo>
                      <a:pt x="15858" y="152"/>
                    </a:lnTo>
                    <a:lnTo>
                      <a:pt x="15858" y="152"/>
                    </a:lnTo>
                    <a:lnTo>
                      <a:pt x="15843" y="152"/>
                    </a:lnTo>
                    <a:lnTo>
                      <a:pt x="15843" y="152"/>
                    </a:lnTo>
                    <a:lnTo>
                      <a:pt x="15449" y="243"/>
                    </a:lnTo>
                    <a:lnTo>
                      <a:pt x="15054" y="364"/>
                    </a:lnTo>
                    <a:lnTo>
                      <a:pt x="5609" y="2896"/>
                    </a:lnTo>
                    <a:lnTo>
                      <a:pt x="5609" y="2896"/>
                    </a:lnTo>
                    <a:lnTo>
                      <a:pt x="5382" y="2957"/>
                    </a:lnTo>
                    <a:lnTo>
                      <a:pt x="5291" y="2987"/>
                    </a:lnTo>
                    <a:lnTo>
                      <a:pt x="5291" y="2987"/>
                    </a:lnTo>
                    <a:lnTo>
                      <a:pt x="5291" y="2987"/>
                    </a:lnTo>
                    <a:lnTo>
                      <a:pt x="5018" y="3078"/>
                    </a:lnTo>
                    <a:lnTo>
                      <a:pt x="4730" y="3169"/>
                    </a:lnTo>
                    <a:lnTo>
                      <a:pt x="4457" y="3290"/>
                    </a:lnTo>
                    <a:lnTo>
                      <a:pt x="4184" y="3411"/>
                    </a:lnTo>
                    <a:lnTo>
                      <a:pt x="3927" y="3533"/>
                    </a:lnTo>
                    <a:lnTo>
                      <a:pt x="3669" y="3684"/>
                    </a:lnTo>
                    <a:lnTo>
                      <a:pt x="3426" y="3836"/>
                    </a:lnTo>
                    <a:lnTo>
                      <a:pt x="3184" y="4003"/>
                    </a:lnTo>
                    <a:lnTo>
                      <a:pt x="2941" y="4169"/>
                    </a:lnTo>
                    <a:lnTo>
                      <a:pt x="2714" y="4351"/>
                    </a:lnTo>
                    <a:lnTo>
                      <a:pt x="2486" y="4533"/>
                    </a:lnTo>
                    <a:lnTo>
                      <a:pt x="2274" y="4730"/>
                    </a:lnTo>
                    <a:lnTo>
                      <a:pt x="2077" y="4943"/>
                    </a:lnTo>
                    <a:lnTo>
                      <a:pt x="1880" y="5155"/>
                    </a:lnTo>
                    <a:lnTo>
                      <a:pt x="1683" y="5367"/>
                    </a:lnTo>
                    <a:lnTo>
                      <a:pt x="1501" y="5594"/>
                    </a:lnTo>
                    <a:lnTo>
                      <a:pt x="1334" y="5837"/>
                    </a:lnTo>
                    <a:lnTo>
                      <a:pt x="1167" y="6080"/>
                    </a:lnTo>
                    <a:lnTo>
                      <a:pt x="1016" y="6322"/>
                    </a:lnTo>
                    <a:lnTo>
                      <a:pt x="879" y="6580"/>
                    </a:lnTo>
                    <a:lnTo>
                      <a:pt x="743" y="6853"/>
                    </a:lnTo>
                    <a:lnTo>
                      <a:pt x="622" y="7111"/>
                    </a:lnTo>
                    <a:lnTo>
                      <a:pt x="500" y="7383"/>
                    </a:lnTo>
                    <a:lnTo>
                      <a:pt x="409" y="7671"/>
                    </a:lnTo>
                    <a:lnTo>
                      <a:pt x="318" y="7944"/>
                    </a:lnTo>
                    <a:lnTo>
                      <a:pt x="227" y="8232"/>
                    </a:lnTo>
                    <a:lnTo>
                      <a:pt x="167" y="8536"/>
                    </a:lnTo>
                    <a:lnTo>
                      <a:pt x="106" y="8824"/>
                    </a:lnTo>
                    <a:lnTo>
                      <a:pt x="61" y="9127"/>
                    </a:lnTo>
                    <a:lnTo>
                      <a:pt x="30" y="9430"/>
                    </a:lnTo>
                    <a:lnTo>
                      <a:pt x="15" y="9748"/>
                    </a:lnTo>
                    <a:lnTo>
                      <a:pt x="0" y="10052"/>
                    </a:lnTo>
                    <a:lnTo>
                      <a:pt x="0" y="10052"/>
                    </a:lnTo>
                    <a:lnTo>
                      <a:pt x="15" y="10431"/>
                    </a:lnTo>
                    <a:lnTo>
                      <a:pt x="46" y="10810"/>
                    </a:lnTo>
                    <a:lnTo>
                      <a:pt x="91" y="11174"/>
                    </a:lnTo>
                    <a:lnTo>
                      <a:pt x="152" y="11537"/>
                    </a:lnTo>
                    <a:lnTo>
                      <a:pt x="243" y="11901"/>
                    </a:lnTo>
                    <a:lnTo>
                      <a:pt x="334" y="12250"/>
                    </a:lnTo>
                    <a:lnTo>
                      <a:pt x="455" y="12599"/>
                    </a:lnTo>
                    <a:lnTo>
                      <a:pt x="591" y="12932"/>
                    </a:lnTo>
                    <a:lnTo>
                      <a:pt x="728" y="13251"/>
                    </a:lnTo>
                    <a:lnTo>
                      <a:pt x="895" y="13569"/>
                    </a:lnTo>
                    <a:lnTo>
                      <a:pt x="1076" y="13887"/>
                    </a:lnTo>
                    <a:lnTo>
                      <a:pt x="1258" y="14175"/>
                    </a:lnTo>
                    <a:lnTo>
                      <a:pt x="1471" y="14463"/>
                    </a:lnTo>
                    <a:lnTo>
                      <a:pt x="1683" y="14751"/>
                    </a:lnTo>
                    <a:lnTo>
                      <a:pt x="1925" y="15009"/>
                    </a:lnTo>
                    <a:lnTo>
                      <a:pt x="2168" y="15267"/>
                    </a:lnTo>
                    <a:lnTo>
                      <a:pt x="2426" y="15510"/>
                    </a:lnTo>
                    <a:lnTo>
                      <a:pt x="2683" y="15752"/>
                    </a:lnTo>
                    <a:lnTo>
                      <a:pt x="2972" y="15964"/>
                    </a:lnTo>
                    <a:lnTo>
                      <a:pt x="3260" y="16177"/>
                    </a:lnTo>
                    <a:lnTo>
                      <a:pt x="3563" y="16359"/>
                    </a:lnTo>
                    <a:lnTo>
                      <a:pt x="3866" y="16540"/>
                    </a:lnTo>
                    <a:lnTo>
                      <a:pt x="4184" y="16707"/>
                    </a:lnTo>
                    <a:lnTo>
                      <a:pt x="4503" y="16844"/>
                    </a:lnTo>
                    <a:lnTo>
                      <a:pt x="4851" y="16980"/>
                    </a:lnTo>
                    <a:lnTo>
                      <a:pt x="5185" y="17101"/>
                    </a:lnTo>
                    <a:lnTo>
                      <a:pt x="5534" y="17192"/>
                    </a:lnTo>
                    <a:lnTo>
                      <a:pt x="5897" y="17283"/>
                    </a:lnTo>
                    <a:lnTo>
                      <a:pt x="6261" y="17344"/>
                    </a:lnTo>
                    <a:lnTo>
                      <a:pt x="6625" y="17389"/>
                    </a:lnTo>
                    <a:lnTo>
                      <a:pt x="7004" y="17420"/>
                    </a:lnTo>
                    <a:lnTo>
                      <a:pt x="7383" y="17435"/>
                    </a:lnTo>
                    <a:lnTo>
                      <a:pt x="7383" y="17435"/>
                    </a:lnTo>
                    <a:lnTo>
                      <a:pt x="7656" y="17420"/>
                    </a:lnTo>
                    <a:lnTo>
                      <a:pt x="7929" y="17405"/>
                    </a:lnTo>
                    <a:lnTo>
                      <a:pt x="8187" y="17389"/>
                    </a:lnTo>
                    <a:lnTo>
                      <a:pt x="8460" y="17359"/>
                    </a:lnTo>
                    <a:lnTo>
                      <a:pt x="8717" y="17314"/>
                    </a:lnTo>
                    <a:lnTo>
                      <a:pt x="8975" y="17253"/>
                    </a:lnTo>
                    <a:lnTo>
                      <a:pt x="9233" y="17192"/>
                    </a:lnTo>
                    <a:lnTo>
                      <a:pt x="9491" y="17132"/>
                    </a:lnTo>
                    <a:lnTo>
                      <a:pt x="9491" y="17132"/>
                    </a:lnTo>
                    <a:lnTo>
                      <a:pt x="19148" y="14524"/>
                    </a:lnTo>
                    <a:lnTo>
                      <a:pt x="19148" y="14524"/>
                    </a:lnTo>
                    <a:lnTo>
                      <a:pt x="19148" y="14524"/>
                    </a:lnTo>
                    <a:lnTo>
                      <a:pt x="19451" y="14448"/>
                    </a:lnTo>
                    <a:lnTo>
                      <a:pt x="19739" y="14357"/>
                    </a:lnTo>
                    <a:lnTo>
                      <a:pt x="20027" y="14251"/>
                    </a:lnTo>
                    <a:lnTo>
                      <a:pt x="20315" y="14130"/>
                    </a:lnTo>
                    <a:lnTo>
                      <a:pt x="20588" y="14009"/>
                    </a:lnTo>
                    <a:lnTo>
                      <a:pt x="20861" y="13872"/>
                    </a:lnTo>
                    <a:lnTo>
                      <a:pt x="21119" y="13721"/>
                    </a:lnTo>
                    <a:lnTo>
                      <a:pt x="21376" y="13554"/>
                    </a:lnTo>
                    <a:lnTo>
                      <a:pt x="21619" y="13387"/>
                    </a:lnTo>
                    <a:lnTo>
                      <a:pt x="21862" y="13205"/>
                    </a:lnTo>
                    <a:lnTo>
                      <a:pt x="22104" y="13023"/>
                    </a:lnTo>
                    <a:lnTo>
                      <a:pt x="22316" y="12826"/>
                    </a:lnTo>
                    <a:lnTo>
                      <a:pt x="22544" y="12614"/>
                    </a:lnTo>
                    <a:lnTo>
                      <a:pt x="22756" y="12402"/>
                    </a:lnTo>
                    <a:lnTo>
                      <a:pt x="22953" y="12174"/>
                    </a:lnTo>
                    <a:lnTo>
                      <a:pt x="23135" y="11947"/>
                    </a:lnTo>
                    <a:lnTo>
                      <a:pt x="23317" y="11704"/>
                    </a:lnTo>
                    <a:lnTo>
                      <a:pt x="23499" y="11462"/>
                    </a:lnTo>
                    <a:lnTo>
                      <a:pt x="23651" y="11204"/>
                    </a:lnTo>
                    <a:lnTo>
                      <a:pt x="23802" y="10946"/>
                    </a:lnTo>
                    <a:lnTo>
                      <a:pt x="23954" y="10673"/>
                    </a:lnTo>
                    <a:lnTo>
                      <a:pt x="24075" y="10400"/>
                    </a:lnTo>
                    <a:lnTo>
                      <a:pt x="24196" y="10127"/>
                    </a:lnTo>
                    <a:lnTo>
                      <a:pt x="24302" y="9839"/>
                    </a:lnTo>
                    <a:lnTo>
                      <a:pt x="24409" y="9551"/>
                    </a:lnTo>
                    <a:lnTo>
                      <a:pt x="24484" y="9248"/>
                    </a:lnTo>
                    <a:lnTo>
                      <a:pt x="24560" y="8945"/>
                    </a:lnTo>
                    <a:lnTo>
                      <a:pt x="24621" y="8642"/>
                    </a:lnTo>
                    <a:lnTo>
                      <a:pt x="24666" y="8323"/>
                    </a:lnTo>
                    <a:lnTo>
                      <a:pt x="24697" y="8020"/>
                    </a:lnTo>
                    <a:lnTo>
                      <a:pt x="24727" y="7702"/>
                    </a:lnTo>
                    <a:lnTo>
                      <a:pt x="24727" y="736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7"/>
              <p:cNvSpPr/>
              <p:nvPr/>
            </p:nvSpPr>
            <p:spPr>
              <a:xfrm>
                <a:off x="8271057" y="4763374"/>
                <a:ext cx="96007" cy="37817"/>
              </a:xfrm>
              <a:custGeom>
                <a:avLst/>
                <a:gdLst/>
                <a:ahLst/>
                <a:cxnLst/>
                <a:rect l="l" t="t" r="r" b="b"/>
                <a:pathLst>
                  <a:path w="2851" h="1123" extrusionOk="0">
                    <a:moveTo>
                      <a:pt x="2835" y="0"/>
                    </a:moveTo>
                    <a:lnTo>
                      <a:pt x="440" y="652"/>
                    </a:lnTo>
                    <a:lnTo>
                      <a:pt x="227" y="895"/>
                    </a:lnTo>
                    <a:lnTo>
                      <a:pt x="0" y="1122"/>
                    </a:lnTo>
                    <a:lnTo>
                      <a:pt x="0" y="1122"/>
                    </a:lnTo>
                    <a:lnTo>
                      <a:pt x="2850" y="364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rgbClr val="96A7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7"/>
              <p:cNvSpPr/>
              <p:nvPr/>
            </p:nvSpPr>
            <p:spPr>
              <a:xfrm>
                <a:off x="8271057" y="4763374"/>
                <a:ext cx="96007" cy="37817"/>
              </a:xfrm>
              <a:custGeom>
                <a:avLst/>
                <a:gdLst/>
                <a:ahLst/>
                <a:cxnLst/>
                <a:rect l="l" t="t" r="r" b="b"/>
                <a:pathLst>
                  <a:path w="2851" h="1123" fill="none" extrusionOk="0">
                    <a:moveTo>
                      <a:pt x="2835" y="0"/>
                    </a:moveTo>
                    <a:lnTo>
                      <a:pt x="440" y="652"/>
                    </a:lnTo>
                    <a:lnTo>
                      <a:pt x="440" y="652"/>
                    </a:lnTo>
                    <a:lnTo>
                      <a:pt x="227" y="895"/>
                    </a:lnTo>
                    <a:lnTo>
                      <a:pt x="0" y="1122"/>
                    </a:lnTo>
                    <a:lnTo>
                      <a:pt x="2850" y="364"/>
                    </a:lnTo>
                    <a:lnTo>
                      <a:pt x="2850" y="364"/>
                    </a:lnTo>
                    <a:lnTo>
                      <a:pt x="283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7"/>
              <p:cNvSpPr/>
              <p:nvPr/>
            </p:nvSpPr>
            <p:spPr>
              <a:xfrm>
                <a:off x="8366529" y="4285476"/>
                <a:ext cx="339511" cy="490173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4556" extrusionOk="0">
                    <a:moveTo>
                      <a:pt x="6716" y="1"/>
                    </a:moveTo>
                    <a:lnTo>
                      <a:pt x="6898" y="350"/>
                    </a:lnTo>
                    <a:lnTo>
                      <a:pt x="7201" y="607"/>
                    </a:lnTo>
                    <a:lnTo>
                      <a:pt x="7474" y="880"/>
                    </a:lnTo>
                    <a:lnTo>
                      <a:pt x="7747" y="1168"/>
                    </a:lnTo>
                    <a:lnTo>
                      <a:pt x="7990" y="1487"/>
                    </a:lnTo>
                    <a:lnTo>
                      <a:pt x="8217" y="1805"/>
                    </a:lnTo>
                    <a:lnTo>
                      <a:pt x="8429" y="2123"/>
                    </a:lnTo>
                    <a:lnTo>
                      <a:pt x="8626" y="2472"/>
                    </a:lnTo>
                    <a:lnTo>
                      <a:pt x="8808" y="2821"/>
                    </a:lnTo>
                    <a:lnTo>
                      <a:pt x="8975" y="3185"/>
                    </a:lnTo>
                    <a:lnTo>
                      <a:pt x="9112" y="3564"/>
                    </a:lnTo>
                    <a:lnTo>
                      <a:pt x="9233" y="3943"/>
                    </a:lnTo>
                    <a:lnTo>
                      <a:pt x="9339" y="4337"/>
                    </a:lnTo>
                    <a:lnTo>
                      <a:pt x="9415" y="4731"/>
                    </a:lnTo>
                    <a:lnTo>
                      <a:pt x="9475" y="5140"/>
                    </a:lnTo>
                    <a:lnTo>
                      <a:pt x="9506" y="5565"/>
                    </a:lnTo>
                    <a:lnTo>
                      <a:pt x="9521" y="5974"/>
                    </a:lnTo>
                    <a:lnTo>
                      <a:pt x="9521" y="6308"/>
                    </a:lnTo>
                    <a:lnTo>
                      <a:pt x="9491" y="6626"/>
                    </a:lnTo>
                    <a:lnTo>
                      <a:pt x="9460" y="6929"/>
                    </a:lnTo>
                    <a:lnTo>
                      <a:pt x="9415" y="7248"/>
                    </a:lnTo>
                    <a:lnTo>
                      <a:pt x="9354" y="7551"/>
                    </a:lnTo>
                    <a:lnTo>
                      <a:pt x="9278" y="7854"/>
                    </a:lnTo>
                    <a:lnTo>
                      <a:pt x="9203" y="8157"/>
                    </a:lnTo>
                    <a:lnTo>
                      <a:pt x="9096" y="8445"/>
                    </a:lnTo>
                    <a:lnTo>
                      <a:pt x="8990" y="8733"/>
                    </a:lnTo>
                    <a:lnTo>
                      <a:pt x="8869" y="9006"/>
                    </a:lnTo>
                    <a:lnTo>
                      <a:pt x="8748" y="9279"/>
                    </a:lnTo>
                    <a:lnTo>
                      <a:pt x="8596" y="9552"/>
                    </a:lnTo>
                    <a:lnTo>
                      <a:pt x="8445" y="9810"/>
                    </a:lnTo>
                    <a:lnTo>
                      <a:pt x="8293" y="10068"/>
                    </a:lnTo>
                    <a:lnTo>
                      <a:pt x="8111" y="10310"/>
                    </a:lnTo>
                    <a:lnTo>
                      <a:pt x="7929" y="10553"/>
                    </a:lnTo>
                    <a:lnTo>
                      <a:pt x="7747" y="10780"/>
                    </a:lnTo>
                    <a:lnTo>
                      <a:pt x="7550" y="11008"/>
                    </a:lnTo>
                    <a:lnTo>
                      <a:pt x="7338" y="11220"/>
                    </a:lnTo>
                    <a:lnTo>
                      <a:pt x="7110" y="11432"/>
                    </a:lnTo>
                    <a:lnTo>
                      <a:pt x="6898" y="11629"/>
                    </a:lnTo>
                    <a:lnTo>
                      <a:pt x="6656" y="11811"/>
                    </a:lnTo>
                    <a:lnTo>
                      <a:pt x="6413" y="11993"/>
                    </a:lnTo>
                    <a:lnTo>
                      <a:pt x="6170" y="12160"/>
                    </a:lnTo>
                    <a:lnTo>
                      <a:pt x="5913" y="12327"/>
                    </a:lnTo>
                    <a:lnTo>
                      <a:pt x="5655" y="12478"/>
                    </a:lnTo>
                    <a:lnTo>
                      <a:pt x="5382" y="12615"/>
                    </a:lnTo>
                    <a:lnTo>
                      <a:pt x="5109" y="12736"/>
                    </a:lnTo>
                    <a:lnTo>
                      <a:pt x="4821" y="12857"/>
                    </a:lnTo>
                    <a:lnTo>
                      <a:pt x="4533" y="12963"/>
                    </a:lnTo>
                    <a:lnTo>
                      <a:pt x="4245" y="13054"/>
                    </a:lnTo>
                    <a:lnTo>
                      <a:pt x="3942" y="13130"/>
                    </a:lnTo>
                    <a:lnTo>
                      <a:pt x="0" y="14191"/>
                    </a:lnTo>
                    <a:lnTo>
                      <a:pt x="15" y="14555"/>
                    </a:lnTo>
                    <a:lnTo>
                      <a:pt x="4518" y="13342"/>
                    </a:lnTo>
                    <a:lnTo>
                      <a:pt x="4806" y="13267"/>
                    </a:lnTo>
                    <a:lnTo>
                      <a:pt x="5109" y="13160"/>
                    </a:lnTo>
                    <a:lnTo>
                      <a:pt x="5382" y="13054"/>
                    </a:lnTo>
                    <a:lnTo>
                      <a:pt x="5670" y="12948"/>
                    </a:lnTo>
                    <a:lnTo>
                      <a:pt x="5943" y="12812"/>
                    </a:lnTo>
                    <a:lnTo>
                      <a:pt x="6216" y="12675"/>
                    </a:lnTo>
                    <a:lnTo>
                      <a:pt x="6474" y="12524"/>
                    </a:lnTo>
                    <a:lnTo>
                      <a:pt x="6731" y="12372"/>
                    </a:lnTo>
                    <a:lnTo>
                      <a:pt x="6989" y="12205"/>
                    </a:lnTo>
                    <a:lnTo>
                      <a:pt x="7232" y="12023"/>
                    </a:lnTo>
                    <a:lnTo>
                      <a:pt x="7459" y="11826"/>
                    </a:lnTo>
                    <a:lnTo>
                      <a:pt x="7686" y="11629"/>
                    </a:lnTo>
                    <a:lnTo>
                      <a:pt x="7899" y="11432"/>
                    </a:lnTo>
                    <a:lnTo>
                      <a:pt x="8111" y="11220"/>
                    </a:lnTo>
                    <a:lnTo>
                      <a:pt x="8308" y="10992"/>
                    </a:lnTo>
                    <a:lnTo>
                      <a:pt x="8505" y="10765"/>
                    </a:lnTo>
                    <a:lnTo>
                      <a:pt x="8687" y="10522"/>
                    </a:lnTo>
                    <a:lnTo>
                      <a:pt x="8854" y="10265"/>
                    </a:lnTo>
                    <a:lnTo>
                      <a:pt x="9021" y="10022"/>
                    </a:lnTo>
                    <a:lnTo>
                      <a:pt x="9172" y="9764"/>
                    </a:lnTo>
                    <a:lnTo>
                      <a:pt x="9309" y="9492"/>
                    </a:lnTo>
                    <a:lnTo>
                      <a:pt x="9445" y="9219"/>
                    </a:lnTo>
                    <a:lnTo>
                      <a:pt x="9551" y="8931"/>
                    </a:lnTo>
                    <a:lnTo>
                      <a:pt x="9673" y="8643"/>
                    </a:lnTo>
                    <a:lnTo>
                      <a:pt x="9763" y="8354"/>
                    </a:lnTo>
                    <a:lnTo>
                      <a:pt x="9854" y="8066"/>
                    </a:lnTo>
                    <a:lnTo>
                      <a:pt x="9915" y="7763"/>
                    </a:lnTo>
                    <a:lnTo>
                      <a:pt x="9976" y="7460"/>
                    </a:lnTo>
                    <a:lnTo>
                      <a:pt x="10021" y="7142"/>
                    </a:lnTo>
                    <a:lnTo>
                      <a:pt x="10067" y="6823"/>
                    </a:lnTo>
                    <a:lnTo>
                      <a:pt x="10082" y="6505"/>
                    </a:lnTo>
                    <a:lnTo>
                      <a:pt x="10082" y="6187"/>
                    </a:lnTo>
                    <a:lnTo>
                      <a:pt x="10067" y="5701"/>
                    </a:lnTo>
                    <a:lnTo>
                      <a:pt x="10021" y="5231"/>
                    </a:lnTo>
                    <a:lnTo>
                      <a:pt x="9945" y="4761"/>
                    </a:lnTo>
                    <a:lnTo>
                      <a:pt x="9839" y="4307"/>
                    </a:lnTo>
                    <a:lnTo>
                      <a:pt x="9718" y="3867"/>
                    </a:lnTo>
                    <a:lnTo>
                      <a:pt x="9551" y="3427"/>
                    </a:lnTo>
                    <a:lnTo>
                      <a:pt x="9369" y="3018"/>
                    </a:lnTo>
                    <a:lnTo>
                      <a:pt x="9157" y="2609"/>
                    </a:lnTo>
                    <a:lnTo>
                      <a:pt x="8930" y="2214"/>
                    </a:lnTo>
                    <a:lnTo>
                      <a:pt x="8672" y="1851"/>
                    </a:lnTo>
                    <a:lnTo>
                      <a:pt x="8399" y="1487"/>
                    </a:lnTo>
                    <a:lnTo>
                      <a:pt x="8096" y="1153"/>
                    </a:lnTo>
                    <a:lnTo>
                      <a:pt x="7777" y="835"/>
                    </a:lnTo>
                    <a:lnTo>
                      <a:pt x="7444" y="532"/>
                    </a:lnTo>
                    <a:lnTo>
                      <a:pt x="7080" y="259"/>
                    </a:lnTo>
                    <a:lnTo>
                      <a:pt x="6716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7"/>
              <p:cNvSpPr/>
              <p:nvPr/>
            </p:nvSpPr>
            <p:spPr>
              <a:xfrm>
                <a:off x="8285841" y="4297229"/>
                <a:ext cx="401305" cy="488119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14495" extrusionOk="0">
                    <a:moveTo>
                      <a:pt x="9294" y="1"/>
                    </a:moveTo>
                    <a:lnTo>
                      <a:pt x="9476" y="380"/>
                    </a:lnTo>
                    <a:lnTo>
                      <a:pt x="9643" y="774"/>
                    </a:lnTo>
                    <a:lnTo>
                      <a:pt x="9779" y="1168"/>
                    </a:lnTo>
                    <a:lnTo>
                      <a:pt x="9885" y="1593"/>
                    </a:lnTo>
                    <a:lnTo>
                      <a:pt x="9976" y="2017"/>
                    </a:lnTo>
                    <a:lnTo>
                      <a:pt x="10037" y="2442"/>
                    </a:lnTo>
                    <a:lnTo>
                      <a:pt x="10082" y="2881"/>
                    </a:lnTo>
                    <a:lnTo>
                      <a:pt x="10098" y="3321"/>
                    </a:lnTo>
                    <a:lnTo>
                      <a:pt x="10082" y="3654"/>
                    </a:lnTo>
                    <a:lnTo>
                      <a:pt x="10067" y="3973"/>
                    </a:lnTo>
                    <a:lnTo>
                      <a:pt x="10037" y="4276"/>
                    </a:lnTo>
                    <a:lnTo>
                      <a:pt x="9992" y="4594"/>
                    </a:lnTo>
                    <a:lnTo>
                      <a:pt x="9931" y="4898"/>
                    </a:lnTo>
                    <a:lnTo>
                      <a:pt x="9855" y="5201"/>
                    </a:lnTo>
                    <a:lnTo>
                      <a:pt x="9764" y="5489"/>
                    </a:lnTo>
                    <a:lnTo>
                      <a:pt x="9673" y="5792"/>
                    </a:lnTo>
                    <a:lnTo>
                      <a:pt x="9567" y="6065"/>
                    </a:lnTo>
                    <a:lnTo>
                      <a:pt x="9446" y="6353"/>
                    </a:lnTo>
                    <a:lnTo>
                      <a:pt x="9309" y="6626"/>
                    </a:lnTo>
                    <a:lnTo>
                      <a:pt x="9173" y="6899"/>
                    </a:lnTo>
                    <a:lnTo>
                      <a:pt x="9021" y="7156"/>
                    </a:lnTo>
                    <a:lnTo>
                      <a:pt x="8854" y="7414"/>
                    </a:lnTo>
                    <a:lnTo>
                      <a:pt x="8688" y="7657"/>
                    </a:lnTo>
                    <a:lnTo>
                      <a:pt x="8506" y="7899"/>
                    </a:lnTo>
                    <a:lnTo>
                      <a:pt x="8324" y="8127"/>
                    </a:lnTo>
                    <a:lnTo>
                      <a:pt x="8112" y="8354"/>
                    </a:lnTo>
                    <a:lnTo>
                      <a:pt x="7915" y="8566"/>
                    </a:lnTo>
                    <a:lnTo>
                      <a:pt x="7687" y="8779"/>
                    </a:lnTo>
                    <a:lnTo>
                      <a:pt x="7460" y="8976"/>
                    </a:lnTo>
                    <a:lnTo>
                      <a:pt x="7232" y="9158"/>
                    </a:lnTo>
                    <a:lnTo>
                      <a:pt x="6990" y="9340"/>
                    </a:lnTo>
                    <a:lnTo>
                      <a:pt x="6747" y="9506"/>
                    </a:lnTo>
                    <a:lnTo>
                      <a:pt x="6489" y="9673"/>
                    </a:lnTo>
                    <a:lnTo>
                      <a:pt x="6217" y="9810"/>
                    </a:lnTo>
                    <a:lnTo>
                      <a:pt x="5959" y="9961"/>
                    </a:lnTo>
                    <a:lnTo>
                      <a:pt x="5686" y="10082"/>
                    </a:lnTo>
                    <a:lnTo>
                      <a:pt x="5398" y="10204"/>
                    </a:lnTo>
                    <a:lnTo>
                      <a:pt x="5110" y="10310"/>
                    </a:lnTo>
                    <a:lnTo>
                      <a:pt x="4822" y="10401"/>
                    </a:lnTo>
                    <a:lnTo>
                      <a:pt x="4519" y="10477"/>
                    </a:lnTo>
                    <a:lnTo>
                      <a:pt x="2305" y="11068"/>
                    </a:lnTo>
                    <a:lnTo>
                      <a:pt x="2063" y="11508"/>
                    </a:lnTo>
                    <a:lnTo>
                      <a:pt x="1820" y="11947"/>
                    </a:lnTo>
                    <a:lnTo>
                      <a:pt x="1547" y="12387"/>
                    </a:lnTo>
                    <a:lnTo>
                      <a:pt x="1274" y="12827"/>
                    </a:lnTo>
                    <a:lnTo>
                      <a:pt x="971" y="13251"/>
                    </a:lnTo>
                    <a:lnTo>
                      <a:pt x="668" y="13676"/>
                    </a:lnTo>
                    <a:lnTo>
                      <a:pt x="349" y="14085"/>
                    </a:lnTo>
                    <a:lnTo>
                      <a:pt x="1" y="14494"/>
                    </a:lnTo>
                    <a:lnTo>
                      <a:pt x="1" y="14494"/>
                    </a:lnTo>
                    <a:lnTo>
                      <a:pt x="2396" y="13842"/>
                    </a:lnTo>
                    <a:lnTo>
                      <a:pt x="6338" y="12781"/>
                    </a:lnTo>
                    <a:lnTo>
                      <a:pt x="6641" y="12705"/>
                    </a:lnTo>
                    <a:lnTo>
                      <a:pt x="6929" y="12614"/>
                    </a:lnTo>
                    <a:lnTo>
                      <a:pt x="7217" y="12508"/>
                    </a:lnTo>
                    <a:lnTo>
                      <a:pt x="7505" y="12387"/>
                    </a:lnTo>
                    <a:lnTo>
                      <a:pt x="7778" y="12266"/>
                    </a:lnTo>
                    <a:lnTo>
                      <a:pt x="8051" y="12129"/>
                    </a:lnTo>
                    <a:lnTo>
                      <a:pt x="8309" y="11978"/>
                    </a:lnTo>
                    <a:lnTo>
                      <a:pt x="8566" y="11811"/>
                    </a:lnTo>
                    <a:lnTo>
                      <a:pt x="8809" y="11644"/>
                    </a:lnTo>
                    <a:lnTo>
                      <a:pt x="9052" y="11462"/>
                    </a:lnTo>
                    <a:lnTo>
                      <a:pt x="9294" y="11280"/>
                    </a:lnTo>
                    <a:lnTo>
                      <a:pt x="9506" y="11083"/>
                    </a:lnTo>
                    <a:lnTo>
                      <a:pt x="9734" y="10871"/>
                    </a:lnTo>
                    <a:lnTo>
                      <a:pt x="9946" y="10659"/>
                    </a:lnTo>
                    <a:lnTo>
                      <a:pt x="10143" y="10431"/>
                    </a:lnTo>
                    <a:lnTo>
                      <a:pt x="10325" y="10204"/>
                    </a:lnTo>
                    <a:lnTo>
                      <a:pt x="10507" y="9961"/>
                    </a:lnTo>
                    <a:lnTo>
                      <a:pt x="10689" y="9719"/>
                    </a:lnTo>
                    <a:lnTo>
                      <a:pt x="10841" y="9461"/>
                    </a:lnTo>
                    <a:lnTo>
                      <a:pt x="10992" y="9203"/>
                    </a:lnTo>
                    <a:lnTo>
                      <a:pt x="11144" y="8930"/>
                    </a:lnTo>
                    <a:lnTo>
                      <a:pt x="11265" y="8657"/>
                    </a:lnTo>
                    <a:lnTo>
                      <a:pt x="11386" y="8384"/>
                    </a:lnTo>
                    <a:lnTo>
                      <a:pt x="11492" y="8096"/>
                    </a:lnTo>
                    <a:lnTo>
                      <a:pt x="11599" y="7808"/>
                    </a:lnTo>
                    <a:lnTo>
                      <a:pt x="11674" y="7505"/>
                    </a:lnTo>
                    <a:lnTo>
                      <a:pt x="11750" y="7202"/>
                    </a:lnTo>
                    <a:lnTo>
                      <a:pt x="11811" y="6899"/>
                    </a:lnTo>
                    <a:lnTo>
                      <a:pt x="11856" y="6580"/>
                    </a:lnTo>
                    <a:lnTo>
                      <a:pt x="11887" y="6277"/>
                    </a:lnTo>
                    <a:lnTo>
                      <a:pt x="11917" y="5959"/>
                    </a:lnTo>
                    <a:lnTo>
                      <a:pt x="11917" y="5625"/>
                    </a:lnTo>
                    <a:lnTo>
                      <a:pt x="11902" y="5216"/>
                    </a:lnTo>
                    <a:lnTo>
                      <a:pt x="11871" y="4791"/>
                    </a:lnTo>
                    <a:lnTo>
                      <a:pt x="11811" y="4382"/>
                    </a:lnTo>
                    <a:lnTo>
                      <a:pt x="11735" y="3988"/>
                    </a:lnTo>
                    <a:lnTo>
                      <a:pt x="11629" y="3594"/>
                    </a:lnTo>
                    <a:lnTo>
                      <a:pt x="11508" y="3215"/>
                    </a:lnTo>
                    <a:lnTo>
                      <a:pt x="11371" y="2836"/>
                    </a:lnTo>
                    <a:lnTo>
                      <a:pt x="11204" y="2472"/>
                    </a:lnTo>
                    <a:lnTo>
                      <a:pt x="11022" y="2123"/>
                    </a:lnTo>
                    <a:lnTo>
                      <a:pt x="10825" y="1774"/>
                    </a:lnTo>
                    <a:lnTo>
                      <a:pt x="10613" y="1456"/>
                    </a:lnTo>
                    <a:lnTo>
                      <a:pt x="10386" y="1138"/>
                    </a:lnTo>
                    <a:lnTo>
                      <a:pt x="10143" y="819"/>
                    </a:lnTo>
                    <a:lnTo>
                      <a:pt x="9870" y="531"/>
                    </a:lnTo>
                    <a:lnTo>
                      <a:pt x="9597" y="258"/>
                    </a:lnTo>
                    <a:lnTo>
                      <a:pt x="9294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7"/>
              <p:cNvSpPr/>
              <p:nvPr/>
            </p:nvSpPr>
            <p:spPr>
              <a:xfrm>
                <a:off x="8285841" y="4297229"/>
                <a:ext cx="401305" cy="488119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14495" fill="none" extrusionOk="0">
                    <a:moveTo>
                      <a:pt x="9294" y="1"/>
                    </a:moveTo>
                    <a:lnTo>
                      <a:pt x="9294" y="1"/>
                    </a:lnTo>
                    <a:lnTo>
                      <a:pt x="9476" y="380"/>
                    </a:lnTo>
                    <a:lnTo>
                      <a:pt x="9643" y="774"/>
                    </a:lnTo>
                    <a:lnTo>
                      <a:pt x="9779" y="1168"/>
                    </a:lnTo>
                    <a:lnTo>
                      <a:pt x="9885" y="1593"/>
                    </a:lnTo>
                    <a:lnTo>
                      <a:pt x="9976" y="2017"/>
                    </a:lnTo>
                    <a:lnTo>
                      <a:pt x="10037" y="2442"/>
                    </a:lnTo>
                    <a:lnTo>
                      <a:pt x="10082" y="2881"/>
                    </a:lnTo>
                    <a:lnTo>
                      <a:pt x="10098" y="3321"/>
                    </a:lnTo>
                    <a:lnTo>
                      <a:pt x="10098" y="3321"/>
                    </a:lnTo>
                    <a:lnTo>
                      <a:pt x="10082" y="3654"/>
                    </a:lnTo>
                    <a:lnTo>
                      <a:pt x="10067" y="3973"/>
                    </a:lnTo>
                    <a:lnTo>
                      <a:pt x="10037" y="4276"/>
                    </a:lnTo>
                    <a:lnTo>
                      <a:pt x="9992" y="4594"/>
                    </a:lnTo>
                    <a:lnTo>
                      <a:pt x="9931" y="4898"/>
                    </a:lnTo>
                    <a:lnTo>
                      <a:pt x="9855" y="5201"/>
                    </a:lnTo>
                    <a:lnTo>
                      <a:pt x="9764" y="5489"/>
                    </a:lnTo>
                    <a:lnTo>
                      <a:pt x="9673" y="5792"/>
                    </a:lnTo>
                    <a:lnTo>
                      <a:pt x="9567" y="6065"/>
                    </a:lnTo>
                    <a:lnTo>
                      <a:pt x="9446" y="6353"/>
                    </a:lnTo>
                    <a:lnTo>
                      <a:pt x="9309" y="6626"/>
                    </a:lnTo>
                    <a:lnTo>
                      <a:pt x="9173" y="6899"/>
                    </a:lnTo>
                    <a:lnTo>
                      <a:pt x="9021" y="7156"/>
                    </a:lnTo>
                    <a:lnTo>
                      <a:pt x="8854" y="7414"/>
                    </a:lnTo>
                    <a:lnTo>
                      <a:pt x="8688" y="7657"/>
                    </a:lnTo>
                    <a:lnTo>
                      <a:pt x="8506" y="7899"/>
                    </a:lnTo>
                    <a:lnTo>
                      <a:pt x="8324" y="8127"/>
                    </a:lnTo>
                    <a:lnTo>
                      <a:pt x="8112" y="8354"/>
                    </a:lnTo>
                    <a:lnTo>
                      <a:pt x="7915" y="8566"/>
                    </a:lnTo>
                    <a:lnTo>
                      <a:pt x="7687" y="8779"/>
                    </a:lnTo>
                    <a:lnTo>
                      <a:pt x="7460" y="8976"/>
                    </a:lnTo>
                    <a:lnTo>
                      <a:pt x="7232" y="9158"/>
                    </a:lnTo>
                    <a:lnTo>
                      <a:pt x="6990" y="9340"/>
                    </a:lnTo>
                    <a:lnTo>
                      <a:pt x="6747" y="9506"/>
                    </a:lnTo>
                    <a:lnTo>
                      <a:pt x="6489" y="9673"/>
                    </a:lnTo>
                    <a:lnTo>
                      <a:pt x="6217" y="9810"/>
                    </a:lnTo>
                    <a:lnTo>
                      <a:pt x="5959" y="9961"/>
                    </a:lnTo>
                    <a:lnTo>
                      <a:pt x="5686" y="10082"/>
                    </a:lnTo>
                    <a:lnTo>
                      <a:pt x="5398" y="10204"/>
                    </a:lnTo>
                    <a:lnTo>
                      <a:pt x="5110" y="10310"/>
                    </a:lnTo>
                    <a:lnTo>
                      <a:pt x="4822" y="10401"/>
                    </a:lnTo>
                    <a:lnTo>
                      <a:pt x="4519" y="10477"/>
                    </a:lnTo>
                    <a:lnTo>
                      <a:pt x="4519" y="10477"/>
                    </a:lnTo>
                    <a:lnTo>
                      <a:pt x="2305" y="11068"/>
                    </a:lnTo>
                    <a:lnTo>
                      <a:pt x="2305" y="11068"/>
                    </a:lnTo>
                    <a:lnTo>
                      <a:pt x="2063" y="11508"/>
                    </a:lnTo>
                    <a:lnTo>
                      <a:pt x="1820" y="11947"/>
                    </a:lnTo>
                    <a:lnTo>
                      <a:pt x="1547" y="12387"/>
                    </a:lnTo>
                    <a:lnTo>
                      <a:pt x="1274" y="12827"/>
                    </a:lnTo>
                    <a:lnTo>
                      <a:pt x="971" y="13251"/>
                    </a:lnTo>
                    <a:lnTo>
                      <a:pt x="668" y="13676"/>
                    </a:lnTo>
                    <a:lnTo>
                      <a:pt x="349" y="14085"/>
                    </a:lnTo>
                    <a:lnTo>
                      <a:pt x="1" y="14494"/>
                    </a:lnTo>
                    <a:lnTo>
                      <a:pt x="2396" y="13842"/>
                    </a:lnTo>
                    <a:lnTo>
                      <a:pt x="6338" y="12781"/>
                    </a:lnTo>
                    <a:lnTo>
                      <a:pt x="6338" y="12781"/>
                    </a:lnTo>
                    <a:lnTo>
                      <a:pt x="6338" y="12781"/>
                    </a:lnTo>
                    <a:lnTo>
                      <a:pt x="6641" y="12705"/>
                    </a:lnTo>
                    <a:lnTo>
                      <a:pt x="6929" y="12614"/>
                    </a:lnTo>
                    <a:lnTo>
                      <a:pt x="7217" y="12508"/>
                    </a:lnTo>
                    <a:lnTo>
                      <a:pt x="7505" y="12387"/>
                    </a:lnTo>
                    <a:lnTo>
                      <a:pt x="7778" y="12266"/>
                    </a:lnTo>
                    <a:lnTo>
                      <a:pt x="8051" y="12129"/>
                    </a:lnTo>
                    <a:lnTo>
                      <a:pt x="8309" y="11978"/>
                    </a:lnTo>
                    <a:lnTo>
                      <a:pt x="8566" y="11811"/>
                    </a:lnTo>
                    <a:lnTo>
                      <a:pt x="8809" y="11644"/>
                    </a:lnTo>
                    <a:lnTo>
                      <a:pt x="9052" y="11462"/>
                    </a:lnTo>
                    <a:lnTo>
                      <a:pt x="9294" y="11280"/>
                    </a:lnTo>
                    <a:lnTo>
                      <a:pt x="9506" y="11083"/>
                    </a:lnTo>
                    <a:lnTo>
                      <a:pt x="9734" y="10871"/>
                    </a:lnTo>
                    <a:lnTo>
                      <a:pt x="9946" y="10659"/>
                    </a:lnTo>
                    <a:lnTo>
                      <a:pt x="10143" y="10431"/>
                    </a:lnTo>
                    <a:lnTo>
                      <a:pt x="10325" y="10204"/>
                    </a:lnTo>
                    <a:lnTo>
                      <a:pt x="10507" y="9961"/>
                    </a:lnTo>
                    <a:lnTo>
                      <a:pt x="10689" y="9719"/>
                    </a:lnTo>
                    <a:lnTo>
                      <a:pt x="10841" y="9461"/>
                    </a:lnTo>
                    <a:lnTo>
                      <a:pt x="10992" y="9203"/>
                    </a:lnTo>
                    <a:lnTo>
                      <a:pt x="11144" y="8930"/>
                    </a:lnTo>
                    <a:lnTo>
                      <a:pt x="11265" y="8657"/>
                    </a:lnTo>
                    <a:lnTo>
                      <a:pt x="11386" y="8384"/>
                    </a:lnTo>
                    <a:lnTo>
                      <a:pt x="11492" y="8096"/>
                    </a:lnTo>
                    <a:lnTo>
                      <a:pt x="11599" y="7808"/>
                    </a:lnTo>
                    <a:lnTo>
                      <a:pt x="11674" y="7505"/>
                    </a:lnTo>
                    <a:lnTo>
                      <a:pt x="11750" y="7202"/>
                    </a:lnTo>
                    <a:lnTo>
                      <a:pt x="11811" y="6899"/>
                    </a:lnTo>
                    <a:lnTo>
                      <a:pt x="11856" y="6580"/>
                    </a:lnTo>
                    <a:lnTo>
                      <a:pt x="11887" y="6277"/>
                    </a:lnTo>
                    <a:lnTo>
                      <a:pt x="11917" y="5959"/>
                    </a:lnTo>
                    <a:lnTo>
                      <a:pt x="11917" y="5625"/>
                    </a:lnTo>
                    <a:lnTo>
                      <a:pt x="11917" y="5625"/>
                    </a:lnTo>
                    <a:lnTo>
                      <a:pt x="11902" y="5216"/>
                    </a:lnTo>
                    <a:lnTo>
                      <a:pt x="11871" y="4791"/>
                    </a:lnTo>
                    <a:lnTo>
                      <a:pt x="11811" y="4382"/>
                    </a:lnTo>
                    <a:lnTo>
                      <a:pt x="11735" y="3988"/>
                    </a:lnTo>
                    <a:lnTo>
                      <a:pt x="11629" y="3594"/>
                    </a:lnTo>
                    <a:lnTo>
                      <a:pt x="11508" y="3215"/>
                    </a:lnTo>
                    <a:lnTo>
                      <a:pt x="11371" y="2836"/>
                    </a:lnTo>
                    <a:lnTo>
                      <a:pt x="11204" y="2472"/>
                    </a:lnTo>
                    <a:lnTo>
                      <a:pt x="11022" y="2123"/>
                    </a:lnTo>
                    <a:lnTo>
                      <a:pt x="10825" y="1774"/>
                    </a:lnTo>
                    <a:lnTo>
                      <a:pt x="10613" y="1456"/>
                    </a:lnTo>
                    <a:lnTo>
                      <a:pt x="10386" y="1138"/>
                    </a:lnTo>
                    <a:lnTo>
                      <a:pt x="10143" y="819"/>
                    </a:lnTo>
                    <a:lnTo>
                      <a:pt x="9870" y="531"/>
                    </a:lnTo>
                    <a:lnTo>
                      <a:pt x="9597" y="258"/>
                    </a:lnTo>
                    <a:lnTo>
                      <a:pt x="929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7"/>
              <p:cNvSpPr/>
              <p:nvPr/>
            </p:nvSpPr>
            <p:spPr>
              <a:xfrm>
                <a:off x="7869739" y="4348787"/>
                <a:ext cx="468722" cy="468722"/>
              </a:xfrm>
              <a:custGeom>
                <a:avLst/>
                <a:gdLst/>
                <a:ahLst/>
                <a:cxnLst/>
                <a:rect l="l" t="t" r="r" b="b"/>
                <a:pathLst>
                  <a:path w="13919" h="13919" extrusionOk="0">
                    <a:moveTo>
                      <a:pt x="6960" y="1"/>
                    </a:moveTo>
                    <a:lnTo>
                      <a:pt x="6596" y="16"/>
                    </a:lnTo>
                    <a:lnTo>
                      <a:pt x="6247" y="31"/>
                    </a:lnTo>
                    <a:lnTo>
                      <a:pt x="5898" y="77"/>
                    </a:lnTo>
                    <a:lnTo>
                      <a:pt x="5565" y="137"/>
                    </a:lnTo>
                    <a:lnTo>
                      <a:pt x="5216" y="228"/>
                    </a:lnTo>
                    <a:lnTo>
                      <a:pt x="4898" y="319"/>
                    </a:lnTo>
                    <a:lnTo>
                      <a:pt x="4564" y="425"/>
                    </a:lnTo>
                    <a:lnTo>
                      <a:pt x="4246" y="547"/>
                    </a:lnTo>
                    <a:lnTo>
                      <a:pt x="3943" y="683"/>
                    </a:lnTo>
                    <a:lnTo>
                      <a:pt x="3639" y="850"/>
                    </a:lnTo>
                    <a:lnTo>
                      <a:pt x="3351" y="1017"/>
                    </a:lnTo>
                    <a:lnTo>
                      <a:pt x="3063" y="1199"/>
                    </a:lnTo>
                    <a:lnTo>
                      <a:pt x="2790" y="1381"/>
                    </a:lnTo>
                    <a:lnTo>
                      <a:pt x="2533" y="1593"/>
                    </a:lnTo>
                    <a:lnTo>
                      <a:pt x="2275" y="1805"/>
                    </a:lnTo>
                    <a:lnTo>
                      <a:pt x="2048" y="2048"/>
                    </a:lnTo>
                    <a:lnTo>
                      <a:pt x="1805" y="2290"/>
                    </a:lnTo>
                    <a:lnTo>
                      <a:pt x="1593" y="2533"/>
                    </a:lnTo>
                    <a:lnTo>
                      <a:pt x="1380" y="2806"/>
                    </a:lnTo>
                    <a:lnTo>
                      <a:pt x="1183" y="3079"/>
                    </a:lnTo>
                    <a:lnTo>
                      <a:pt x="1001" y="3351"/>
                    </a:lnTo>
                    <a:lnTo>
                      <a:pt x="835" y="3639"/>
                    </a:lnTo>
                    <a:lnTo>
                      <a:pt x="683" y="3943"/>
                    </a:lnTo>
                    <a:lnTo>
                      <a:pt x="547" y="4261"/>
                    </a:lnTo>
                    <a:lnTo>
                      <a:pt x="425" y="4564"/>
                    </a:lnTo>
                    <a:lnTo>
                      <a:pt x="319" y="4898"/>
                    </a:lnTo>
                    <a:lnTo>
                      <a:pt x="213" y="5216"/>
                    </a:lnTo>
                    <a:lnTo>
                      <a:pt x="137" y="5565"/>
                    </a:lnTo>
                    <a:lnTo>
                      <a:pt x="77" y="5898"/>
                    </a:lnTo>
                    <a:lnTo>
                      <a:pt x="31" y="6247"/>
                    </a:lnTo>
                    <a:lnTo>
                      <a:pt x="16" y="6596"/>
                    </a:lnTo>
                    <a:lnTo>
                      <a:pt x="1" y="6960"/>
                    </a:lnTo>
                    <a:lnTo>
                      <a:pt x="16" y="7323"/>
                    </a:lnTo>
                    <a:lnTo>
                      <a:pt x="31" y="7672"/>
                    </a:lnTo>
                    <a:lnTo>
                      <a:pt x="77" y="8021"/>
                    </a:lnTo>
                    <a:lnTo>
                      <a:pt x="137" y="8354"/>
                    </a:lnTo>
                    <a:lnTo>
                      <a:pt x="213" y="8703"/>
                    </a:lnTo>
                    <a:lnTo>
                      <a:pt x="319" y="9021"/>
                    </a:lnTo>
                    <a:lnTo>
                      <a:pt x="425" y="9355"/>
                    </a:lnTo>
                    <a:lnTo>
                      <a:pt x="547" y="9673"/>
                    </a:lnTo>
                    <a:lnTo>
                      <a:pt x="683" y="9977"/>
                    </a:lnTo>
                    <a:lnTo>
                      <a:pt x="835" y="10280"/>
                    </a:lnTo>
                    <a:lnTo>
                      <a:pt x="1001" y="10568"/>
                    </a:lnTo>
                    <a:lnTo>
                      <a:pt x="1183" y="10841"/>
                    </a:lnTo>
                    <a:lnTo>
                      <a:pt x="1380" y="11114"/>
                    </a:lnTo>
                    <a:lnTo>
                      <a:pt x="1593" y="11387"/>
                    </a:lnTo>
                    <a:lnTo>
                      <a:pt x="1805" y="11644"/>
                    </a:lnTo>
                    <a:lnTo>
                      <a:pt x="2048" y="11872"/>
                    </a:lnTo>
                    <a:lnTo>
                      <a:pt x="2275" y="12114"/>
                    </a:lnTo>
                    <a:lnTo>
                      <a:pt x="2533" y="12326"/>
                    </a:lnTo>
                    <a:lnTo>
                      <a:pt x="2790" y="12539"/>
                    </a:lnTo>
                    <a:lnTo>
                      <a:pt x="3063" y="12736"/>
                    </a:lnTo>
                    <a:lnTo>
                      <a:pt x="3351" y="12903"/>
                    </a:lnTo>
                    <a:lnTo>
                      <a:pt x="3639" y="13085"/>
                    </a:lnTo>
                    <a:lnTo>
                      <a:pt x="3943" y="13236"/>
                    </a:lnTo>
                    <a:lnTo>
                      <a:pt x="4246" y="13373"/>
                    </a:lnTo>
                    <a:lnTo>
                      <a:pt x="4564" y="13494"/>
                    </a:lnTo>
                    <a:lnTo>
                      <a:pt x="4898" y="13600"/>
                    </a:lnTo>
                    <a:lnTo>
                      <a:pt x="5216" y="13706"/>
                    </a:lnTo>
                    <a:lnTo>
                      <a:pt x="5565" y="13782"/>
                    </a:lnTo>
                    <a:lnTo>
                      <a:pt x="5898" y="13843"/>
                    </a:lnTo>
                    <a:lnTo>
                      <a:pt x="6247" y="13888"/>
                    </a:lnTo>
                    <a:lnTo>
                      <a:pt x="6596" y="13903"/>
                    </a:lnTo>
                    <a:lnTo>
                      <a:pt x="6960" y="13918"/>
                    </a:lnTo>
                    <a:lnTo>
                      <a:pt x="7323" y="13903"/>
                    </a:lnTo>
                    <a:lnTo>
                      <a:pt x="7672" y="13888"/>
                    </a:lnTo>
                    <a:lnTo>
                      <a:pt x="8021" y="13843"/>
                    </a:lnTo>
                    <a:lnTo>
                      <a:pt x="8354" y="13782"/>
                    </a:lnTo>
                    <a:lnTo>
                      <a:pt x="8703" y="13706"/>
                    </a:lnTo>
                    <a:lnTo>
                      <a:pt x="9021" y="13600"/>
                    </a:lnTo>
                    <a:lnTo>
                      <a:pt x="9355" y="13494"/>
                    </a:lnTo>
                    <a:lnTo>
                      <a:pt x="9658" y="13373"/>
                    </a:lnTo>
                    <a:lnTo>
                      <a:pt x="9977" y="13236"/>
                    </a:lnTo>
                    <a:lnTo>
                      <a:pt x="10280" y="13085"/>
                    </a:lnTo>
                    <a:lnTo>
                      <a:pt x="10568" y="12903"/>
                    </a:lnTo>
                    <a:lnTo>
                      <a:pt x="10841" y="12736"/>
                    </a:lnTo>
                    <a:lnTo>
                      <a:pt x="11114" y="12539"/>
                    </a:lnTo>
                    <a:lnTo>
                      <a:pt x="11386" y="12326"/>
                    </a:lnTo>
                    <a:lnTo>
                      <a:pt x="11629" y="12114"/>
                    </a:lnTo>
                    <a:lnTo>
                      <a:pt x="11872" y="11872"/>
                    </a:lnTo>
                    <a:lnTo>
                      <a:pt x="12114" y="11644"/>
                    </a:lnTo>
                    <a:lnTo>
                      <a:pt x="12326" y="11387"/>
                    </a:lnTo>
                    <a:lnTo>
                      <a:pt x="12539" y="11114"/>
                    </a:lnTo>
                    <a:lnTo>
                      <a:pt x="12721" y="10841"/>
                    </a:lnTo>
                    <a:lnTo>
                      <a:pt x="12902" y="10568"/>
                    </a:lnTo>
                    <a:lnTo>
                      <a:pt x="13069" y="10280"/>
                    </a:lnTo>
                    <a:lnTo>
                      <a:pt x="13236" y="9977"/>
                    </a:lnTo>
                    <a:lnTo>
                      <a:pt x="13372" y="9673"/>
                    </a:lnTo>
                    <a:lnTo>
                      <a:pt x="13494" y="9355"/>
                    </a:lnTo>
                    <a:lnTo>
                      <a:pt x="13600" y="9021"/>
                    </a:lnTo>
                    <a:lnTo>
                      <a:pt x="13691" y="8703"/>
                    </a:lnTo>
                    <a:lnTo>
                      <a:pt x="13782" y="8354"/>
                    </a:lnTo>
                    <a:lnTo>
                      <a:pt x="13842" y="8021"/>
                    </a:lnTo>
                    <a:lnTo>
                      <a:pt x="13888" y="7672"/>
                    </a:lnTo>
                    <a:lnTo>
                      <a:pt x="13903" y="7323"/>
                    </a:lnTo>
                    <a:lnTo>
                      <a:pt x="13918" y="6960"/>
                    </a:lnTo>
                    <a:lnTo>
                      <a:pt x="13903" y="6596"/>
                    </a:lnTo>
                    <a:lnTo>
                      <a:pt x="13888" y="6247"/>
                    </a:lnTo>
                    <a:lnTo>
                      <a:pt x="13842" y="5898"/>
                    </a:lnTo>
                    <a:lnTo>
                      <a:pt x="13782" y="5565"/>
                    </a:lnTo>
                    <a:lnTo>
                      <a:pt x="13691" y="5216"/>
                    </a:lnTo>
                    <a:lnTo>
                      <a:pt x="13600" y="4898"/>
                    </a:lnTo>
                    <a:lnTo>
                      <a:pt x="13494" y="4564"/>
                    </a:lnTo>
                    <a:lnTo>
                      <a:pt x="13372" y="4261"/>
                    </a:lnTo>
                    <a:lnTo>
                      <a:pt x="13236" y="3943"/>
                    </a:lnTo>
                    <a:lnTo>
                      <a:pt x="13069" y="3639"/>
                    </a:lnTo>
                    <a:lnTo>
                      <a:pt x="12902" y="3351"/>
                    </a:lnTo>
                    <a:lnTo>
                      <a:pt x="12721" y="3079"/>
                    </a:lnTo>
                    <a:lnTo>
                      <a:pt x="12539" y="2806"/>
                    </a:lnTo>
                    <a:lnTo>
                      <a:pt x="12326" y="2533"/>
                    </a:lnTo>
                    <a:lnTo>
                      <a:pt x="12114" y="2290"/>
                    </a:lnTo>
                    <a:lnTo>
                      <a:pt x="11872" y="2048"/>
                    </a:lnTo>
                    <a:lnTo>
                      <a:pt x="11629" y="1805"/>
                    </a:lnTo>
                    <a:lnTo>
                      <a:pt x="11386" y="1593"/>
                    </a:lnTo>
                    <a:lnTo>
                      <a:pt x="11114" y="1381"/>
                    </a:lnTo>
                    <a:lnTo>
                      <a:pt x="10841" y="1199"/>
                    </a:lnTo>
                    <a:lnTo>
                      <a:pt x="10568" y="1017"/>
                    </a:lnTo>
                    <a:lnTo>
                      <a:pt x="10280" y="850"/>
                    </a:lnTo>
                    <a:lnTo>
                      <a:pt x="9977" y="683"/>
                    </a:lnTo>
                    <a:lnTo>
                      <a:pt x="9658" y="547"/>
                    </a:lnTo>
                    <a:lnTo>
                      <a:pt x="9355" y="425"/>
                    </a:lnTo>
                    <a:lnTo>
                      <a:pt x="9021" y="319"/>
                    </a:lnTo>
                    <a:lnTo>
                      <a:pt x="8703" y="228"/>
                    </a:lnTo>
                    <a:lnTo>
                      <a:pt x="8354" y="137"/>
                    </a:lnTo>
                    <a:lnTo>
                      <a:pt x="8021" y="77"/>
                    </a:lnTo>
                    <a:lnTo>
                      <a:pt x="7672" y="31"/>
                    </a:lnTo>
                    <a:lnTo>
                      <a:pt x="7323" y="16"/>
                    </a:lnTo>
                    <a:lnTo>
                      <a:pt x="6960" y="1"/>
                    </a:lnTo>
                    <a:close/>
                  </a:path>
                </a:pathLst>
              </a:custGeom>
              <a:solidFill>
                <a:srgbClr val="CDD7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7"/>
              <p:cNvSpPr/>
              <p:nvPr/>
            </p:nvSpPr>
            <p:spPr>
              <a:xfrm>
                <a:off x="7869739" y="4348787"/>
                <a:ext cx="468722" cy="468722"/>
              </a:xfrm>
              <a:custGeom>
                <a:avLst/>
                <a:gdLst/>
                <a:ahLst/>
                <a:cxnLst/>
                <a:rect l="l" t="t" r="r" b="b"/>
                <a:pathLst>
                  <a:path w="13919" h="13919" fill="none" extrusionOk="0">
                    <a:moveTo>
                      <a:pt x="6960" y="13918"/>
                    </a:moveTo>
                    <a:lnTo>
                      <a:pt x="6960" y="13918"/>
                    </a:lnTo>
                    <a:lnTo>
                      <a:pt x="6596" y="13903"/>
                    </a:lnTo>
                    <a:lnTo>
                      <a:pt x="6247" y="13888"/>
                    </a:lnTo>
                    <a:lnTo>
                      <a:pt x="5898" y="13843"/>
                    </a:lnTo>
                    <a:lnTo>
                      <a:pt x="5565" y="13782"/>
                    </a:lnTo>
                    <a:lnTo>
                      <a:pt x="5216" y="13706"/>
                    </a:lnTo>
                    <a:lnTo>
                      <a:pt x="4898" y="13600"/>
                    </a:lnTo>
                    <a:lnTo>
                      <a:pt x="4564" y="13494"/>
                    </a:lnTo>
                    <a:lnTo>
                      <a:pt x="4246" y="13373"/>
                    </a:lnTo>
                    <a:lnTo>
                      <a:pt x="3943" y="13236"/>
                    </a:lnTo>
                    <a:lnTo>
                      <a:pt x="3639" y="13085"/>
                    </a:lnTo>
                    <a:lnTo>
                      <a:pt x="3351" y="12903"/>
                    </a:lnTo>
                    <a:lnTo>
                      <a:pt x="3063" y="12736"/>
                    </a:lnTo>
                    <a:lnTo>
                      <a:pt x="2790" y="12539"/>
                    </a:lnTo>
                    <a:lnTo>
                      <a:pt x="2533" y="12326"/>
                    </a:lnTo>
                    <a:lnTo>
                      <a:pt x="2275" y="12114"/>
                    </a:lnTo>
                    <a:lnTo>
                      <a:pt x="2048" y="11872"/>
                    </a:lnTo>
                    <a:lnTo>
                      <a:pt x="1805" y="11644"/>
                    </a:lnTo>
                    <a:lnTo>
                      <a:pt x="1593" y="11387"/>
                    </a:lnTo>
                    <a:lnTo>
                      <a:pt x="1380" y="11114"/>
                    </a:lnTo>
                    <a:lnTo>
                      <a:pt x="1183" y="10841"/>
                    </a:lnTo>
                    <a:lnTo>
                      <a:pt x="1001" y="10568"/>
                    </a:lnTo>
                    <a:lnTo>
                      <a:pt x="835" y="10280"/>
                    </a:lnTo>
                    <a:lnTo>
                      <a:pt x="683" y="9977"/>
                    </a:lnTo>
                    <a:lnTo>
                      <a:pt x="547" y="9673"/>
                    </a:lnTo>
                    <a:lnTo>
                      <a:pt x="425" y="9355"/>
                    </a:lnTo>
                    <a:lnTo>
                      <a:pt x="319" y="9021"/>
                    </a:lnTo>
                    <a:lnTo>
                      <a:pt x="213" y="8703"/>
                    </a:lnTo>
                    <a:lnTo>
                      <a:pt x="137" y="8354"/>
                    </a:lnTo>
                    <a:lnTo>
                      <a:pt x="77" y="8021"/>
                    </a:lnTo>
                    <a:lnTo>
                      <a:pt x="31" y="7672"/>
                    </a:lnTo>
                    <a:lnTo>
                      <a:pt x="16" y="7323"/>
                    </a:lnTo>
                    <a:lnTo>
                      <a:pt x="1" y="6960"/>
                    </a:lnTo>
                    <a:lnTo>
                      <a:pt x="1" y="6960"/>
                    </a:lnTo>
                    <a:lnTo>
                      <a:pt x="16" y="6596"/>
                    </a:lnTo>
                    <a:lnTo>
                      <a:pt x="31" y="6247"/>
                    </a:lnTo>
                    <a:lnTo>
                      <a:pt x="77" y="5898"/>
                    </a:lnTo>
                    <a:lnTo>
                      <a:pt x="137" y="5565"/>
                    </a:lnTo>
                    <a:lnTo>
                      <a:pt x="213" y="5216"/>
                    </a:lnTo>
                    <a:lnTo>
                      <a:pt x="319" y="4898"/>
                    </a:lnTo>
                    <a:lnTo>
                      <a:pt x="425" y="4564"/>
                    </a:lnTo>
                    <a:lnTo>
                      <a:pt x="547" y="4261"/>
                    </a:lnTo>
                    <a:lnTo>
                      <a:pt x="683" y="3943"/>
                    </a:lnTo>
                    <a:lnTo>
                      <a:pt x="835" y="3639"/>
                    </a:lnTo>
                    <a:lnTo>
                      <a:pt x="1001" y="3351"/>
                    </a:lnTo>
                    <a:lnTo>
                      <a:pt x="1183" y="3079"/>
                    </a:lnTo>
                    <a:lnTo>
                      <a:pt x="1380" y="2806"/>
                    </a:lnTo>
                    <a:lnTo>
                      <a:pt x="1593" y="2533"/>
                    </a:lnTo>
                    <a:lnTo>
                      <a:pt x="1805" y="2290"/>
                    </a:lnTo>
                    <a:lnTo>
                      <a:pt x="2048" y="2048"/>
                    </a:lnTo>
                    <a:lnTo>
                      <a:pt x="2275" y="1805"/>
                    </a:lnTo>
                    <a:lnTo>
                      <a:pt x="2533" y="1593"/>
                    </a:lnTo>
                    <a:lnTo>
                      <a:pt x="2790" y="1381"/>
                    </a:lnTo>
                    <a:lnTo>
                      <a:pt x="3063" y="1199"/>
                    </a:lnTo>
                    <a:lnTo>
                      <a:pt x="3351" y="1017"/>
                    </a:lnTo>
                    <a:lnTo>
                      <a:pt x="3639" y="850"/>
                    </a:lnTo>
                    <a:lnTo>
                      <a:pt x="3943" y="683"/>
                    </a:lnTo>
                    <a:lnTo>
                      <a:pt x="4246" y="547"/>
                    </a:lnTo>
                    <a:lnTo>
                      <a:pt x="4564" y="425"/>
                    </a:lnTo>
                    <a:lnTo>
                      <a:pt x="4898" y="319"/>
                    </a:lnTo>
                    <a:lnTo>
                      <a:pt x="5216" y="228"/>
                    </a:lnTo>
                    <a:lnTo>
                      <a:pt x="5565" y="137"/>
                    </a:lnTo>
                    <a:lnTo>
                      <a:pt x="5898" y="77"/>
                    </a:lnTo>
                    <a:lnTo>
                      <a:pt x="6247" y="31"/>
                    </a:lnTo>
                    <a:lnTo>
                      <a:pt x="6596" y="16"/>
                    </a:lnTo>
                    <a:lnTo>
                      <a:pt x="6960" y="1"/>
                    </a:lnTo>
                    <a:lnTo>
                      <a:pt x="6960" y="1"/>
                    </a:lnTo>
                    <a:lnTo>
                      <a:pt x="7323" y="16"/>
                    </a:lnTo>
                    <a:lnTo>
                      <a:pt x="7672" y="31"/>
                    </a:lnTo>
                    <a:lnTo>
                      <a:pt x="8021" y="77"/>
                    </a:lnTo>
                    <a:lnTo>
                      <a:pt x="8354" y="137"/>
                    </a:lnTo>
                    <a:lnTo>
                      <a:pt x="8703" y="228"/>
                    </a:lnTo>
                    <a:lnTo>
                      <a:pt x="9021" y="319"/>
                    </a:lnTo>
                    <a:lnTo>
                      <a:pt x="9355" y="425"/>
                    </a:lnTo>
                    <a:lnTo>
                      <a:pt x="9658" y="547"/>
                    </a:lnTo>
                    <a:lnTo>
                      <a:pt x="9977" y="683"/>
                    </a:lnTo>
                    <a:lnTo>
                      <a:pt x="10280" y="850"/>
                    </a:lnTo>
                    <a:lnTo>
                      <a:pt x="10568" y="1017"/>
                    </a:lnTo>
                    <a:lnTo>
                      <a:pt x="10841" y="1199"/>
                    </a:lnTo>
                    <a:lnTo>
                      <a:pt x="11114" y="1381"/>
                    </a:lnTo>
                    <a:lnTo>
                      <a:pt x="11386" y="1593"/>
                    </a:lnTo>
                    <a:lnTo>
                      <a:pt x="11629" y="1805"/>
                    </a:lnTo>
                    <a:lnTo>
                      <a:pt x="11872" y="2048"/>
                    </a:lnTo>
                    <a:lnTo>
                      <a:pt x="12114" y="2290"/>
                    </a:lnTo>
                    <a:lnTo>
                      <a:pt x="12326" y="2533"/>
                    </a:lnTo>
                    <a:lnTo>
                      <a:pt x="12539" y="2806"/>
                    </a:lnTo>
                    <a:lnTo>
                      <a:pt x="12721" y="3079"/>
                    </a:lnTo>
                    <a:lnTo>
                      <a:pt x="12902" y="3351"/>
                    </a:lnTo>
                    <a:lnTo>
                      <a:pt x="13069" y="3639"/>
                    </a:lnTo>
                    <a:lnTo>
                      <a:pt x="13236" y="3943"/>
                    </a:lnTo>
                    <a:lnTo>
                      <a:pt x="13372" y="4261"/>
                    </a:lnTo>
                    <a:lnTo>
                      <a:pt x="13494" y="4564"/>
                    </a:lnTo>
                    <a:lnTo>
                      <a:pt x="13600" y="4898"/>
                    </a:lnTo>
                    <a:lnTo>
                      <a:pt x="13691" y="5216"/>
                    </a:lnTo>
                    <a:lnTo>
                      <a:pt x="13782" y="5565"/>
                    </a:lnTo>
                    <a:lnTo>
                      <a:pt x="13842" y="5898"/>
                    </a:lnTo>
                    <a:lnTo>
                      <a:pt x="13888" y="6247"/>
                    </a:lnTo>
                    <a:lnTo>
                      <a:pt x="13903" y="6596"/>
                    </a:lnTo>
                    <a:lnTo>
                      <a:pt x="13918" y="6960"/>
                    </a:lnTo>
                    <a:lnTo>
                      <a:pt x="13918" y="6960"/>
                    </a:lnTo>
                    <a:lnTo>
                      <a:pt x="13903" y="7323"/>
                    </a:lnTo>
                    <a:lnTo>
                      <a:pt x="13888" y="7672"/>
                    </a:lnTo>
                    <a:lnTo>
                      <a:pt x="13842" y="8021"/>
                    </a:lnTo>
                    <a:lnTo>
                      <a:pt x="13782" y="8354"/>
                    </a:lnTo>
                    <a:lnTo>
                      <a:pt x="13691" y="8703"/>
                    </a:lnTo>
                    <a:lnTo>
                      <a:pt x="13600" y="9021"/>
                    </a:lnTo>
                    <a:lnTo>
                      <a:pt x="13494" y="9355"/>
                    </a:lnTo>
                    <a:lnTo>
                      <a:pt x="13372" y="9673"/>
                    </a:lnTo>
                    <a:lnTo>
                      <a:pt x="13236" y="9977"/>
                    </a:lnTo>
                    <a:lnTo>
                      <a:pt x="13069" y="10280"/>
                    </a:lnTo>
                    <a:lnTo>
                      <a:pt x="12902" y="10568"/>
                    </a:lnTo>
                    <a:lnTo>
                      <a:pt x="12721" y="10841"/>
                    </a:lnTo>
                    <a:lnTo>
                      <a:pt x="12539" y="11114"/>
                    </a:lnTo>
                    <a:lnTo>
                      <a:pt x="12326" y="11387"/>
                    </a:lnTo>
                    <a:lnTo>
                      <a:pt x="12114" y="11644"/>
                    </a:lnTo>
                    <a:lnTo>
                      <a:pt x="11872" y="11872"/>
                    </a:lnTo>
                    <a:lnTo>
                      <a:pt x="11629" y="12114"/>
                    </a:lnTo>
                    <a:lnTo>
                      <a:pt x="11386" y="12326"/>
                    </a:lnTo>
                    <a:lnTo>
                      <a:pt x="11114" y="12539"/>
                    </a:lnTo>
                    <a:lnTo>
                      <a:pt x="10841" y="12736"/>
                    </a:lnTo>
                    <a:lnTo>
                      <a:pt x="10568" y="12903"/>
                    </a:lnTo>
                    <a:lnTo>
                      <a:pt x="10280" y="13085"/>
                    </a:lnTo>
                    <a:lnTo>
                      <a:pt x="9977" y="13236"/>
                    </a:lnTo>
                    <a:lnTo>
                      <a:pt x="9658" y="13373"/>
                    </a:lnTo>
                    <a:lnTo>
                      <a:pt x="9355" y="13494"/>
                    </a:lnTo>
                    <a:lnTo>
                      <a:pt x="9021" y="13600"/>
                    </a:lnTo>
                    <a:lnTo>
                      <a:pt x="8703" y="13706"/>
                    </a:lnTo>
                    <a:lnTo>
                      <a:pt x="8354" y="13782"/>
                    </a:lnTo>
                    <a:lnTo>
                      <a:pt x="8021" y="13843"/>
                    </a:lnTo>
                    <a:lnTo>
                      <a:pt x="7672" y="13888"/>
                    </a:lnTo>
                    <a:lnTo>
                      <a:pt x="7323" y="13903"/>
                    </a:lnTo>
                    <a:lnTo>
                      <a:pt x="6960" y="139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7"/>
              <p:cNvSpPr/>
              <p:nvPr/>
            </p:nvSpPr>
            <p:spPr>
              <a:xfrm>
                <a:off x="7861590" y="4340637"/>
                <a:ext cx="485021" cy="485021"/>
              </a:xfrm>
              <a:custGeom>
                <a:avLst/>
                <a:gdLst/>
                <a:ahLst/>
                <a:cxnLst/>
                <a:rect l="l" t="t" r="r" b="b"/>
                <a:pathLst>
                  <a:path w="14403" h="14403" extrusionOk="0">
                    <a:moveTo>
                      <a:pt x="7202" y="0"/>
                    </a:moveTo>
                    <a:lnTo>
                      <a:pt x="6838" y="15"/>
                    </a:lnTo>
                    <a:lnTo>
                      <a:pt x="6459" y="46"/>
                    </a:lnTo>
                    <a:lnTo>
                      <a:pt x="6110" y="91"/>
                    </a:lnTo>
                    <a:lnTo>
                      <a:pt x="5746" y="152"/>
                    </a:lnTo>
                    <a:lnTo>
                      <a:pt x="5397" y="228"/>
                    </a:lnTo>
                    <a:lnTo>
                      <a:pt x="5064" y="334"/>
                    </a:lnTo>
                    <a:lnTo>
                      <a:pt x="4730" y="440"/>
                    </a:lnTo>
                    <a:lnTo>
                      <a:pt x="4397" y="576"/>
                    </a:lnTo>
                    <a:lnTo>
                      <a:pt x="4078" y="713"/>
                    </a:lnTo>
                    <a:lnTo>
                      <a:pt x="3775" y="880"/>
                    </a:lnTo>
                    <a:lnTo>
                      <a:pt x="3472" y="1046"/>
                    </a:lnTo>
                    <a:lnTo>
                      <a:pt x="3184" y="1244"/>
                    </a:lnTo>
                    <a:lnTo>
                      <a:pt x="2896" y="1441"/>
                    </a:lnTo>
                    <a:lnTo>
                      <a:pt x="2623" y="1653"/>
                    </a:lnTo>
                    <a:lnTo>
                      <a:pt x="2365" y="1880"/>
                    </a:lnTo>
                    <a:lnTo>
                      <a:pt x="2108" y="2123"/>
                    </a:lnTo>
                    <a:lnTo>
                      <a:pt x="1880" y="2365"/>
                    </a:lnTo>
                    <a:lnTo>
                      <a:pt x="1653" y="2623"/>
                    </a:lnTo>
                    <a:lnTo>
                      <a:pt x="1441" y="2896"/>
                    </a:lnTo>
                    <a:lnTo>
                      <a:pt x="1228" y="3184"/>
                    </a:lnTo>
                    <a:lnTo>
                      <a:pt x="1046" y="3472"/>
                    </a:lnTo>
                    <a:lnTo>
                      <a:pt x="880" y="3775"/>
                    </a:lnTo>
                    <a:lnTo>
                      <a:pt x="713" y="4079"/>
                    </a:lnTo>
                    <a:lnTo>
                      <a:pt x="576" y="4397"/>
                    </a:lnTo>
                    <a:lnTo>
                      <a:pt x="440" y="4730"/>
                    </a:lnTo>
                    <a:lnTo>
                      <a:pt x="334" y="5064"/>
                    </a:lnTo>
                    <a:lnTo>
                      <a:pt x="228" y="5413"/>
                    </a:lnTo>
                    <a:lnTo>
                      <a:pt x="152" y="5746"/>
                    </a:lnTo>
                    <a:lnTo>
                      <a:pt x="91" y="6110"/>
                    </a:lnTo>
                    <a:lnTo>
                      <a:pt x="46" y="6474"/>
                    </a:lnTo>
                    <a:lnTo>
                      <a:pt x="15" y="6838"/>
                    </a:lnTo>
                    <a:lnTo>
                      <a:pt x="0" y="7202"/>
                    </a:lnTo>
                    <a:lnTo>
                      <a:pt x="15" y="7565"/>
                    </a:lnTo>
                    <a:lnTo>
                      <a:pt x="46" y="7929"/>
                    </a:lnTo>
                    <a:lnTo>
                      <a:pt x="91" y="8293"/>
                    </a:lnTo>
                    <a:lnTo>
                      <a:pt x="152" y="8657"/>
                    </a:lnTo>
                    <a:lnTo>
                      <a:pt x="228" y="9006"/>
                    </a:lnTo>
                    <a:lnTo>
                      <a:pt x="334" y="9339"/>
                    </a:lnTo>
                    <a:lnTo>
                      <a:pt x="440" y="9673"/>
                    </a:lnTo>
                    <a:lnTo>
                      <a:pt x="576" y="10006"/>
                    </a:lnTo>
                    <a:lnTo>
                      <a:pt x="713" y="10325"/>
                    </a:lnTo>
                    <a:lnTo>
                      <a:pt x="880" y="10628"/>
                    </a:lnTo>
                    <a:lnTo>
                      <a:pt x="1046" y="10931"/>
                    </a:lnTo>
                    <a:lnTo>
                      <a:pt x="1228" y="11219"/>
                    </a:lnTo>
                    <a:lnTo>
                      <a:pt x="1441" y="11507"/>
                    </a:lnTo>
                    <a:lnTo>
                      <a:pt x="1653" y="11780"/>
                    </a:lnTo>
                    <a:lnTo>
                      <a:pt x="1880" y="12038"/>
                    </a:lnTo>
                    <a:lnTo>
                      <a:pt x="2108" y="12296"/>
                    </a:lnTo>
                    <a:lnTo>
                      <a:pt x="2365" y="12523"/>
                    </a:lnTo>
                    <a:lnTo>
                      <a:pt x="2623" y="12750"/>
                    </a:lnTo>
                    <a:lnTo>
                      <a:pt x="2896" y="12963"/>
                    </a:lnTo>
                    <a:lnTo>
                      <a:pt x="3184" y="13175"/>
                    </a:lnTo>
                    <a:lnTo>
                      <a:pt x="3472" y="13357"/>
                    </a:lnTo>
                    <a:lnTo>
                      <a:pt x="3775" y="13524"/>
                    </a:lnTo>
                    <a:lnTo>
                      <a:pt x="4078" y="13690"/>
                    </a:lnTo>
                    <a:lnTo>
                      <a:pt x="4397" y="13827"/>
                    </a:lnTo>
                    <a:lnTo>
                      <a:pt x="4730" y="13963"/>
                    </a:lnTo>
                    <a:lnTo>
                      <a:pt x="5064" y="14069"/>
                    </a:lnTo>
                    <a:lnTo>
                      <a:pt x="5397" y="14176"/>
                    </a:lnTo>
                    <a:lnTo>
                      <a:pt x="5746" y="14251"/>
                    </a:lnTo>
                    <a:lnTo>
                      <a:pt x="6110" y="14312"/>
                    </a:lnTo>
                    <a:lnTo>
                      <a:pt x="6459" y="14357"/>
                    </a:lnTo>
                    <a:lnTo>
                      <a:pt x="6838" y="14388"/>
                    </a:lnTo>
                    <a:lnTo>
                      <a:pt x="7202" y="14403"/>
                    </a:lnTo>
                    <a:lnTo>
                      <a:pt x="7565" y="14388"/>
                    </a:lnTo>
                    <a:lnTo>
                      <a:pt x="7929" y="14357"/>
                    </a:lnTo>
                    <a:lnTo>
                      <a:pt x="8293" y="14312"/>
                    </a:lnTo>
                    <a:lnTo>
                      <a:pt x="8642" y="14251"/>
                    </a:lnTo>
                    <a:lnTo>
                      <a:pt x="8990" y="14176"/>
                    </a:lnTo>
                    <a:lnTo>
                      <a:pt x="9339" y="14069"/>
                    </a:lnTo>
                    <a:lnTo>
                      <a:pt x="9673" y="13963"/>
                    </a:lnTo>
                    <a:lnTo>
                      <a:pt x="10006" y="13827"/>
                    </a:lnTo>
                    <a:lnTo>
                      <a:pt x="10325" y="13690"/>
                    </a:lnTo>
                    <a:lnTo>
                      <a:pt x="10628" y="13524"/>
                    </a:lnTo>
                    <a:lnTo>
                      <a:pt x="10931" y="13357"/>
                    </a:lnTo>
                    <a:lnTo>
                      <a:pt x="11219" y="13175"/>
                    </a:lnTo>
                    <a:lnTo>
                      <a:pt x="11507" y="12963"/>
                    </a:lnTo>
                    <a:lnTo>
                      <a:pt x="11780" y="12750"/>
                    </a:lnTo>
                    <a:lnTo>
                      <a:pt x="12038" y="12523"/>
                    </a:lnTo>
                    <a:lnTo>
                      <a:pt x="12280" y="12296"/>
                    </a:lnTo>
                    <a:lnTo>
                      <a:pt x="12523" y="12038"/>
                    </a:lnTo>
                    <a:lnTo>
                      <a:pt x="12750" y="11780"/>
                    </a:lnTo>
                    <a:lnTo>
                      <a:pt x="12963" y="11507"/>
                    </a:lnTo>
                    <a:lnTo>
                      <a:pt x="13160" y="11219"/>
                    </a:lnTo>
                    <a:lnTo>
                      <a:pt x="13357" y="10931"/>
                    </a:lnTo>
                    <a:lnTo>
                      <a:pt x="13524" y="10628"/>
                    </a:lnTo>
                    <a:lnTo>
                      <a:pt x="13690" y="10325"/>
                    </a:lnTo>
                    <a:lnTo>
                      <a:pt x="13827" y="10006"/>
                    </a:lnTo>
                    <a:lnTo>
                      <a:pt x="13963" y="9673"/>
                    </a:lnTo>
                    <a:lnTo>
                      <a:pt x="14069" y="9339"/>
                    </a:lnTo>
                    <a:lnTo>
                      <a:pt x="14175" y="9006"/>
                    </a:lnTo>
                    <a:lnTo>
                      <a:pt x="14251" y="8657"/>
                    </a:lnTo>
                    <a:lnTo>
                      <a:pt x="14312" y="8293"/>
                    </a:lnTo>
                    <a:lnTo>
                      <a:pt x="14357" y="7929"/>
                    </a:lnTo>
                    <a:lnTo>
                      <a:pt x="14388" y="7565"/>
                    </a:lnTo>
                    <a:lnTo>
                      <a:pt x="14403" y="7202"/>
                    </a:lnTo>
                    <a:lnTo>
                      <a:pt x="14388" y="6838"/>
                    </a:lnTo>
                    <a:lnTo>
                      <a:pt x="14357" y="6474"/>
                    </a:lnTo>
                    <a:lnTo>
                      <a:pt x="14312" y="6110"/>
                    </a:lnTo>
                    <a:lnTo>
                      <a:pt x="14251" y="5746"/>
                    </a:lnTo>
                    <a:lnTo>
                      <a:pt x="14175" y="5413"/>
                    </a:lnTo>
                    <a:lnTo>
                      <a:pt x="14069" y="5064"/>
                    </a:lnTo>
                    <a:lnTo>
                      <a:pt x="13963" y="4730"/>
                    </a:lnTo>
                    <a:lnTo>
                      <a:pt x="13827" y="4397"/>
                    </a:lnTo>
                    <a:lnTo>
                      <a:pt x="13690" y="4079"/>
                    </a:lnTo>
                    <a:lnTo>
                      <a:pt x="13524" y="3775"/>
                    </a:lnTo>
                    <a:lnTo>
                      <a:pt x="13357" y="3472"/>
                    </a:lnTo>
                    <a:lnTo>
                      <a:pt x="13160" y="3184"/>
                    </a:lnTo>
                    <a:lnTo>
                      <a:pt x="12963" y="2896"/>
                    </a:lnTo>
                    <a:lnTo>
                      <a:pt x="12750" y="2623"/>
                    </a:lnTo>
                    <a:lnTo>
                      <a:pt x="12523" y="2365"/>
                    </a:lnTo>
                    <a:lnTo>
                      <a:pt x="12280" y="2123"/>
                    </a:lnTo>
                    <a:lnTo>
                      <a:pt x="12038" y="1880"/>
                    </a:lnTo>
                    <a:lnTo>
                      <a:pt x="11780" y="1653"/>
                    </a:lnTo>
                    <a:lnTo>
                      <a:pt x="11507" y="1441"/>
                    </a:lnTo>
                    <a:lnTo>
                      <a:pt x="11219" y="1244"/>
                    </a:lnTo>
                    <a:lnTo>
                      <a:pt x="10931" y="1046"/>
                    </a:lnTo>
                    <a:lnTo>
                      <a:pt x="10628" y="880"/>
                    </a:lnTo>
                    <a:lnTo>
                      <a:pt x="10325" y="713"/>
                    </a:lnTo>
                    <a:lnTo>
                      <a:pt x="10006" y="576"/>
                    </a:lnTo>
                    <a:lnTo>
                      <a:pt x="9673" y="440"/>
                    </a:lnTo>
                    <a:lnTo>
                      <a:pt x="9339" y="334"/>
                    </a:lnTo>
                    <a:lnTo>
                      <a:pt x="8990" y="228"/>
                    </a:lnTo>
                    <a:lnTo>
                      <a:pt x="8642" y="152"/>
                    </a:lnTo>
                    <a:lnTo>
                      <a:pt x="8293" y="91"/>
                    </a:lnTo>
                    <a:lnTo>
                      <a:pt x="7929" y="46"/>
                    </a:lnTo>
                    <a:lnTo>
                      <a:pt x="7565" y="15"/>
                    </a:lnTo>
                    <a:lnTo>
                      <a:pt x="72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7"/>
              <p:cNvSpPr/>
              <p:nvPr/>
            </p:nvSpPr>
            <p:spPr>
              <a:xfrm>
                <a:off x="7873848" y="4352896"/>
                <a:ext cx="460506" cy="460539"/>
              </a:xfrm>
              <a:custGeom>
                <a:avLst/>
                <a:gdLst/>
                <a:ahLst/>
                <a:cxnLst/>
                <a:rect l="l" t="t" r="r" b="b"/>
                <a:pathLst>
                  <a:path w="13675" h="13676" extrusionOk="0">
                    <a:moveTo>
                      <a:pt x="6489" y="0"/>
                    </a:moveTo>
                    <a:lnTo>
                      <a:pt x="6140" y="31"/>
                    </a:lnTo>
                    <a:lnTo>
                      <a:pt x="5791" y="76"/>
                    </a:lnTo>
                    <a:lnTo>
                      <a:pt x="5458" y="137"/>
                    </a:lnTo>
                    <a:lnTo>
                      <a:pt x="5124" y="212"/>
                    </a:lnTo>
                    <a:lnTo>
                      <a:pt x="4806" y="303"/>
                    </a:lnTo>
                    <a:lnTo>
                      <a:pt x="4488" y="410"/>
                    </a:lnTo>
                    <a:lnTo>
                      <a:pt x="4169" y="531"/>
                    </a:lnTo>
                    <a:lnTo>
                      <a:pt x="3866" y="667"/>
                    </a:lnTo>
                    <a:lnTo>
                      <a:pt x="3578" y="819"/>
                    </a:lnTo>
                    <a:lnTo>
                      <a:pt x="3290" y="986"/>
                    </a:lnTo>
                    <a:lnTo>
                      <a:pt x="3017" y="1168"/>
                    </a:lnTo>
                    <a:lnTo>
                      <a:pt x="2744" y="1349"/>
                    </a:lnTo>
                    <a:lnTo>
                      <a:pt x="2486" y="1562"/>
                    </a:lnTo>
                    <a:lnTo>
                      <a:pt x="2244" y="1774"/>
                    </a:lnTo>
                    <a:lnTo>
                      <a:pt x="2001" y="2001"/>
                    </a:lnTo>
                    <a:lnTo>
                      <a:pt x="1774" y="2244"/>
                    </a:lnTo>
                    <a:lnTo>
                      <a:pt x="1562" y="2487"/>
                    </a:lnTo>
                    <a:lnTo>
                      <a:pt x="1349" y="2744"/>
                    </a:lnTo>
                    <a:lnTo>
                      <a:pt x="1167" y="3017"/>
                    </a:lnTo>
                    <a:lnTo>
                      <a:pt x="986" y="3290"/>
                    </a:lnTo>
                    <a:lnTo>
                      <a:pt x="819" y="3578"/>
                    </a:lnTo>
                    <a:lnTo>
                      <a:pt x="667" y="3866"/>
                    </a:lnTo>
                    <a:lnTo>
                      <a:pt x="531" y="4169"/>
                    </a:lnTo>
                    <a:lnTo>
                      <a:pt x="409" y="4488"/>
                    </a:lnTo>
                    <a:lnTo>
                      <a:pt x="303" y="4806"/>
                    </a:lnTo>
                    <a:lnTo>
                      <a:pt x="212" y="5124"/>
                    </a:lnTo>
                    <a:lnTo>
                      <a:pt x="137" y="5458"/>
                    </a:lnTo>
                    <a:lnTo>
                      <a:pt x="76" y="5792"/>
                    </a:lnTo>
                    <a:lnTo>
                      <a:pt x="30" y="6140"/>
                    </a:lnTo>
                    <a:lnTo>
                      <a:pt x="0" y="6489"/>
                    </a:lnTo>
                    <a:lnTo>
                      <a:pt x="0" y="6838"/>
                    </a:lnTo>
                    <a:lnTo>
                      <a:pt x="0" y="7186"/>
                    </a:lnTo>
                    <a:lnTo>
                      <a:pt x="30" y="7535"/>
                    </a:lnTo>
                    <a:lnTo>
                      <a:pt x="76" y="7884"/>
                    </a:lnTo>
                    <a:lnTo>
                      <a:pt x="137" y="8217"/>
                    </a:lnTo>
                    <a:lnTo>
                      <a:pt x="212" y="8551"/>
                    </a:lnTo>
                    <a:lnTo>
                      <a:pt x="303" y="8869"/>
                    </a:lnTo>
                    <a:lnTo>
                      <a:pt x="409" y="9188"/>
                    </a:lnTo>
                    <a:lnTo>
                      <a:pt x="531" y="9506"/>
                    </a:lnTo>
                    <a:lnTo>
                      <a:pt x="667" y="9809"/>
                    </a:lnTo>
                    <a:lnTo>
                      <a:pt x="819" y="10097"/>
                    </a:lnTo>
                    <a:lnTo>
                      <a:pt x="986" y="10385"/>
                    </a:lnTo>
                    <a:lnTo>
                      <a:pt x="1167" y="10658"/>
                    </a:lnTo>
                    <a:lnTo>
                      <a:pt x="1349" y="10931"/>
                    </a:lnTo>
                    <a:lnTo>
                      <a:pt x="1562" y="11189"/>
                    </a:lnTo>
                    <a:lnTo>
                      <a:pt x="1774" y="11431"/>
                    </a:lnTo>
                    <a:lnTo>
                      <a:pt x="2001" y="11674"/>
                    </a:lnTo>
                    <a:lnTo>
                      <a:pt x="2244" y="11901"/>
                    </a:lnTo>
                    <a:lnTo>
                      <a:pt x="2486" y="12114"/>
                    </a:lnTo>
                    <a:lnTo>
                      <a:pt x="2744" y="12326"/>
                    </a:lnTo>
                    <a:lnTo>
                      <a:pt x="3017" y="12508"/>
                    </a:lnTo>
                    <a:lnTo>
                      <a:pt x="3290" y="12690"/>
                    </a:lnTo>
                    <a:lnTo>
                      <a:pt x="3578" y="12856"/>
                    </a:lnTo>
                    <a:lnTo>
                      <a:pt x="3866" y="13008"/>
                    </a:lnTo>
                    <a:lnTo>
                      <a:pt x="4169" y="13144"/>
                    </a:lnTo>
                    <a:lnTo>
                      <a:pt x="4488" y="13266"/>
                    </a:lnTo>
                    <a:lnTo>
                      <a:pt x="4806" y="13372"/>
                    </a:lnTo>
                    <a:lnTo>
                      <a:pt x="5124" y="13463"/>
                    </a:lnTo>
                    <a:lnTo>
                      <a:pt x="5458" y="13539"/>
                    </a:lnTo>
                    <a:lnTo>
                      <a:pt x="5791" y="13599"/>
                    </a:lnTo>
                    <a:lnTo>
                      <a:pt x="6140" y="13645"/>
                    </a:lnTo>
                    <a:lnTo>
                      <a:pt x="6489" y="13675"/>
                    </a:lnTo>
                    <a:lnTo>
                      <a:pt x="7186" y="13675"/>
                    </a:lnTo>
                    <a:lnTo>
                      <a:pt x="7535" y="13645"/>
                    </a:lnTo>
                    <a:lnTo>
                      <a:pt x="7884" y="13599"/>
                    </a:lnTo>
                    <a:lnTo>
                      <a:pt x="8217" y="13539"/>
                    </a:lnTo>
                    <a:lnTo>
                      <a:pt x="8551" y="13463"/>
                    </a:lnTo>
                    <a:lnTo>
                      <a:pt x="8869" y="13372"/>
                    </a:lnTo>
                    <a:lnTo>
                      <a:pt x="9187" y="13266"/>
                    </a:lnTo>
                    <a:lnTo>
                      <a:pt x="9506" y="13144"/>
                    </a:lnTo>
                    <a:lnTo>
                      <a:pt x="9809" y="13008"/>
                    </a:lnTo>
                    <a:lnTo>
                      <a:pt x="10097" y="12856"/>
                    </a:lnTo>
                    <a:lnTo>
                      <a:pt x="10385" y="12690"/>
                    </a:lnTo>
                    <a:lnTo>
                      <a:pt x="10658" y="12508"/>
                    </a:lnTo>
                    <a:lnTo>
                      <a:pt x="10931" y="12326"/>
                    </a:lnTo>
                    <a:lnTo>
                      <a:pt x="11189" y="12114"/>
                    </a:lnTo>
                    <a:lnTo>
                      <a:pt x="11431" y="11901"/>
                    </a:lnTo>
                    <a:lnTo>
                      <a:pt x="11674" y="11674"/>
                    </a:lnTo>
                    <a:lnTo>
                      <a:pt x="11901" y="11431"/>
                    </a:lnTo>
                    <a:lnTo>
                      <a:pt x="12113" y="11189"/>
                    </a:lnTo>
                    <a:lnTo>
                      <a:pt x="12311" y="10931"/>
                    </a:lnTo>
                    <a:lnTo>
                      <a:pt x="12508" y="10658"/>
                    </a:lnTo>
                    <a:lnTo>
                      <a:pt x="12690" y="10385"/>
                    </a:lnTo>
                    <a:lnTo>
                      <a:pt x="12856" y="10097"/>
                    </a:lnTo>
                    <a:lnTo>
                      <a:pt x="13008" y="9809"/>
                    </a:lnTo>
                    <a:lnTo>
                      <a:pt x="13144" y="9506"/>
                    </a:lnTo>
                    <a:lnTo>
                      <a:pt x="13266" y="9188"/>
                    </a:lnTo>
                    <a:lnTo>
                      <a:pt x="13372" y="8869"/>
                    </a:lnTo>
                    <a:lnTo>
                      <a:pt x="13463" y="8551"/>
                    </a:lnTo>
                    <a:lnTo>
                      <a:pt x="13539" y="8217"/>
                    </a:lnTo>
                    <a:lnTo>
                      <a:pt x="13599" y="7884"/>
                    </a:lnTo>
                    <a:lnTo>
                      <a:pt x="13645" y="7535"/>
                    </a:lnTo>
                    <a:lnTo>
                      <a:pt x="13675" y="7186"/>
                    </a:lnTo>
                    <a:lnTo>
                      <a:pt x="13675" y="6838"/>
                    </a:lnTo>
                    <a:lnTo>
                      <a:pt x="13675" y="6489"/>
                    </a:lnTo>
                    <a:lnTo>
                      <a:pt x="13645" y="6140"/>
                    </a:lnTo>
                    <a:lnTo>
                      <a:pt x="13599" y="5792"/>
                    </a:lnTo>
                    <a:lnTo>
                      <a:pt x="13539" y="5458"/>
                    </a:lnTo>
                    <a:lnTo>
                      <a:pt x="13463" y="5124"/>
                    </a:lnTo>
                    <a:lnTo>
                      <a:pt x="13372" y="4806"/>
                    </a:lnTo>
                    <a:lnTo>
                      <a:pt x="13266" y="4488"/>
                    </a:lnTo>
                    <a:lnTo>
                      <a:pt x="13144" y="4169"/>
                    </a:lnTo>
                    <a:lnTo>
                      <a:pt x="13008" y="3866"/>
                    </a:lnTo>
                    <a:lnTo>
                      <a:pt x="12856" y="3578"/>
                    </a:lnTo>
                    <a:lnTo>
                      <a:pt x="12690" y="3290"/>
                    </a:lnTo>
                    <a:lnTo>
                      <a:pt x="12508" y="3017"/>
                    </a:lnTo>
                    <a:lnTo>
                      <a:pt x="12311" y="2744"/>
                    </a:lnTo>
                    <a:lnTo>
                      <a:pt x="12113" y="2487"/>
                    </a:lnTo>
                    <a:lnTo>
                      <a:pt x="11901" y="2244"/>
                    </a:lnTo>
                    <a:lnTo>
                      <a:pt x="11674" y="2001"/>
                    </a:lnTo>
                    <a:lnTo>
                      <a:pt x="11431" y="1774"/>
                    </a:lnTo>
                    <a:lnTo>
                      <a:pt x="11189" y="1562"/>
                    </a:lnTo>
                    <a:lnTo>
                      <a:pt x="10931" y="1349"/>
                    </a:lnTo>
                    <a:lnTo>
                      <a:pt x="10658" y="1168"/>
                    </a:lnTo>
                    <a:lnTo>
                      <a:pt x="10385" y="986"/>
                    </a:lnTo>
                    <a:lnTo>
                      <a:pt x="10097" y="819"/>
                    </a:lnTo>
                    <a:lnTo>
                      <a:pt x="9809" y="667"/>
                    </a:lnTo>
                    <a:lnTo>
                      <a:pt x="9506" y="531"/>
                    </a:lnTo>
                    <a:lnTo>
                      <a:pt x="9187" y="410"/>
                    </a:lnTo>
                    <a:lnTo>
                      <a:pt x="8869" y="303"/>
                    </a:lnTo>
                    <a:lnTo>
                      <a:pt x="8551" y="212"/>
                    </a:lnTo>
                    <a:lnTo>
                      <a:pt x="8217" y="137"/>
                    </a:lnTo>
                    <a:lnTo>
                      <a:pt x="7884" y="76"/>
                    </a:lnTo>
                    <a:lnTo>
                      <a:pt x="7535" y="31"/>
                    </a:lnTo>
                    <a:lnTo>
                      <a:pt x="71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7"/>
              <p:cNvSpPr/>
              <p:nvPr/>
            </p:nvSpPr>
            <p:spPr>
              <a:xfrm>
                <a:off x="7873848" y="4352896"/>
                <a:ext cx="460506" cy="460539"/>
              </a:xfrm>
              <a:custGeom>
                <a:avLst/>
                <a:gdLst/>
                <a:ahLst/>
                <a:cxnLst/>
                <a:rect l="l" t="t" r="r" b="b"/>
                <a:pathLst>
                  <a:path w="13675" h="13676" fill="none" extrusionOk="0">
                    <a:moveTo>
                      <a:pt x="13675" y="6838"/>
                    </a:moveTo>
                    <a:lnTo>
                      <a:pt x="13675" y="6838"/>
                    </a:lnTo>
                    <a:lnTo>
                      <a:pt x="13675" y="7186"/>
                    </a:lnTo>
                    <a:lnTo>
                      <a:pt x="13645" y="7535"/>
                    </a:lnTo>
                    <a:lnTo>
                      <a:pt x="13599" y="7884"/>
                    </a:lnTo>
                    <a:lnTo>
                      <a:pt x="13539" y="8217"/>
                    </a:lnTo>
                    <a:lnTo>
                      <a:pt x="13463" y="8551"/>
                    </a:lnTo>
                    <a:lnTo>
                      <a:pt x="13372" y="8869"/>
                    </a:lnTo>
                    <a:lnTo>
                      <a:pt x="13266" y="9188"/>
                    </a:lnTo>
                    <a:lnTo>
                      <a:pt x="13144" y="9506"/>
                    </a:lnTo>
                    <a:lnTo>
                      <a:pt x="13008" y="9809"/>
                    </a:lnTo>
                    <a:lnTo>
                      <a:pt x="12856" y="10097"/>
                    </a:lnTo>
                    <a:lnTo>
                      <a:pt x="12690" y="10385"/>
                    </a:lnTo>
                    <a:lnTo>
                      <a:pt x="12508" y="10658"/>
                    </a:lnTo>
                    <a:lnTo>
                      <a:pt x="12311" y="10931"/>
                    </a:lnTo>
                    <a:lnTo>
                      <a:pt x="12113" y="11189"/>
                    </a:lnTo>
                    <a:lnTo>
                      <a:pt x="11901" y="11431"/>
                    </a:lnTo>
                    <a:lnTo>
                      <a:pt x="11674" y="11674"/>
                    </a:lnTo>
                    <a:lnTo>
                      <a:pt x="11431" y="11901"/>
                    </a:lnTo>
                    <a:lnTo>
                      <a:pt x="11189" y="12114"/>
                    </a:lnTo>
                    <a:lnTo>
                      <a:pt x="10931" y="12326"/>
                    </a:lnTo>
                    <a:lnTo>
                      <a:pt x="10658" y="12508"/>
                    </a:lnTo>
                    <a:lnTo>
                      <a:pt x="10385" y="12690"/>
                    </a:lnTo>
                    <a:lnTo>
                      <a:pt x="10097" y="12856"/>
                    </a:lnTo>
                    <a:lnTo>
                      <a:pt x="9809" y="13008"/>
                    </a:lnTo>
                    <a:lnTo>
                      <a:pt x="9506" y="13144"/>
                    </a:lnTo>
                    <a:lnTo>
                      <a:pt x="9187" y="13266"/>
                    </a:lnTo>
                    <a:lnTo>
                      <a:pt x="8869" y="13372"/>
                    </a:lnTo>
                    <a:lnTo>
                      <a:pt x="8551" y="13463"/>
                    </a:lnTo>
                    <a:lnTo>
                      <a:pt x="8217" y="13539"/>
                    </a:lnTo>
                    <a:lnTo>
                      <a:pt x="7884" y="13599"/>
                    </a:lnTo>
                    <a:lnTo>
                      <a:pt x="7535" y="13645"/>
                    </a:lnTo>
                    <a:lnTo>
                      <a:pt x="7186" y="13675"/>
                    </a:lnTo>
                    <a:lnTo>
                      <a:pt x="6838" y="13675"/>
                    </a:lnTo>
                    <a:lnTo>
                      <a:pt x="6838" y="13675"/>
                    </a:lnTo>
                    <a:lnTo>
                      <a:pt x="6489" y="13675"/>
                    </a:lnTo>
                    <a:lnTo>
                      <a:pt x="6140" y="13645"/>
                    </a:lnTo>
                    <a:lnTo>
                      <a:pt x="5791" y="13599"/>
                    </a:lnTo>
                    <a:lnTo>
                      <a:pt x="5458" y="13539"/>
                    </a:lnTo>
                    <a:lnTo>
                      <a:pt x="5124" y="13463"/>
                    </a:lnTo>
                    <a:lnTo>
                      <a:pt x="4806" y="13372"/>
                    </a:lnTo>
                    <a:lnTo>
                      <a:pt x="4488" y="13266"/>
                    </a:lnTo>
                    <a:lnTo>
                      <a:pt x="4169" y="13144"/>
                    </a:lnTo>
                    <a:lnTo>
                      <a:pt x="3866" y="13008"/>
                    </a:lnTo>
                    <a:lnTo>
                      <a:pt x="3578" y="12856"/>
                    </a:lnTo>
                    <a:lnTo>
                      <a:pt x="3290" y="12690"/>
                    </a:lnTo>
                    <a:lnTo>
                      <a:pt x="3017" y="12508"/>
                    </a:lnTo>
                    <a:lnTo>
                      <a:pt x="2744" y="12326"/>
                    </a:lnTo>
                    <a:lnTo>
                      <a:pt x="2486" y="12114"/>
                    </a:lnTo>
                    <a:lnTo>
                      <a:pt x="2244" y="11901"/>
                    </a:lnTo>
                    <a:lnTo>
                      <a:pt x="2001" y="11674"/>
                    </a:lnTo>
                    <a:lnTo>
                      <a:pt x="1774" y="11431"/>
                    </a:lnTo>
                    <a:lnTo>
                      <a:pt x="1562" y="11189"/>
                    </a:lnTo>
                    <a:lnTo>
                      <a:pt x="1349" y="10931"/>
                    </a:lnTo>
                    <a:lnTo>
                      <a:pt x="1167" y="10658"/>
                    </a:lnTo>
                    <a:lnTo>
                      <a:pt x="986" y="10385"/>
                    </a:lnTo>
                    <a:lnTo>
                      <a:pt x="819" y="10097"/>
                    </a:lnTo>
                    <a:lnTo>
                      <a:pt x="667" y="9809"/>
                    </a:lnTo>
                    <a:lnTo>
                      <a:pt x="531" y="9506"/>
                    </a:lnTo>
                    <a:lnTo>
                      <a:pt x="409" y="9188"/>
                    </a:lnTo>
                    <a:lnTo>
                      <a:pt x="303" y="8869"/>
                    </a:lnTo>
                    <a:lnTo>
                      <a:pt x="212" y="8551"/>
                    </a:lnTo>
                    <a:lnTo>
                      <a:pt x="137" y="8217"/>
                    </a:lnTo>
                    <a:lnTo>
                      <a:pt x="76" y="7884"/>
                    </a:lnTo>
                    <a:lnTo>
                      <a:pt x="30" y="7535"/>
                    </a:lnTo>
                    <a:lnTo>
                      <a:pt x="0" y="7186"/>
                    </a:lnTo>
                    <a:lnTo>
                      <a:pt x="0" y="6838"/>
                    </a:lnTo>
                    <a:lnTo>
                      <a:pt x="0" y="6838"/>
                    </a:lnTo>
                    <a:lnTo>
                      <a:pt x="0" y="6489"/>
                    </a:lnTo>
                    <a:lnTo>
                      <a:pt x="30" y="6140"/>
                    </a:lnTo>
                    <a:lnTo>
                      <a:pt x="76" y="5792"/>
                    </a:lnTo>
                    <a:lnTo>
                      <a:pt x="137" y="5458"/>
                    </a:lnTo>
                    <a:lnTo>
                      <a:pt x="212" y="5124"/>
                    </a:lnTo>
                    <a:lnTo>
                      <a:pt x="303" y="4806"/>
                    </a:lnTo>
                    <a:lnTo>
                      <a:pt x="409" y="4488"/>
                    </a:lnTo>
                    <a:lnTo>
                      <a:pt x="531" y="4169"/>
                    </a:lnTo>
                    <a:lnTo>
                      <a:pt x="667" y="3866"/>
                    </a:lnTo>
                    <a:lnTo>
                      <a:pt x="819" y="3578"/>
                    </a:lnTo>
                    <a:lnTo>
                      <a:pt x="986" y="3290"/>
                    </a:lnTo>
                    <a:lnTo>
                      <a:pt x="1167" y="3017"/>
                    </a:lnTo>
                    <a:lnTo>
                      <a:pt x="1349" y="2744"/>
                    </a:lnTo>
                    <a:lnTo>
                      <a:pt x="1562" y="2487"/>
                    </a:lnTo>
                    <a:lnTo>
                      <a:pt x="1774" y="2244"/>
                    </a:lnTo>
                    <a:lnTo>
                      <a:pt x="2001" y="2001"/>
                    </a:lnTo>
                    <a:lnTo>
                      <a:pt x="2244" y="1774"/>
                    </a:lnTo>
                    <a:lnTo>
                      <a:pt x="2486" y="1562"/>
                    </a:lnTo>
                    <a:lnTo>
                      <a:pt x="2744" y="1349"/>
                    </a:lnTo>
                    <a:lnTo>
                      <a:pt x="3017" y="1168"/>
                    </a:lnTo>
                    <a:lnTo>
                      <a:pt x="3290" y="986"/>
                    </a:lnTo>
                    <a:lnTo>
                      <a:pt x="3578" y="819"/>
                    </a:lnTo>
                    <a:lnTo>
                      <a:pt x="3866" y="667"/>
                    </a:lnTo>
                    <a:lnTo>
                      <a:pt x="4169" y="531"/>
                    </a:lnTo>
                    <a:lnTo>
                      <a:pt x="4488" y="410"/>
                    </a:lnTo>
                    <a:lnTo>
                      <a:pt x="4806" y="303"/>
                    </a:lnTo>
                    <a:lnTo>
                      <a:pt x="5124" y="212"/>
                    </a:lnTo>
                    <a:lnTo>
                      <a:pt x="5458" y="137"/>
                    </a:lnTo>
                    <a:lnTo>
                      <a:pt x="5791" y="76"/>
                    </a:lnTo>
                    <a:lnTo>
                      <a:pt x="6140" y="31"/>
                    </a:lnTo>
                    <a:lnTo>
                      <a:pt x="6489" y="0"/>
                    </a:lnTo>
                    <a:lnTo>
                      <a:pt x="6838" y="0"/>
                    </a:lnTo>
                    <a:lnTo>
                      <a:pt x="6838" y="0"/>
                    </a:lnTo>
                    <a:lnTo>
                      <a:pt x="7186" y="0"/>
                    </a:lnTo>
                    <a:lnTo>
                      <a:pt x="7535" y="31"/>
                    </a:lnTo>
                    <a:lnTo>
                      <a:pt x="7884" y="76"/>
                    </a:lnTo>
                    <a:lnTo>
                      <a:pt x="8217" y="137"/>
                    </a:lnTo>
                    <a:lnTo>
                      <a:pt x="8551" y="212"/>
                    </a:lnTo>
                    <a:lnTo>
                      <a:pt x="8869" y="303"/>
                    </a:lnTo>
                    <a:lnTo>
                      <a:pt x="9187" y="410"/>
                    </a:lnTo>
                    <a:lnTo>
                      <a:pt x="9506" y="531"/>
                    </a:lnTo>
                    <a:lnTo>
                      <a:pt x="9809" y="667"/>
                    </a:lnTo>
                    <a:lnTo>
                      <a:pt x="10097" y="819"/>
                    </a:lnTo>
                    <a:lnTo>
                      <a:pt x="10385" y="986"/>
                    </a:lnTo>
                    <a:lnTo>
                      <a:pt x="10658" y="1168"/>
                    </a:lnTo>
                    <a:lnTo>
                      <a:pt x="10931" y="1349"/>
                    </a:lnTo>
                    <a:lnTo>
                      <a:pt x="11189" y="1562"/>
                    </a:lnTo>
                    <a:lnTo>
                      <a:pt x="11431" y="1774"/>
                    </a:lnTo>
                    <a:lnTo>
                      <a:pt x="11674" y="2001"/>
                    </a:lnTo>
                    <a:lnTo>
                      <a:pt x="11901" y="2244"/>
                    </a:lnTo>
                    <a:lnTo>
                      <a:pt x="12113" y="2487"/>
                    </a:lnTo>
                    <a:lnTo>
                      <a:pt x="12311" y="2744"/>
                    </a:lnTo>
                    <a:lnTo>
                      <a:pt x="12508" y="3017"/>
                    </a:lnTo>
                    <a:lnTo>
                      <a:pt x="12690" y="3290"/>
                    </a:lnTo>
                    <a:lnTo>
                      <a:pt x="12856" y="3578"/>
                    </a:lnTo>
                    <a:lnTo>
                      <a:pt x="13008" y="3866"/>
                    </a:lnTo>
                    <a:lnTo>
                      <a:pt x="13144" y="4169"/>
                    </a:lnTo>
                    <a:lnTo>
                      <a:pt x="13266" y="4488"/>
                    </a:lnTo>
                    <a:lnTo>
                      <a:pt x="13372" y="4806"/>
                    </a:lnTo>
                    <a:lnTo>
                      <a:pt x="13463" y="5124"/>
                    </a:lnTo>
                    <a:lnTo>
                      <a:pt x="13539" y="5458"/>
                    </a:lnTo>
                    <a:lnTo>
                      <a:pt x="13599" y="5792"/>
                    </a:lnTo>
                    <a:lnTo>
                      <a:pt x="13645" y="6140"/>
                    </a:lnTo>
                    <a:lnTo>
                      <a:pt x="13675" y="6489"/>
                    </a:lnTo>
                    <a:lnTo>
                      <a:pt x="13675" y="683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7"/>
              <p:cNvSpPr/>
              <p:nvPr/>
            </p:nvSpPr>
            <p:spPr>
              <a:xfrm>
                <a:off x="7877923" y="4367174"/>
                <a:ext cx="452356" cy="442153"/>
              </a:xfrm>
              <a:custGeom>
                <a:avLst/>
                <a:gdLst/>
                <a:ahLst/>
                <a:cxnLst/>
                <a:rect l="l" t="t" r="r" b="b"/>
                <a:pathLst>
                  <a:path w="13433" h="13130" extrusionOk="0">
                    <a:moveTo>
                      <a:pt x="4700" y="1"/>
                    </a:moveTo>
                    <a:lnTo>
                      <a:pt x="4442" y="92"/>
                    </a:lnTo>
                    <a:lnTo>
                      <a:pt x="4185" y="183"/>
                    </a:lnTo>
                    <a:lnTo>
                      <a:pt x="3942" y="289"/>
                    </a:lnTo>
                    <a:lnTo>
                      <a:pt x="3715" y="410"/>
                    </a:lnTo>
                    <a:lnTo>
                      <a:pt x="3472" y="531"/>
                    </a:lnTo>
                    <a:lnTo>
                      <a:pt x="3245" y="653"/>
                    </a:lnTo>
                    <a:lnTo>
                      <a:pt x="3033" y="804"/>
                    </a:lnTo>
                    <a:lnTo>
                      <a:pt x="2805" y="941"/>
                    </a:lnTo>
                    <a:lnTo>
                      <a:pt x="2608" y="1107"/>
                    </a:lnTo>
                    <a:lnTo>
                      <a:pt x="2396" y="1274"/>
                    </a:lnTo>
                    <a:lnTo>
                      <a:pt x="2199" y="1441"/>
                    </a:lnTo>
                    <a:lnTo>
                      <a:pt x="2017" y="1623"/>
                    </a:lnTo>
                    <a:lnTo>
                      <a:pt x="1835" y="1805"/>
                    </a:lnTo>
                    <a:lnTo>
                      <a:pt x="1653" y="2002"/>
                    </a:lnTo>
                    <a:lnTo>
                      <a:pt x="1486" y="2199"/>
                    </a:lnTo>
                    <a:lnTo>
                      <a:pt x="1319" y="2411"/>
                    </a:lnTo>
                    <a:lnTo>
                      <a:pt x="1168" y="2623"/>
                    </a:lnTo>
                    <a:lnTo>
                      <a:pt x="1031" y="2836"/>
                    </a:lnTo>
                    <a:lnTo>
                      <a:pt x="895" y="3063"/>
                    </a:lnTo>
                    <a:lnTo>
                      <a:pt x="758" y="3291"/>
                    </a:lnTo>
                    <a:lnTo>
                      <a:pt x="652" y="3533"/>
                    </a:lnTo>
                    <a:lnTo>
                      <a:pt x="531" y="3776"/>
                    </a:lnTo>
                    <a:lnTo>
                      <a:pt x="440" y="4018"/>
                    </a:lnTo>
                    <a:lnTo>
                      <a:pt x="349" y="4261"/>
                    </a:lnTo>
                    <a:lnTo>
                      <a:pt x="258" y="4519"/>
                    </a:lnTo>
                    <a:lnTo>
                      <a:pt x="198" y="4776"/>
                    </a:lnTo>
                    <a:lnTo>
                      <a:pt x="137" y="5049"/>
                    </a:lnTo>
                    <a:lnTo>
                      <a:pt x="91" y="5307"/>
                    </a:lnTo>
                    <a:lnTo>
                      <a:pt x="46" y="5580"/>
                    </a:lnTo>
                    <a:lnTo>
                      <a:pt x="16" y="5853"/>
                    </a:lnTo>
                    <a:lnTo>
                      <a:pt x="0" y="6141"/>
                    </a:lnTo>
                    <a:lnTo>
                      <a:pt x="0" y="6414"/>
                    </a:lnTo>
                    <a:lnTo>
                      <a:pt x="0" y="6762"/>
                    </a:lnTo>
                    <a:lnTo>
                      <a:pt x="31" y="7096"/>
                    </a:lnTo>
                    <a:lnTo>
                      <a:pt x="76" y="7429"/>
                    </a:lnTo>
                    <a:lnTo>
                      <a:pt x="137" y="7763"/>
                    </a:lnTo>
                    <a:lnTo>
                      <a:pt x="213" y="8096"/>
                    </a:lnTo>
                    <a:lnTo>
                      <a:pt x="304" y="8415"/>
                    </a:lnTo>
                    <a:lnTo>
                      <a:pt x="410" y="8718"/>
                    </a:lnTo>
                    <a:lnTo>
                      <a:pt x="516" y="9021"/>
                    </a:lnTo>
                    <a:lnTo>
                      <a:pt x="652" y="9324"/>
                    </a:lnTo>
                    <a:lnTo>
                      <a:pt x="804" y="9613"/>
                    </a:lnTo>
                    <a:lnTo>
                      <a:pt x="971" y="9901"/>
                    </a:lnTo>
                    <a:lnTo>
                      <a:pt x="1137" y="10173"/>
                    </a:lnTo>
                    <a:lnTo>
                      <a:pt x="1335" y="10431"/>
                    </a:lnTo>
                    <a:lnTo>
                      <a:pt x="1532" y="10689"/>
                    </a:lnTo>
                    <a:lnTo>
                      <a:pt x="1744" y="10931"/>
                    </a:lnTo>
                    <a:lnTo>
                      <a:pt x="1971" y="11159"/>
                    </a:lnTo>
                    <a:lnTo>
                      <a:pt x="2199" y="11386"/>
                    </a:lnTo>
                    <a:lnTo>
                      <a:pt x="2441" y="11599"/>
                    </a:lnTo>
                    <a:lnTo>
                      <a:pt x="2699" y="11796"/>
                    </a:lnTo>
                    <a:lnTo>
                      <a:pt x="2957" y="11993"/>
                    </a:lnTo>
                    <a:lnTo>
                      <a:pt x="3230" y="12159"/>
                    </a:lnTo>
                    <a:lnTo>
                      <a:pt x="3518" y="12326"/>
                    </a:lnTo>
                    <a:lnTo>
                      <a:pt x="3806" y="12478"/>
                    </a:lnTo>
                    <a:lnTo>
                      <a:pt x="4109" y="12599"/>
                    </a:lnTo>
                    <a:lnTo>
                      <a:pt x="4412" y="12720"/>
                    </a:lnTo>
                    <a:lnTo>
                      <a:pt x="4715" y="12827"/>
                    </a:lnTo>
                    <a:lnTo>
                      <a:pt x="5034" y="12918"/>
                    </a:lnTo>
                    <a:lnTo>
                      <a:pt x="5367" y="12993"/>
                    </a:lnTo>
                    <a:lnTo>
                      <a:pt x="5701" y="13054"/>
                    </a:lnTo>
                    <a:lnTo>
                      <a:pt x="6034" y="13099"/>
                    </a:lnTo>
                    <a:lnTo>
                      <a:pt x="6368" y="13130"/>
                    </a:lnTo>
                    <a:lnTo>
                      <a:pt x="7065" y="13130"/>
                    </a:lnTo>
                    <a:lnTo>
                      <a:pt x="7399" y="13099"/>
                    </a:lnTo>
                    <a:lnTo>
                      <a:pt x="7732" y="13054"/>
                    </a:lnTo>
                    <a:lnTo>
                      <a:pt x="8066" y="12993"/>
                    </a:lnTo>
                    <a:lnTo>
                      <a:pt x="8399" y="12918"/>
                    </a:lnTo>
                    <a:lnTo>
                      <a:pt x="8718" y="12827"/>
                    </a:lnTo>
                    <a:lnTo>
                      <a:pt x="9021" y="12720"/>
                    </a:lnTo>
                    <a:lnTo>
                      <a:pt x="9324" y="12599"/>
                    </a:lnTo>
                    <a:lnTo>
                      <a:pt x="9627" y="12478"/>
                    </a:lnTo>
                    <a:lnTo>
                      <a:pt x="9915" y="12326"/>
                    </a:lnTo>
                    <a:lnTo>
                      <a:pt x="10203" y="12159"/>
                    </a:lnTo>
                    <a:lnTo>
                      <a:pt x="10476" y="11993"/>
                    </a:lnTo>
                    <a:lnTo>
                      <a:pt x="10734" y="11796"/>
                    </a:lnTo>
                    <a:lnTo>
                      <a:pt x="10992" y="11599"/>
                    </a:lnTo>
                    <a:lnTo>
                      <a:pt x="11234" y="11386"/>
                    </a:lnTo>
                    <a:lnTo>
                      <a:pt x="11462" y="11159"/>
                    </a:lnTo>
                    <a:lnTo>
                      <a:pt x="11689" y="10931"/>
                    </a:lnTo>
                    <a:lnTo>
                      <a:pt x="11901" y="10689"/>
                    </a:lnTo>
                    <a:lnTo>
                      <a:pt x="12099" y="10431"/>
                    </a:lnTo>
                    <a:lnTo>
                      <a:pt x="12280" y="10173"/>
                    </a:lnTo>
                    <a:lnTo>
                      <a:pt x="12462" y="9901"/>
                    </a:lnTo>
                    <a:lnTo>
                      <a:pt x="12629" y="9613"/>
                    </a:lnTo>
                    <a:lnTo>
                      <a:pt x="12781" y="9324"/>
                    </a:lnTo>
                    <a:lnTo>
                      <a:pt x="12902" y="9021"/>
                    </a:lnTo>
                    <a:lnTo>
                      <a:pt x="13023" y="8718"/>
                    </a:lnTo>
                    <a:lnTo>
                      <a:pt x="13129" y="8415"/>
                    </a:lnTo>
                    <a:lnTo>
                      <a:pt x="13220" y="8096"/>
                    </a:lnTo>
                    <a:lnTo>
                      <a:pt x="13296" y="7763"/>
                    </a:lnTo>
                    <a:lnTo>
                      <a:pt x="13357" y="7429"/>
                    </a:lnTo>
                    <a:lnTo>
                      <a:pt x="13402" y="7096"/>
                    </a:lnTo>
                    <a:lnTo>
                      <a:pt x="13433" y="6762"/>
                    </a:lnTo>
                    <a:lnTo>
                      <a:pt x="13433" y="6414"/>
                    </a:lnTo>
                    <a:lnTo>
                      <a:pt x="13433" y="6050"/>
                    </a:lnTo>
                    <a:lnTo>
                      <a:pt x="13402" y="5686"/>
                    </a:lnTo>
                    <a:lnTo>
                      <a:pt x="13342" y="5322"/>
                    </a:lnTo>
                    <a:lnTo>
                      <a:pt x="13281" y="4973"/>
                    </a:lnTo>
                    <a:lnTo>
                      <a:pt x="13160" y="5383"/>
                    </a:lnTo>
                    <a:lnTo>
                      <a:pt x="13008" y="5777"/>
                    </a:lnTo>
                    <a:lnTo>
                      <a:pt x="12811" y="6156"/>
                    </a:lnTo>
                    <a:lnTo>
                      <a:pt x="12599" y="6520"/>
                    </a:lnTo>
                    <a:lnTo>
                      <a:pt x="12356" y="6868"/>
                    </a:lnTo>
                    <a:lnTo>
                      <a:pt x="12083" y="7187"/>
                    </a:lnTo>
                    <a:lnTo>
                      <a:pt x="11795" y="7475"/>
                    </a:lnTo>
                    <a:lnTo>
                      <a:pt x="11477" y="7748"/>
                    </a:lnTo>
                    <a:lnTo>
                      <a:pt x="11128" y="8005"/>
                    </a:lnTo>
                    <a:lnTo>
                      <a:pt x="10764" y="8218"/>
                    </a:lnTo>
                    <a:lnTo>
                      <a:pt x="10385" y="8415"/>
                    </a:lnTo>
                    <a:lnTo>
                      <a:pt x="9991" y="8566"/>
                    </a:lnTo>
                    <a:lnTo>
                      <a:pt x="9582" y="8688"/>
                    </a:lnTo>
                    <a:lnTo>
                      <a:pt x="9370" y="8748"/>
                    </a:lnTo>
                    <a:lnTo>
                      <a:pt x="9157" y="8794"/>
                    </a:lnTo>
                    <a:lnTo>
                      <a:pt x="8945" y="8824"/>
                    </a:lnTo>
                    <a:lnTo>
                      <a:pt x="8733" y="8839"/>
                    </a:lnTo>
                    <a:lnTo>
                      <a:pt x="8505" y="8854"/>
                    </a:lnTo>
                    <a:lnTo>
                      <a:pt x="8020" y="8854"/>
                    </a:lnTo>
                    <a:lnTo>
                      <a:pt x="7747" y="8839"/>
                    </a:lnTo>
                    <a:lnTo>
                      <a:pt x="7490" y="8809"/>
                    </a:lnTo>
                    <a:lnTo>
                      <a:pt x="7247" y="8764"/>
                    </a:lnTo>
                    <a:lnTo>
                      <a:pt x="6989" y="8703"/>
                    </a:lnTo>
                    <a:lnTo>
                      <a:pt x="6747" y="8627"/>
                    </a:lnTo>
                    <a:lnTo>
                      <a:pt x="6504" y="8551"/>
                    </a:lnTo>
                    <a:lnTo>
                      <a:pt x="6277" y="8460"/>
                    </a:lnTo>
                    <a:lnTo>
                      <a:pt x="6049" y="8354"/>
                    </a:lnTo>
                    <a:lnTo>
                      <a:pt x="5822" y="8233"/>
                    </a:lnTo>
                    <a:lnTo>
                      <a:pt x="5610" y="8112"/>
                    </a:lnTo>
                    <a:lnTo>
                      <a:pt x="5398" y="7975"/>
                    </a:lnTo>
                    <a:lnTo>
                      <a:pt x="5200" y="7839"/>
                    </a:lnTo>
                    <a:lnTo>
                      <a:pt x="5003" y="7687"/>
                    </a:lnTo>
                    <a:lnTo>
                      <a:pt x="4821" y="7520"/>
                    </a:lnTo>
                    <a:lnTo>
                      <a:pt x="4640" y="7354"/>
                    </a:lnTo>
                    <a:lnTo>
                      <a:pt x="4458" y="7172"/>
                    </a:lnTo>
                    <a:lnTo>
                      <a:pt x="4306" y="6990"/>
                    </a:lnTo>
                    <a:lnTo>
                      <a:pt x="4154" y="6793"/>
                    </a:lnTo>
                    <a:lnTo>
                      <a:pt x="4003" y="6580"/>
                    </a:lnTo>
                    <a:lnTo>
                      <a:pt x="3866" y="6383"/>
                    </a:lnTo>
                    <a:lnTo>
                      <a:pt x="3745" y="6156"/>
                    </a:lnTo>
                    <a:lnTo>
                      <a:pt x="3639" y="5944"/>
                    </a:lnTo>
                    <a:lnTo>
                      <a:pt x="3533" y="5716"/>
                    </a:lnTo>
                    <a:lnTo>
                      <a:pt x="3442" y="5474"/>
                    </a:lnTo>
                    <a:lnTo>
                      <a:pt x="3351" y="5231"/>
                    </a:lnTo>
                    <a:lnTo>
                      <a:pt x="3290" y="4989"/>
                    </a:lnTo>
                    <a:lnTo>
                      <a:pt x="3230" y="4746"/>
                    </a:lnTo>
                    <a:lnTo>
                      <a:pt x="3184" y="4488"/>
                    </a:lnTo>
                    <a:lnTo>
                      <a:pt x="3154" y="4230"/>
                    </a:lnTo>
                    <a:lnTo>
                      <a:pt x="3123" y="3973"/>
                    </a:lnTo>
                    <a:lnTo>
                      <a:pt x="3123" y="3700"/>
                    </a:lnTo>
                    <a:lnTo>
                      <a:pt x="3123" y="3427"/>
                    </a:lnTo>
                    <a:lnTo>
                      <a:pt x="3154" y="3169"/>
                    </a:lnTo>
                    <a:lnTo>
                      <a:pt x="3184" y="2912"/>
                    </a:lnTo>
                    <a:lnTo>
                      <a:pt x="3230" y="2654"/>
                    </a:lnTo>
                    <a:lnTo>
                      <a:pt x="3290" y="2396"/>
                    </a:lnTo>
                    <a:lnTo>
                      <a:pt x="3366" y="2138"/>
                    </a:lnTo>
                    <a:lnTo>
                      <a:pt x="3442" y="1896"/>
                    </a:lnTo>
                    <a:lnTo>
                      <a:pt x="3548" y="1668"/>
                    </a:lnTo>
                    <a:lnTo>
                      <a:pt x="3654" y="1426"/>
                    </a:lnTo>
                    <a:lnTo>
                      <a:pt x="3775" y="1198"/>
                    </a:lnTo>
                    <a:lnTo>
                      <a:pt x="3897" y="986"/>
                    </a:lnTo>
                    <a:lnTo>
                      <a:pt x="4033" y="774"/>
                    </a:lnTo>
                    <a:lnTo>
                      <a:pt x="4185" y="577"/>
                    </a:lnTo>
                    <a:lnTo>
                      <a:pt x="4352" y="380"/>
                    </a:lnTo>
                    <a:lnTo>
                      <a:pt x="4518" y="183"/>
                    </a:lnTo>
                    <a:lnTo>
                      <a:pt x="4700" y="1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7"/>
              <p:cNvSpPr/>
              <p:nvPr/>
            </p:nvSpPr>
            <p:spPr>
              <a:xfrm>
                <a:off x="7877923" y="4367174"/>
                <a:ext cx="452356" cy="442153"/>
              </a:xfrm>
              <a:custGeom>
                <a:avLst/>
                <a:gdLst/>
                <a:ahLst/>
                <a:cxnLst/>
                <a:rect l="l" t="t" r="r" b="b"/>
                <a:pathLst>
                  <a:path w="13433" h="13130" fill="none" extrusionOk="0">
                    <a:moveTo>
                      <a:pt x="4700" y="1"/>
                    </a:moveTo>
                    <a:lnTo>
                      <a:pt x="4700" y="1"/>
                    </a:lnTo>
                    <a:lnTo>
                      <a:pt x="4442" y="92"/>
                    </a:lnTo>
                    <a:lnTo>
                      <a:pt x="4185" y="183"/>
                    </a:lnTo>
                    <a:lnTo>
                      <a:pt x="3942" y="289"/>
                    </a:lnTo>
                    <a:lnTo>
                      <a:pt x="3715" y="410"/>
                    </a:lnTo>
                    <a:lnTo>
                      <a:pt x="3472" y="531"/>
                    </a:lnTo>
                    <a:lnTo>
                      <a:pt x="3245" y="653"/>
                    </a:lnTo>
                    <a:lnTo>
                      <a:pt x="3033" y="804"/>
                    </a:lnTo>
                    <a:lnTo>
                      <a:pt x="2805" y="941"/>
                    </a:lnTo>
                    <a:lnTo>
                      <a:pt x="2608" y="1107"/>
                    </a:lnTo>
                    <a:lnTo>
                      <a:pt x="2396" y="1274"/>
                    </a:lnTo>
                    <a:lnTo>
                      <a:pt x="2199" y="1441"/>
                    </a:lnTo>
                    <a:lnTo>
                      <a:pt x="2017" y="1623"/>
                    </a:lnTo>
                    <a:lnTo>
                      <a:pt x="1835" y="1805"/>
                    </a:lnTo>
                    <a:lnTo>
                      <a:pt x="1653" y="2002"/>
                    </a:lnTo>
                    <a:lnTo>
                      <a:pt x="1486" y="2199"/>
                    </a:lnTo>
                    <a:lnTo>
                      <a:pt x="1319" y="2411"/>
                    </a:lnTo>
                    <a:lnTo>
                      <a:pt x="1168" y="2623"/>
                    </a:lnTo>
                    <a:lnTo>
                      <a:pt x="1031" y="2836"/>
                    </a:lnTo>
                    <a:lnTo>
                      <a:pt x="895" y="3063"/>
                    </a:lnTo>
                    <a:lnTo>
                      <a:pt x="758" y="3291"/>
                    </a:lnTo>
                    <a:lnTo>
                      <a:pt x="652" y="3533"/>
                    </a:lnTo>
                    <a:lnTo>
                      <a:pt x="531" y="3776"/>
                    </a:lnTo>
                    <a:lnTo>
                      <a:pt x="440" y="4018"/>
                    </a:lnTo>
                    <a:lnTo>
                      <a:pt x="349" y="4261"/>
                    </a:lnTo>
                    <a:lnTo>
                      <a:pt x="258" y="4519"/>
                    </a:lnTo>
                    <a:lnTo>
                      <a:pt x="198" y="4776"/>
                    </a:lnTo>
                    <a:lnTo>
                      <a:pt x="137" y="5049"/>
                    </a:lnTo>
                    <a:lnTo>
                      <a:pt x="91" y="5307"/>
                    </a:lnTo>
                    <a:lnTo>
                      <a:pt x="46" y="5580"/>
                    </a:lnTo>
                    <a:lnTo>
                      <a:pt x="16" y="5853"/>
                    </a:lnTo>
                    <a:lnTo>
                      <a:pt x="0" y="6141"/>
                    </a:lnTo>
                    <a:lnTo>
                      <a:pt x="0" y="6414"/>
                    </a:lnTo>
                    <a:lnTo>
                      <a:pt x="0" y="6414"/>
                    </a:lnTo>
                    <a:lnTo>
                      <a:pt x="0" y="6762"/>
                    </a:lnTo>
                    <a:lnTo>
                      <a:pt x="31" y="7096"/>
                    </a:lnTo>
                    <a:lnTo>
                      <a:pt x="76" y="7429"/>
                    </a:lnTo>
                    <a:lnTo>
                      <a:pt x="137" y="7763"/>
                    </a:lnTo>
                    <a:lnTo>
                      <a:pt x="213" y="8096"/>
                    </a:lnTo>
                    <a:lnTo>
                      <a:pt x="304" y="8415"/>
                    </a:lnTo>
                    <a:lnTo>
                      <a:pt x="410" y="8718"/>
                    </a:lnTo>
                    <a:lnTo>
                      <a:pt x="516" y="9021"/>
                    </a:lnTo>
                    <a:lnTo>
                      <a:pt x="652" y="9324"/>
                    </a:lnTo>
                    <a:lnTo>
                      <a:pt x="804" y="9613"/>
                    </a:lnTo>
                    <a:lnTo>
                      <a:pt x="971" y="9901"/>
                    </a:lnTo>
                    <a:lnTo>
                      <a:pt x="1137" y="10173"/>
                    </a:lnTo>
                    <a:lnTo>
                      <a:pt x="1335" y="10431"/>
                    </a:lnTo>
                    <a:lnTo>
                      <a:pt x="1532" y="10689"/>
                    </a:lnTo>
                    <a:lnTo>
                      <a:pt x="1744" y="10931"/>
                    </a:lnTo>
                    <a:lnTo>
                      <a:pt x="1971" y="11159"/>
                    </a:lnTo>
                    <a:lnTo>
                      <a:pt x="2199" y="11386"/>
                    </a:lnTo>
                    <a:lnTo>
                      <a:pt x="2441" y="11599"/>
                    </a:lnTo>
                    <a:lnTo>
                      <a:pt x="2699" y="11796"/>
                    </a:lnTo>
                    <a:lnTo>
                      <a:pt x="2957" y="11993"/>
                    </a:lnTo>
                    <a:lnTo>
                      <a:pt x="3230" y="12159"/>
                    </a:lnTo>
                    <a:lnTo>
                      <a:pt x="3518" y="12326"/>
                    </a:lnTo>
                    <a:lnTo>
                      <a:pt x="3806" y="12478"/>
                    </a:lnTo>
                    <a:lnTo>
                      <a:pt x="4109" y="12599"/>
                    </a:lnTo>
                    <a:lnTo>
                      <a:pt x="4412" y="12720"/>
                    </a:lnTo>
                    <a:lnTo>
                      <a:pt x="4715" y="12827"/>
                    </a:lnTo>
                    <a:lnTo>
                      <a:pt x="5034" y="12918"/>
                    </a:lnTo>
                    <a:lnTo>
                      <a:pt x="5367" y="12993"/>
                    </a:lnTo>
                    <a:lnTo>
                      <a:pt x="5701" y="13054"/>
                    </a:lnTo>
                    <a:lnTo>
                      <a:pt x="6034" y="13099"/>
                    </a:lnTo>
                    <a:lnTo>
                      <a:pt x="6368" y="13130"/>
                    </a:lnTo>
                    <a:lnTo>
                      <a:pt x="6717" y="13130"/>
                    </a:lnTo>
                    <a:lnTo>
                      <a:pt x="6717" y="13130"/>
                    </a:lnTo>
                    <a:lnTo>
                      <a:pt x="7065" y="13130"/>
                    </a:lnTo>
                    <a:lnTo>
                      <a:pt x="7399" y="13099"/>
                    </a:lnTo>
                    <a:lnTo>
                      <a:pt x="7732" y="13054"/>
                    </a:lnTo>
                    <a:lnTo>
                      <a:pt x="8066" y="12993"/>
                    </a:lnTo>
                    <a:lnTo>
                      <a:pt x="8399" y="12918"/>
                    </a:lnTo>
                    <a:lnTo>
                      <a:pt x="8718" y="12827"/>
                    </a:lnTo>
                    <a:lnTo>
                      <a:pt x="9021" y="12720"/>
                    </a:lnTo>
                    <a:lnTo>
                      <a:pt x="9324" y="12599"/>
                    </a:lnTo>
                    <a:lnTo>
                      <a:pt x="9627" y="12478"/>
                    </a:lnTo>
                    <a:lnTo>
                      <a:pt x="9915" y="12326"/>
                    </a:lnTo>
                    <a:lnTo>
                      <a:pt x="10203" y="12159"/>
                    </a:lnTo>
                    <a:lnTo>
                      <a:pt x="10476" y="11993"/>
                    </a:lnTo>
                    <a:lnTo>
                      <a:pt x="10734" y="11796"/>
                    </a:lnTo>
                    <a:lnTo>
                      <a:pt x="10992" y="11599"/>
                    </a:lnTo>
                    <a:lnTo>
                      <a:pt x="11234" y="11386"/>
                    </a:lnTo>
                    <a:lnTo>
                      <a:pt x="11462" y="11159"/>
                    </a:lnTo>
                    <a:lnTo>
                      <a:pt x="11689" y="10931"/>
                    </a:lnTo>
                    <a:lnTo>
                      <a:pt x="11901" y="10689"/>
                    </a:lnTo>
                    <a:lnTo>
                      <a:pt x="12099" y="10431"/>
                    </a:lnTo>
                    <a:lnTo>
                      <a:pt x="12280" y="10173"/>
                    </a:lnTo>
                    <a:lnTo>
                      <a:pt x="12462" y="9901"/>
                    </a:lnTo>
                    <a:lnTo>
                      <a:pt x="12629" y="9613"/>
                    </a:lnTo>
                    <a:lnTo>
                      <a:pt x="12781" y="9324"/>
                    </a:lnTo>
                    <a:lnTo>
                      <a:pt x="12902" y="9021"/>
                    </a:lnTo>
                    <a:lnTo>
                      <a:pt x="13023" y="8718"/>
                    </a:lnTo>
                    <a:lnTo>
                      <a:pt x="13129" y="8415"/>
                    </a:lnTo>
                    <a:lnTo>
                      <a:pt x="13220" y="8096"/>
                    </a:lnTo>
                    <a:lnTo>
                      <a:pt x="13296" y="7763"/>
                    </a:lnTo>
                    <a:lnTo>
                      <a:pt x="13357" y="7429"/>
                    </a:lnTo>
                    <a:lnTo>
                      <a:pt x="13402" y="7096"/>
                    </a:lnTo>
                    <a:lnTo>
                      <a:pt x="13433" y="6762"/>
                    </a:lnTo>
                    <a:lnTo>
                      <a:pt x="13433" y="6414"/>
                    </a:lnTo>
                    <a:lnTo>
                      <a:pt x="13433" y="6414"/>
                    </a:lnTo>
                    <a:lnTo>
                      <a:pt x="13433" y="6050"/>
                    </a:lnTo>
                    <a:lnTo>
                      <a:pt x="13402" y="5686"/>
                    </a:lnTo>
                    <a:lnTo>
                      <a:pt x="13342" y="5322"/>
                    </a:lnTo>
                    <a:lnTo>
                      <a:pt x="13281" y="4973"/>
                    </a:lnTo>
                    <a:lnTo>
                      <a:pt x="13281" y="4973"/>
                    </a:lnTo>
                    <a:lnTo>
                      <a:pt x="13160" y="5383"/>
                    </a:lnTo>
                    <a:lnTo>
                      <a:pt x="13008" y="5777"/>
                    </a:lnTo>
                    <a:lnTo>
                      <a:pt x="12811" y="6156"/>
                    </a:lnTo>
                    <a:lnTo>
                      <a:pt x="12599" y="6520"/>
                    </a:lnTo>
                    <a:lnTo>
                      <a:pt x="12356" y="6868"/>
                    </a:lnTo>
                    <a:lnTo>
                      <a:pt x="12083" y="7187"/>
                    </a:lnTo>
                    <a:lnTo>
                      <a:pt x="11795" y="7475"/>
                    </a:lnTo>
                    <a:lnTo>
                      <a:pt x="11477" y="7748"/>
                    </a:lnTo>
                    <a:lnTo>
                      <a:pt x="11128" y="8005"/>
                    </a:lnTo>
                    <a:lnTo>
                      <a:pt x="10764" y="8218"/>
                    </a:lnTo>
                    <a:lnTo>
                      <a:pt x="10385" y="8415"/>
                    </a:lnTo>
                    <a:lnTo>
                      <a:pt x="9991" y="8566"/>
                    </a:lnTo>
                    <a:lnTo>
                      <a:pt x="9582" y="8688"/>
                    </a:lnTo>
                    <a:lnTo>
                      <a:pt x="9370" y="8748"/>
                    </a:lnTo>
                    <a:lnTo>
                      <a:pt x="9157" y="8794"/>
                    </a:lnTo>
                    <a:lnTo>
                      <a:pt x="8945" y="8824"/>
                    </a:lnTo>
                    <a:lnTo>
                      <a:pt x="8733" y="8839"/>
                    </a:lnTo>
                    <a:lnTo>
                      <a:pt x="8505" y="8854"/>
                    </a:lnTo>
                    <a:lnTo>
                      <a:pt x="8278" y="8854"/>
                    </a:lnTo>
                    <a:lnTo>
                      <a:pt x="8278" y="8854"/>
                    </a:lnTo>
                    <a:lnTo>
                      <a:pt x="8020" y="8854"/>
                    </a:lnTo>
                    <a:lnTo>
                      <a:pt x="7747" y="8839"/>
                    </a:lnTo>
                    <a:lnTo>
                      <a:pt x="7490" y="8809"/>
                    </a:lnTo>
                    <a:lnTo>
                      <a:pt x="7247" y="8764"/>
                    </a:lnTo>
                    <a:lnTo>
                      <a:pt x="6989" y="8703"/>
                    </a:lnTo>
                    <a:lnTo>
                      <a:pt x="6747" y="8627"/>
                    </a:lnTo>
                    <a:lnTo>
                      <a:pt x="6504" y="8551"/>
                    </a:lnTo>
                    <a:lnTo>
                      <a:pt x="6277" y="8460"/>
                    </a:lnTo>
                    <a:lnTo>
                      <a:pt x="6049" y="8354"/>
                    </a:lnTo>
                    <a:lnTo>
                      <a:pt x="5822" y="8233"/>
                    </a:lnTo>
                    <a:lnTo>
                      <a:pt x="5610" y="8112"/>
                    </a:lnTo>
                    <a:lnTo>
                      <a:pt x="5398" y="7975"/>
                    </a:lnTo>
                    <a:lnTo>
                      <a:pt x="5200" y="7839"/>
                    </a:lnTo>
                    <a:lnTo>
                      <a:pt x="5003" y="7687"/>
                    </a:lnTo>
                    <a:lnTo>
                      <a:pt x="4821" y="7520"/>
                    </a:lnTo>
                    <a:lnTo>
                      <a:pt x="4640" y="7354"/>
                    </a:lnTo>
                    <a:lnTo>
                      <a:pt x="4458" y="7172"/>
                    </a:lnTo>
                    <a:lnTo>
                      <a:pt x="4306" y="6990"/>
                    </a:lnTo>
                    <a:lnTo>
                      <a:pt x="4154" y="6793"/>
                    </a:lnTo>
                    <a:lnTo>
                      <a:pt x="4003" y="6580"/>
                    </a:lnTo>
                    <a:lnTo>
                      <a:pt x="3866" y="6383"/>
                    </a:lnTo>
                    <a:lnTo>
                      <a:pt x="3745" y="6156"/>
                    </a:lnTo>
                    <a:lnTo>
                      <a:pt x="3639" y="5944"/>
                    </a:lnTo>
                    <a:lnTo>
                      <a:pt x="3533" y="5716"/>
                    </a:lnTo>
                    <a:lnTo>
                      <a:pt x="3442" y="5474"/>
                    </a:lnTo>
                    <a:lnTo>
                      <a:pt x="3351" y="5231"/>
                    </a:lnTo>
                    <a:lnTo>
                      <a:pt x="3290" y="4989"/>
                    </a:lnTo>
                    <a:lnTo>
                      <a:pt x="3230" y="4746"/>
                    </a:lnTo>
                    <a:lnTo>
                      <a:pt x="3184" y="4488"/>
                    </a:lnTo>
                    <a:lnTo>
                      <a:pt x="3154" y="4230"/>
                    </a:lnTo>
                    <a:lnTo>
                      <a:pt x="3123" y="3973"/>
                    </a:lnTo>
                    <a:lnTo>
                      <a:pt x="3123" y="3700"/>
                    </a:lnTo>
                    <a:lnTo>
                      <a:pt x="3123" y="3700"/>
                    </a:lnTo>
                    <a:lnTo>
                      <a:pt x="3123" y="3427"/>
                    </a:lnTo>
                    <a:lnTo>
                      <a:pt x="3154" y="3169"/>
                    </a:lnTo>
                    <a:lnTo>
                      <a:pt x="3184" y="2912"/>
                    </a:lnTo>
                    <a:lnTo>
                      <a:pt x="3230" y="2654"/>
                    </a:lnTo>
                    <a:lnTo>
                      <a:pt x="3290" y="2396"/>
                    </a:lnTo>
                    <a:lnTo>
                      <a:pt x="3366" y="2138"/>
                    </a:lnTo>
                    <a:lnTo>
                      <a:pt x="3442" y="1896"/>
                    </a:lnTo>
                    <a:lnTo>
                      <a:pt x="3548" y="1668"/>
                    </a:lnTo>
                    <a:lnTo>
                      <a:pt x="3654" y="1426"/>
                    </a:lnTo>
                    <a:lnTo>
                      <a:pt x="3775" y="1198"/>
                    </a:lnTo>
                    <a:lnTo>
                      <a:pt x="3897" y="986"/>
                    </a:lnTo>
                    <a:lnTo>
                      <a:pt x="4033" y="774"/>
                    </a:lnTo>
                    <a:lnTo>
                      <a:pt x="4185" y="577"/>
                    </a:lnTo>
                    <a:lnTo>
                      <a:pt x="4352" y="380"/>
                    </a:lnTo>
                    <a:lnTo>
                      <a:pt x="4518" y="183"/>
                    </a:lnTo>
                    <a:lnTo>
                      <a:pt x="470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7"/>
              <p:cNvSpPr/>
              <p:nvPr/>
            </p:nvSpPr>
            <p:spPr>
              <a:xfrm>
                <a:off x="8053038" y="4262509"/>
                <a:ext cx="460539" cy="98567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2927" extrusionOk="0">
                    <a:moveTo>
                      <a:pt x="10780" y="1"/>
                    </a:moveTo>
                    <a:lnTo>
                      <a:pt x="10416" y="16"/>
                    </a:lnTo>
                    <a:lnTo>
                      <a:pt x="10052" y="31"/>
                    </a:lnTo>
                    <a:lnTo>
                      <a:pt x="9688" y="61"/>
                    </a:lnTo>
                    <a:lnTo>
                      <a:pt x="9324" y="107"/>
                    </a:lnTo>
                    <a:lnTo>
                      <a:pt x="8976" y="152"/>
                    </a:lnTo>
                    <a:lnTo>
                      <a:pt x="8612" y="213"/>
                    </a:lnTo>
                    <a:lnTo>
                      <a:pt x="8248" y="289"/>
                    </a:lnTo>
                    <a:lnTo>
                      <a:pt x="7899" y="380"/>
                    </a:lnTo>
                    <a:lnTo>
                      <a:pt x="0" y="2563"/>
                    </a:lnTo>
                    <a:lnTo>
                      <a:pt x="440" y="2487"/>
                    </a:lnTo>
                    <a:lnTo>
                      <a:pt x="698" y="2457"/>
                    </a:lnTo>
                    <a:lnTo>
                      <a:pt x="971" y="2426"/>
                    </a:lnTo>
                    <a:lnTo>
                      <a:pt x="1259" y="2411"/>
                    </a:lnTo>
                    <a:lnTo>
                      <a:pt x="1562" y="2411"/>
                    </a:lnTo>
                    <a:lnTo>
                      <a:pt x="1880" y="2426"/>
                    </a:lnTo>
                    <a:lnTo>
                      <a:pt x="2214" y="2457"/>
                    </a:lnTo>
                    <a:lnTo>
                      <a:pt x="2517" y="2487"/>
                    </a:lnTo>
                    <a:lnTo>
                      <a:pt x="2790" y="2533"/>
                    </a:lnTo>
                    <a:lnTo>
                      <a:pt x="3048" y="2593"/>
                    </a:lnTo>
                    <a:lnTo>
                      <a:pt x="3305" y="2654"/>
                    </a:lnTo>
                    <a:lnTo>
                      <a:pt x="3760" y="2775"/>
                    </a:lnTo>
                    <a:lnTo>
                      <a:pt x="4139" y="2927"/>
                    </a:lnTo>
                    <a:lnTo>
                      <a:pt x="13675" y="334"/>
                    </a:lnTo>
                    <a:lnTo>
                      <a:pt x="13311" y="258"/>
                    </a:lnTo>
                    <a:lnTo>
                      <a:pt x="12963" y="183"/>
                    </a:lnTo>
                    <a:lnTo>
                      <a:pt x="12599" y="122"/>
                    </a:lnTo>
                    <a:lnTo>
                      <a:pt x="12235" y="77"/>
                    </a:lnTo>
                    <a:lnTo>
                      <a:pt x="11871" y="46"/>
                    </a:lnTo>
                    <a:lnTo>
                      <a:pt x="11507" y="31"/>
                    </a:lnTo>
                    <a:lnTo>
                      <a:pt x="11144" y="16"/>
                    </a:lnTo>
                    <a:lnTo>
                      <a:pt x="107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7"/>
              <p:cNvSpPr/>
              <p:nvPr/>
            </p:nvSpPr>
            <p:spPr>
              <a:xfrm>
                <a:off x="8070920" y="4361045"/>
                <a:ext cx="103147" cy="92438"/>
              </a:xfrm>
              <a:custGeom>
                <a:avLst/>
                <a:gdLst/>
                <a:ahLst/>
                <a:cxnLst/>
                <a:rect l="l" t="t" r="r" b="b"/>
                <a:pathLst>
                  <a:path w="3063" h="2745" extrusionOk="0">
                    <a:moveTo>
                      <a:pt x="1380" y="1"/>
                    </a:moveTo>
                    <a:lnTo>
                      <a:pt x="1228" y="16"/>
                    </a:lnTo>
                    <a:lnTo>
                      <a:pt x="1077" y="61"/>
                    </a:lnTo>
                    <a:lnTo>
                      <a:pt x="940" y="107"/>
                    </a:lnTo>
                    <a:lnTo>
                      <a:pt x="804" y="168"/>
                    </a:lnTo>
                    <a:lnTo>
                      <a:pt x="682" y="228"/>
                    </a:lnTo>
                    <a:lnTo>
                      <a:pt x="561" y="304"/>
                    </a:lnTo>
                    <a:lnTo>
                      <a:pt x="455" y="395"/>
                    </a:lnTo>
                    <a:lnTo>
                      <a:pt x="349" y="501"/>
                    </a:lnTo>
                    <a:lnTo>
                      <a:pt x="273" y="607"/>
                    </a:lnTo>
                    <a:lnTo>
                      <a:pt x="197" y="713"/>
                    </a:lnTo>
                    <a:lnTo>
                      <a:pt x="121" y="835"/>
                    </a:lnTo>
                    <a:lnTo>
                      <a:pt x="76" y="956"/>
                    </a:lnTo>
                    <a:lnTo>
                      <a:pt x="30" y="1092"/>
                    </a:lnTo>
                    <a:lnTo>
                      <a:pt x="15" y="1229"/>
                    </a:lnTo>
                    <a:lnTo>
                      <a:pt x="0" y="1365"/>
                    </a:lnTo>
                    <a:lnTo>
                      <a:pt x="15" y="1517"/>
                    </a:lnTo>
                    <a:lnTo>
                      <a:pt x="30" y="1653"/>
                    </a:lnTo>
                    <a:lnTo>
                      <a:pt x="76" y="1790"/>
                    </a:lnTo>
                    <a:lnTo>
                      <a:pt x="121" y="1911"/>
                    </a:lnTo>
                    <a:lnTo>
                      <a:pt x="197" y="2032"/>
                    </a:lnTo>
                    <a:lnTo>
                      <a:pt x="273" y="2138"/>
                    </a:lnTo>
                    <a:lnTo>
                      <a:pt x="349" y="2245"/>
                    </a:lnTo>
                    <a:lnTo>
                      <a:pt x="455" y="2351"/>
                    </a:lnTo>
                    <a:lnTo>
                      <a:pt x="561" y="2442"/>
                    </a:lnTo>
                    <a:lnTo>
                      <a:pt x="682" y="2517"/>
                    </a:lnTo>
                    <a:lnTo>
                      <a:pt x="804" y="2578"/>
                    </a:lnTo>
                    <a:lnTo>
                      <a:pt x="940" y="2639"/>
                    </a:lnTo>
                    <a:lnTo>
                      <a:pt x="1077" y="2684"/>
                    </a:lnTo>
                    <a:lnTo>
                      <a:pt x="1228" y="2730"/>
                    </a:lnTo>
                    <a:lnTo>
                      <a:pt x="1380" y="2745"/>
                    </a:lnTo>
                    <a:lnTo>
                      <a:pt x="1698" y="2745"/>
                    </a:lnTo>
                    <a:lnTo>
                      <a:pt x="1850" y="2730"/>
                    </a:lnTo>
                    <a:lnTo>
                      <a:pt x="1986" y="2684"/>
                    </a:lnTo>
                    <a:lnTo>
                      <a:pt x="2138" y="2639"/>
                    </a:lnTo>
                    <a:lnTo>
                      <a:pt x="2259" y="2578"/>
                    </a:lnTo>
                    <a:lnTo>
                      <a:pt x="2395" y="2517"/>
                    </a:lnTo>
                    <a:lnTo>
                      <a:pt x="2517" y="2442"/>
                    </a:lnTo>
                    <a:lnTo>
                      <a:pt x="2623" y="2351"/>
                    </a:lnTo>
                    <a:lnTo>
                      <a:pt x="2714" y="2245"/>
                    </a:lnTo>
                    <a:lnTo>
                      <a:pt x="2805" y="2138"/>
                    </a:lnTo>
                    <a:lnTo>
                      <a:pt x="2881" y="2032"/>
                    </a:lnTo>
                    <a:lnTo>
                      <a:pt x="2941" y="1911"/>
                    </a:lnTo>
                    <a:lnTo>
                      <a:pt x="3002" y="1790"/>
                    </a:lnTo>
                    <a:lnTo>
                      <a:pt x="3032" y="1653"/>
                    </a:lnTo>
                    <a:lnTo>
                      <a:pt x="3063" y="1517"/>
                    </a:lnTo>
                    <a:lnTo>
                      <a:pt x="3063" y="1365"/>
                    </a:lnTo>
                    <a:lnTo>
                      <a:pt x="3063" y="1229"/>
                    </a:lnTo>
                    <a:lnTo>
                      <a:pt x="3032" y="1092"/>
                    </a:lnTo>
                    <a:lnTo>
                      <a:pt x="3002" y="956"/>
                    </a:lnTo>
                    <a:lnTo>
                      <a:pt x="2941" y="835"/>
                    </a:lnTo>
                    <a:lnTo>
                      <a:pt x="2881" y="713"/>
                    </a:lnTo>
                    <a:lnTo>
                      <a:pt x="2805" y="607"/>
                    </a:lnTo>
                    <a:lnTo>
                      <a:pt x="2714" y="501"/>
                    </a:lnTo>
                    <a:lnTo>
                      <a:pt x="2623" y="395"/>
                    </a:lnTo>
                    <a:lnTo>
                      <a:pt x="2517" y="304"/>
                    </a:lnTo>
                    <a:lnTo>
                      <a:pt x="2395" y="228"/>
                    </a:lnTo>
                    <a:lnTo>
                      <a:pt x="2259" y="168"/>
                    </a:lnTo>
                    <a:lnTo>
                      <a:pt x="2138" y="107"/>
                    </a:lnTo>
                    <a:lnTo>
                      <a:pt x="1986" y="61"/>
                    </a:lnTo>
                    <a:lnTo>
                      <a:pt x="1850" y="16"/>
                    </a:lnTo>
                    <a:lnTo>
                      <a:pt x="169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7"/>
              <p:cNvSpPr/>
              <p:nvPr/>
            </p:nvSpPr>
            <p:spPr>
              <a:xfrm>
                <a:off x="6339127" y="839800"/>
                <a:ext cx="2296399" cy="2959056"/>
              </a:xfrm>
              <a:custGeom>
                <a:avLst/>
                <a:gdLst/>
                <a:ahLst/>
                <a:cxnLst/>
                <a:rect l="l" t="t" r="r" b="b"/>
                <a:pathLst>
                  <a:path w="68193" h="87871" extrusionOk="0">
                    <a:moveTo>
                      <a:pt x="33460" y="0"/>
                    </a:moveTo>
                    <a:lnTo>
                      <a:pt x="32717" y="15"/>
                    </a:lnTo>
                    <a:lnTo>
                      <a:pt x="31989" y="45"/>
                    </a:lnTo>
                    <a:lnTo>
                      <a:pt x="31262" y="91"/>
                    </a:lnTo>
                    <a:lnTo>
                      <a:pt x="30519" y="167"/>
                    </a:lnTo>
                    <a:lnTo>
                      <a:pt x="29791" y="227"/>
                    </a:lnTo>
                    <a:lnTo>
                      <a:pt x="29063" y="318"/>
                    </a:lnTo>
                    <a:lnTo>
                      <a:pt x="28336" y="424"/>
                    </a:lnTo>
                    <a:lnTo>
                      <a:pt x="27608" y="546"/>
                    </a:lnTo>
                    <a:lnTo>
                      <a:pt x="26895" y="682"/>
                    </a:lnTo>
                    <a:lnTo>
                      <a:pt x="26168" y="819"/>
                    </a:lnTo>
                    <a:lnTo>
                      <a:pt x="25455" y="985"/>
                    </a:lnTo>
                    <a:lnTo>
                      <a:pt x="24743" y="1152"/>
                    </a:lnTo>
                    <a:lnTo>
                      <a:pt x="24030" y="1349"/>
                    </a:lnTo>
                    <a:lnTo>
                      <a:pt x="23333" y="1546"/>
                    </a:lnTo>
                    <a:lnTo>
                      <a:pt x="22635" y="1759"/>
                    </a:lnTo>
                    <a:lnTo>
                      <a:pt x="21938" y="1986"/>
                    </a:lnTo>
                    <a:lnTo>
                      <a:pt x="21240" y="2244"/>
                    </a:lnTo>
                    <a:lnTo>
                      <a:pt x="20558" y="2502"/>
                    </a:lnTo>
                    <a:lnTo>
                      <a:pt x="19876" y="2774"/>
                    </a:lnTo>
                    <a:lnTo>
                      <a:pt x="19194" y="3062"/>
                    </a:lnTo>
                    <a:lnTo>
                      <a:pt x="18527" y="3350"/>
                    </a:lnTo>
                    <a:lnTo>
                      <a:pt x="17875" y="3669"/>
                    </a:lnTo>
                    <a:lnTo>
                      <a:pt x="17208" y="4002"/>
                    </a:lnTo>
                    <a:lnTo>
                      <a:pt x="16571" y="4351"/>
                    </a:lnTo>
                    <a:lnTo>
                      <a:pt x="15934" y="4700"/>
                    </a:lnTo>
                    <a:lnTo>
                      <a:pt x="15297" y="5079"/>
                    </a:lnTo>
                    <a:lnTo>
                      <a:pt x="14676" y="5458"/>
                    </a:lnTo>
                    <a:lnTo>
                      <a:pt x="14054" y="5867"/>
                    </a:lnTo>
                    <a:lnTo>
                      <a:pt x="13448" y="6276"/>
                    </a:lnTo>
                    <a:lnTo>
                      <a:pt x="12841" y="6716"/>
                    </a:lnTo>
                    <a:lnTo>
                      <a:pt x="12099" y="7277"/>
                    </a:lnTo>
                    <a:lnTo>
                      <a:pt x="11371" y="7868"/>
                    </a:lnTo>
                    <a:lnTo>
                      <a:pt x="10658" y="8475"/>
                    </a:lnTo>
                    <a:lnTo>
                      <a:pt x="9976" y="9112"/>
                    </a:lnTo>
                    <a:lnTo>
                      <a:pt x="9324" y="9748"/>
                    </a:lnTo>
                    <a:lnTo>
                      <a:pt x="8687" y="10415"/>
                    </a:lnTo>
                    <a:lnTo>
                      <a:pt x="8081" y="11082"/>
                    </a:lnTo>
                    <a:lnTo>
                      <a:pt x="7490" y="11780"/>
                    </a:lnTo>
                    <a:lnTo>
                      <a:pt x="6929" y="12492"/>
                    </a:lnTo>
                    <a:lnTo>
                      <a:pt x="6398" y="13205"/>
                    </a:lnTo>
                    <a:lnTo>
                      <a:pt x="5883" y="13948"/>
                    </a:lnTo>
                    <a:lnTo>
                      <a:pt x="5382" y="14691"/>
                    </a:lnTo>
                    <a:lnTo>
                      <a:pt x="4913" y="15464"/>
                    </a:lnTo>
                    <a:lnTo>
                      <a:pt x="4458" y="16237"/>
                    </a:lnTo>
                    <a:lnTo>
                      <a:pt x="4033" y="17025"/>
                    </a:lnTo>
                    <a:lnTo>
                      <a:pt x="3624" y="17829"/>
                    </a:lnTo>
                    <a:lnTo>
                      <a:pt x="3245" y="18632"/>
                    </a:lnTo>
                    <a:lnTo>
                      <a:pt x="2881" y="19451"/>
                    </a:lnTo>
                    <a:lnTo>
                      <a:pt x="2547" y="20285"/>
                    </a:lnTo>
                    <a:lnTo>
                      <a:pt x="2229" y="21134"/>
                    </a:lnTo>
                    <a:lnTo>
                      <a:pt x="1926" y="21983"/>
                    </a:lnTo>
                    <a:lnTo>
                      <a:pt x="1653" y="22847"/>
                    </a:lnTo>
                    <a:lnTo>
                      <a:pt x="1395" y="23726"/>
                    </a:lnTo>
                    <a:lnTo>
                      <a:pt x="1168" y="24606"/>
                    </a:lnTo>
                    <a:lnTo>
                      <a:pt x="940" y="25485"/>
                    </a:lnTo>
                    <a:lnTo>
                      <a:pt x="759" y="26379"/>
                    </a:lnTo>
                    <a:lnTo>
                      <a:pt x="577" y="27289"/>
                    </a:lnTo>
                    <a:lnTo>
                      <a:pt x="425" y="28199"/>
                    </a:lnTo>
                    <a:lnTo>
                      <a:pt x="289" y="29108"/>
                    </a:lnTo>
                    <a:lnTo>
                      <a:pt x="167" y="30018"/>
                    </a:lnTo>
                    <a:lnTo>
                      <a:pt x="76" y="30943"/>
                    </a:lnTo>
                    <a:lnTo>
                      <a:pt x="0" y="31868"/>
                    </a:lnTo>
                    <a:lnTo>
                      <a:pt x="0" y="32095"/>
                    </a:lnTo>
                    <a:lnTo>
                      <a:pt x="16" y="32307"/>
                    </a:lnTo>
                    <a:lnTo>
                      <a:pt x="31" y="32489"/>
                    </a:lnTo>
                    <a:lnTo>
                      <a:pt x="76" y="32671"/>
                    </a:lnTo>
                    <a:lnTo>
                      <a:pt x="137" y="32838"/>
                    </a:lnTo>
                    <a:lnTo>
                      <a:pt x="198" y="32959"/>
                    </a:lnTo>
                    <a:lnTo>
                      <a:pt x="273" y="33065"/>
                    </a:lnTo>
                    <a:lnTo>
                      <a:pt x="349" y="33141"/>
                    </a:lnTo>
                    <a:lnTo>
                      <a:pt x="652" y="33323"/>
                    </a:lnTo>
                    <a:lnTo>
                      <a:pt x="971" y="33505"/>
                    </a:lnTo>
                    <a:lnTo>
                      <a:pt x="1319" y="33657"/>
                    </a:lnTo>
                    <a:lnTo>
                      <a:pt x="1668" y="33808"/>
                    </a:lnTo>
                    <a:lnTo>
                      <a:pt x="2047" y="33929"/>
                    </a:lnTo>
                    <a:lnTo>
                      <a:pt x="2426" y="34020"/>
                    </a:lnTo>
                    <a:lnTo>
                      <a:pt x="2608" y="34051"/>
                    </a:lnTo>
                    <a:lnTo>
                      <a:pt x="2805" y="34081"/>
                    </a:lnTo>
                    <a:lnTo>
                      <a:pt x="3002" y="34096"/>
                    </a:lnTo>
                    <a:lnTo>
                      <a:pt x="3199" y="34111"/>
                    </a:lnTo>
                    <a:lnTo>
                      <a:pt x="3654" y="34096"/>
                    </a:lnTo>
                    <a:lnTo>
                      <a:pt x="4109" y="34066"/>
                    </a:lnTo>
                    <a:lnTo>
                      <a:pt x="4564" y="34005"/>
                    </a:lnTo>
                    <a:lnTo>
                      <a:pt x="5019" y="33929"/>
                    </a:lnTo>
                    <a:lnTo>
                      <a:pt x="5473" y="33823"/>
                    </a:lnTo>
                    <a:lnTo>
                      <a:pt x="5928" y="33687"/>
                    </a:lnTo>
                    <a:lnTo>
                      <a:pt x="6368" y="33520"/>
                    </a:lnTo>
                    <a:lnTo>
                      <a:pt x="6808" y="33323"/>
                    </a:lnTo>
                    <a:lnTo>
                      <a:pt x="6899" y="33278"/>
                    </a:lnTo>
                    <a:lnTo>
                      <a:pt x="6974" y="33187"/>
                    </a:lnTo>
                    <a:lnTo>
                      <a:pt x="7035" y="33096"/>
                    </a:lnTo>
                    <a:lnTo>
                      <a:pt x="7096" y="32974"/>
                    </a:lnTo>
                    <a:lnTo>
                      <a:pt x="7156" y="32838"/>
                    </a:lnTo>
                    <a:lnTo>
                      <a:pt x="7202" y="32686"/>
                    </a:lnTo>
                    <a:lnTo>
                      <a:pt x="7232" y="32520"/>
                    </a:lnTo>
                    <a:lnTo>
                      <a:pt x="7247" y="32353"/>
                    </a:lnTo>
                    <a:lnTo>
                      <a:pt x="7308" y="31625"/>
                    </a:lnTo>
                    <a:lnTo>
                      <a:pt x="7384" y="30897"/>
                    </a:lnTo>
                    <a:lnTo>
                      <a:pt x="7475" y="30170"/>
                    </a:lnTo>
                    <a:lnTo>
                      <a:pt x="7581" y="29457"/>
                    </a:lnTo>
                    <a:lnTo>
                      <a:pt x="7702" y="28745"/>
                    </a:lnTo>
                    <a:lnTo>
                      <a:pt x="7854" y="28032"/>
                    </a:lnTo>
                    <a:lnTo>
                      <a:pt x="8005" y="27335"/>
                    </a:lnTo>
                    <a:lnTo>
                      <a:pt x="8172" y="26637"/>
                    </a:lnTo>
                    <a:lnTo>
                      <a:pt x="8354" y="25940"/>
                    </a:lnTo>
                    <a:lnTo>
                      <a:pt x="8551" y="25258"/>
                    </a:lnTo>
                    <a:lnTo>
                      <a:pt x="8778" y="24591"/>
                    </a:lnTo>
                    <a:lnTo>
                      <a:pt x="9006" y="23923"/>
                    </a:lnTo>
                    <a:lnTo>
                      <a:pt x="9248" y="23256"/>
                    </a:lnTo>
                    <a:lnTo>
                      <a:pt x="9521" y="22604"/>
                    </a:lnTo>
                    <a:lnTo>
                      <a:pt x="9794" y="21953"/>
                    </a:lnTo>
                    <a:lnTo>
                      <a:pt x="10097" y="21316"/>
                    </a:lnTo>
                    <a:lnTo>
                      <a:pt x="10416" y="20694"/>
                    </a:lnTo>
                    <a:lnTo>
                      <a:pt x="10749" y="20073"/>
                    </a:lnTo>
                    <a:lnTo>
                      <a:pt x="11098" y="19466"/>
                    </a:lnTo>
                    <a:lnTo>
                      <a:pt x="11462" y="18860"/>
                    </a:lnTo>
                    <a:lnTo>
                      <a:pt x="11856" y="18269"/>
                    </a:lnTo>
                    <a:lnTo>
                      <a:pt x="12250" y="17692"/>
                    </a:lnTo>
                    <a:lnTo>
                      <a:pt x="12675" y="17131"/>
                    </a:lnTo>
                    <a:lnTo>
                      <a:pt x="13114" y="16571"/>
                    </a:lnTo>
                    <a:lnTo>
                      <a:pt x="13569" y="16025"/>
                    </a:lnTo>
                    <a:lnTo>
                      <a:pt x="14054" y="15494"/>
                    </a:lnTo>
                    <a:lnTo>
                      <a:pt x="14539" y="14979"/>
                    </a:lnTo>
                    <a:lnTo>
                      <a:pt x="15055" y="14478"/>
                    </a:lnTo>
                    <a:lnTo>
                      <a:pt x="15601" y="13978"/>
                    </a:lnTo>
                    <a:lnTo>
                      <a:pt x="16146" y="13493"/>
                    </a:lnTo>
                    <a:lnTo>
                      <a:pt x="16723" y="13023"/>
                    </a:lnTo>
                    <a:lnTo>
                      <a:pt x="17314" y="12583"/>
                    </a:lnTo>
                    <a:lnTo>
                      <a:pt x="17784" y="12235"/>
                    </a:lnTo>
                    <a:lnTo>
                      <a:pt x="18269" y="11901"/>
                    </a:lnTo>
                    <a:lnTo>
                      <a:pt x="18754" y="11583"/>
                    </a:lnTo>
                    <a:lnTo>
                      <a:pt x="19239" y="11279"/>
                    </a:lnTo>
                    <a:lnTo>
                      <a:pt x="19740" y="10991"/>
                    </a:lnTo>
                    <a:lnTo>
                      <a:pt x="20240" y="10703"/>
                    </a:lnTo>
                    <a:lnTo>
                      <a:pt x="20755" y="10431"/>
                    </a:lnTo>
                    <a:lnTo>
                      <a:pt x="21271" y="10173"/>
                    </a:lnTo>
                    <a:lnTo>
                      <a:pt x="21801" y="9915"/>
                    </a:lnTo>
                    <a:lnTo>
                      <a:pt x="22317" y="9672"/>
                    </a:lnTo>
                    <a:lnTo>
                      <a:pt x="22847" y="9445"/>
                    </a:lnTo>
                    <a:lnTo>
                      <a:pt x="23393" y="9233"/>
                    </a:lnTo>
                    <a:lnTo>
                      <a:pt x="23939" y="9021"/>
                    </a:lnTo>
                    <a:lnTo>
                      <a:pt x="24485" y="8839"/>
                    </a:lnTo>
                    <a:lnTo>
                      <a:pt x="25031" y="8642"/>
                    </a:lnTo>
                    <a:lnTo>
                      <a:pt x="25576" y="8475"/>
                    </a:lnTo>
                    <a:lnTo>
                      <a:pt x="26137" y="8323"/>
                    </a:lnTo>
                    <a:lnTo>
                      <a:pt x="26698" y="8172"/>
                    </a:lnTo>
                    <a:lnTo>
                      <a:pt x="27259" y="8035"/>
                    </a:lnTo>
                    <a:lnTo>
                      <a:pt x="27835" y="7899"/>
                    </a:lnTo>
                    <a:lnTo>
                      <a:pt x="28396" y="7793"/>
                    </a:lnTo>
                    <a:lnTo>
                      <a:pt x="28972" y="7686"/>
                    </a:lnTo>
                    <a:lnTo>
                      <a:pt x="29533" y="7595"/>
                    </a:lnTo>
                    <a:lnTo>
                      <a:pt x="30109" y="7505"/>
                    </a:lnTo>
                    <a:lnTo>
                      <a:pt x="30685" y="7444"/>
                    </a:lnTo>
                    <a:lnTo>
                      <a:pt x="31262" y="7383"/>
                    </a:lnTo>
                    <a:lnTo>
                      <a:pt x="31853" y="7323"/>
                    </a:lnTo>
                    <a:lnTo>
                      <a:pt x="32429" y="7292"/>
                    </a:lnTo>
                    <a:lnTo>
                      <a:pt x="33005" y="7262"/>
                    </a:lnTo>
                    <a:lnTo>
                      <a:pt x="33581" y="7247"/>
                    </a:lnTo>
                    <a:lnTo>
                      <a:pt x="34157" y="7247"/>
                    </a:lnTo>
                    <a:lnTo>
                      <a:pt x="34748" y="7262"/>
                    </a:lnTo>
                    <a:lnTo>
                      <a:pt x="35309" y="7277"/>
                    </a:lnTo>
                    <a:lnTo>
                      <a:pt x="35870" y="7307"/>
                    </a:lnTo>
                    <a:lnTo>
                      <a:pt x="36431" y="7338"/>
                    </a:lnTo>
                    <a:lnTo>
                      <a:pt x="36992" y="7383"/>
                    </a:lnTo>
                    <a:lnTo>
                      <a:pt x="37538" y="7444"/>
                    </a:lnTo>
                    <a:lnTo>
                      <a:pt x="38099" y="7520"/>
                    </a:lnTo>
                    <a:lnTo>
                      <a:pt x="38660" y="7595"/>
                    </a:lnTo>
                    <a:lnTo>
                      <a:pt x="39206" y="7686"/>
                    </a:lnTo>
                    <a:lnTo>
                      <a:pt x="39767" y="7793"/>
                    </a:lnTo>
                    <a:lnTo>
                      <a:pt x="40312" y="7899"/>
                    </a:lnTo>
                    <a:lnTo>
                      <a:pt x="40858" y="8020"/>
                    </a:lnTo>
                    <a:lnTo>
                      <a:pt x="41419" y="8156"/>
                    </a:lnTo>
                    <a:lnTo>
                      <a:pt x="41950" y="8308"/>
                    </a:lnTo>
                    <a:lnTo>
                      <a:pt x="42496" y="8460"/>
                    </a:lnTo>
                    <a:lnTo>
                      <a:pt x="43026" y="8626"/>
                    </a:lnTo>
                    <a:lnTo>
                      <a:pt x="43572" y="8793"/>
                    </a:lnTo>
                    <a:lnTo>
                      <a:pt x="44103" y="8990"/>
                    </a:lnTo>
                    <a:lnTo>
                      <a:pt x="44618" y="9187"/>
                    </a:lnTo>
                    <a:lnTo>
                      <a:pt x="45149" y="9384"/>
                    </a:lnTo>
                    <a:lnTo>
                      <a:pt x="45664" y="9597"/>
                    </a:lnTo>
                    <a:lnTo>
                      <a:pt x="46180" y="9839"/>
                    </a:lnTo>
                    <a:lnTo>
                      <a:pt x="46680" y="10067"/>
                    </a:lnTo>
                    <a:lnTo>
                      <a:pt x="47180" y="10324"/>
                    </a:lnTo>
                    <a:lnTo>
                      <a:pt x="47680" y="10582"/>
                    </a:lnTo>
                    <a:lnTo>
                      <a:pt x="48181" y="10855"/>
                    </a:lnTo>
                    <a:lnTo>
                      <a:pt x="48666" y="11128"/>
                    </a:lnTo>
                    <a:lnTo>
                      <a:pt x="49136" y="11416"/>
                    </a:lnTo>
                    <a:lnTo>
                      <a:pt x="49621" y="11719"/>
                    </a:lnTo>
                    <a:lnTo>
                      <a:pt x="50076" y="12038"/>
                    </a:lnTo>
                    <a:lnTo>
                      <a:pt x="50546" y="12356"/>
                    </a:lnTo>
                    <a:lnTo>
                      <a:pt x="51001" y="12689"/>
                    </a:lnTo>
                    <a:lnTo>
                      <a:pt x="51440" y="13038"/>
                    </a:lnTo>
                    <a:lnTo>
                      <a:pt x="52047" y="13523"/>
                    </a:lnTo>
                    <a:lnTo>
                      <a:pt x="52623" y="14039"/>
                    </a:lnTo>
                    <a:lnTo>
                      <a:pt x="53184" y="14554"/>
                    </a:lnTo>
                    <a:lnTo>
                      <a:pt x="53730" y="15100"/>
                    </a:lnTo>
                    <a:lnTo>
                      <a:pt x="54245" y="15646"/>
                    </a:lnTo>
                    <a:lnTo>
                      <a:pt x="54730" y="16207"/>
                    </a:lnTo>
                    <a:lnTo>
                      <a:pt x="55215" y="16783"/>
                    </a:lnTo>
                    <a:lnTo>
                      <a:pt x="55655" y="17374"/>
                    </a:lnTo>
                    <a:lnTo>
                      <a:pt x="56095" y="17965"/>
                    </a:lnTo>
                    <a:lnTo>
                      <a:pt x="56504" y="18572"/>
                    </a:lnTo>
                    <a:lnTo>
                      <a:pt x="56898" y="19193"/>
                    </a:lnTo>
                    <a:lnTo>
                      <a:pt x="57277" y="19830"/>
                    </a:lnTo>
                    <a:lnTo>
                      <a:pt x="57626" y="20482"/>
                    </a:lnTo>
                    <a:lnTo>
                      <a:pt x="57959" y="21134"/>
                    </a:lnTo>
                    <a:lnTo>
                      <a:pt x="58278" y="21786"/>
                    </a:lnTo>
                    <a:lnTo>
                      <a:pt x="58566" y="22468"/>
                    </a:lnTo>
                    <a:lnTo>
                      <a:pt x="58854" y="23135"/>
                    </a:lnTo>
                    <a:lnTo>
                      <a:pt x="59112" y="23832"/>
                    </a:lnTo>
                    <a:lnTo>
                      <a:pt x="59354" y="24530"/>
                    </a:lnTo>
                    <a:lnTo>
                      <a:pt x="59566" y="25227"/>
                    </a:lnTo>
                    <a:lnTo>
                      <a:pt x="59779" y="25940"/>
                    </a:lnTo>
                    <a:lnTo>
                      <a:pt x="59961" y="26652"/>
                    </a:lnTo>
                    <a:lnTo>
                      <a:pt x="60142" y="27380"/>
                    </a:lnTo>
                    <a:lnTo>
                      <a:pt x="60294" y="28108"/>
                    </a:lnTo>
                    <a:lnTo>
                      <a:pt x="60430" y="28851"/>
                    </a:lnTo>
                    <a:lnTo>
                      <a:pt x="60552" y="29594"/>
                    </a:lnTo>
                    <a:lnTo>
                      <a:pt x="60658" y="30336"/>
                    </a:lnTo>
                    <a:lnTo>
                      <a:pt x="60749" y="31079"/>
                    </a:lnTo>
                    <a:lnTo>
                      <a:pt x="60810" y="31837"/>
                    </a:lnTo>
                    <a:lnTo>
                      <a:pt x="60870" y="32595"/>
                    </a:lnTo>
                    <a:lnTo>
                      <a:pt x="60916" y="33353"/>
                    </a:lnTo>
                    <a:lnTo>
                      <a:pt x="60946" y="34111"/>
                    </a:lnTo>
                    <a:lnTo>
                      <a:pt x="60946" y="86961"/>
                    </a:lnTo>
                    <a:lnTo>
                      <a:pt x="60946" y="87052"/>
                    </a:lnTo>
                    <a:lnTo>
                      <a:pt x="60976" y="87143"/>
                    </a:lnTo>
                    <a:lnTo>
                      <a:pt x="61007" y="87219"/>
                    </a:lnTo>
                    <a:lnTo>
                      <a:pt x="61052" y="87295"/>
                    </a:lnTo>
                    <a:lnTo>
                      <a:pt x="61113" y="87355"/>
                    </a:lnTo>
                    <a:lnTo>
                      <a:pt x="61189" y="87401"/>
                    </a:lnTo>
                    <a:lnTo>
                      <a:pt x="61264" y="87446"/>
                    </a:lnTo>
                    <a:lnTo>
                      <a:pt x="61340" y="87477"/>
                    </a:lnTo>
                    <a:lnTo>
                      <a:pt x="61962" y="87613"/>
                    </a:lnTo>
                    <a:lnTo>
                      <a:pt x="62295" y="87674"/>
                    </a:lnTo>
                    <a:lnTo>
                      <a:pt x="62644" y="87734"/>
                    </a:lnTo>
                    <a:lnTo>
                      <a:pt x="63008" y="87780"/>
                    </a:lnTo>
                    <a:lnTo>
                      <a:pt x="63402" y="87810"/>
                    </a:lnTo>
                    <a:lnTo>
                      <a:pt x="63796" y="87841"/>
                    </a:lnTo>
                    <a:lnTo>
                      <a:pt x="64205" y="87856"/>
                    </a:lnTo>
                    <a:lnTo>
                      <a:pt x="64736" y="87871"/>
                    </a:lnTo>
                    <a:lnTo>
                      <a:pt x="65236" y="87856"/>
                    </a:lnTo>
                    <a:lnTo>
                      <a:pt x="65722" y="87810"/>
                    </a:lnTo>
                    <a:lnTo>
                      <a:pt x="66192" y="87765"/>
                    </a:lnTo>
                    <a:lnTo>
                      <a:pt x="66631" y="87704"/>
                    </a:lnTo>
                    <a:lnTo>
                      <a:pt x="67040" y="87644"/>
                    </a:lnTo>
                    <a:lnTo>
                      <a:pt x="67435" y="87553"/>
                    </a:lnTo>
                    <a:lnTo>
                      <a:pt x="67799" y="87477"/>
                    </a:lnTo>
                    <a:lnTo>
                      <a:pt x="67889" y="87446"/>
                    </a:lnTo>
                    <a:lnTo>
                      <a:pt x="67965" y="87401"/>
                    </a:lnTo>
                    <a:lnTo>
                      <a:pt x="68026" y="87355"/>
                    </a:lnTo>
                    <a:lnTo>
                      <a:pt x="68087" y="87295"/>
                    </a:lnTo>
                    <a:lnTo>
                      <a:pt x="68132" y="87219"/>
                    </a:lnTo>
                    <a:lnTo>
                      <a:pt x="68162" y="87143"/>
                    </a:lnTo>
                    <a:lnTo>
                      <a:pt x="68193" y="87052"/>
                    </a:lnTo>
                    <a:lnTo>
                      <a:pt x="68193" y="86961"/>
                    </a:lnTo>
                    <a:lnTo>
                      <a:pt x="68193" y="34111"/>
                    </a:lnTo>
                    <a:lnTo>
                      <a:pt x="68162" y="33156"/>
                    </a:lnTo>
                    <a:lnTo>
                      <a:pt x="68117" y="32186"/>
                    </a:lnTo>
                    <a:lnTo>
                      <a:pt x="68041" y="31231"/>
                    </a:lnTo>
                    <a:lnTo>
                      <a:pt x="67965" y="30276"/>
                    </a:lnTo>
                    <a:lnTo>
                      <a:pt x="67844" y="29321"/>
                    </a:lnTo>
                    <a:lnTo>
                      <a:pt x="67723" y="28381"/>
                    </a:lnTo>
                    <a:lnTo>
                      <a:pt x="67571" y="27441"/>
                    </a:lnTo>
                    <a:lnTo>
                      <a:pt x="67389" y="26516"/>
                    </a:lnTo>
                    <a:lnTo>
                      <a:pt x="67192" y="25591"/>
                    </a:lnTo>
                    <a:lnTo>
                      <a:pt x="66980" y="24666"/>
                    </a:lnTo>
                    <a:lnTo>
                      <a:pt x="66737" y="23757"/>
                    </a:lnTo>
                    <a:lnTo>
                      <a:pt x="66480" y="22862"/>
                    </a:lnTo>
                    <a:lnTo>
                      <a:pt x="66192" y="21968"/>
                    </a:lnTo>
                    <a:lnTo>
                      <a:pt x="65888" y="21088"/>
                    </a:lnTo>
                    <a:lnTo>
                      <a:pt x="65570" y="20209"/>
                    </a:lnTo>
                    <a:lnTo>
                      <a:pt x="65206" y="19345"/>
                    </a:lnTo>
                    <a:lnTo>
                      <a:pt x="64842" y="18496"/>
                    </a:lnTo>
                    <a:lnTo>
                      <a:pt x="64433" y="17662"/>
                    </a:lnTo>
                    <a:lnTo>
                      <a:pt x="64008" y="16828"/>
                    </a:lnTo>
                    <a:lnTo>
                      <a:pt x="63569" y="16010"/>
                    </a:lnTo>
                    <a:lnTo>
                      <a:pt x="63084" y="15206"/>
                    </a:lnTo>
                    <a:lnTo>
                      <a:pt x="62598" y="14418"/>
                    </a:lnTo>
                    <a:lnTo>
                      <a:pt x="62068" y="13645"/>
                    </a:lnTo>
                    <a:lnTo>
                      <a:pt x="61522" y="12887"/>
                    </a:lnTo>
                    <a:lnTo>
                      <a:pt x="60946" y="12144"/>
                    </a:lnTo>
                    <a:lnTo>
                      <a:pt x="60355" y="11416"/>
                    </a:lnTo>
                    <a:lnTo>
                      <a:pt x="59718" y="10703"/>
                    </a:lnTo>
                    <a:lnTo>
                      <a:pt x="59066" y="10006"/>
                    </a:lnTo>
                    <a:lnTo>
                      <a:pt x="58384" y="9324"/>
                    </a:lnTo>
                    <a:lnTo>
                      <a:pt x="57686" y="8672"/>
                    </a:lnTo>
                    <a:lnTo>
                      <a:pt x="56944" y="8020"/>
                    </a:lnTo>
                    <a:lnTo>
                      <a:pt x="56186" y="7398"/>
                    </a:lnTo>
                    <a:lnTo>
                      <a:pt x="55625" y="6959"/>
                    </a:lnTo>
                    <a:lnTo>
                      <a:pt x="55048" y="6534"/>
                    </a:lnTo>
                    <a:lnTo>
                      <a:pt x="54457" y="6125"/>
                    </a:lnTo>
                    <a:lnTo>
                      <a:pt x="53866" y="5716"/>
                    </a:lnTo>
                    <a:lnTo>
                      <a:pt x="53260" y="5337"/>
                    </a:lnTo>
                    <a:lnTo>
                      <a:pt x="52653" y="4958"/>
                    </a:lnTo>
                    <a:lnTo>
                      <a:pt x="52032" y="4609"/>
                    </a:lnTo>
                    <a:lnTo>
                      <a:pt x="51410" y="4260"/>
                    </a:lnTo>
                    <a:lnTo>
                      <a:pt x="50773" y="3927"/>
                    </a:lnTo>
                    <a:lnTo>
                      <a:pt x="50136" y="3608"/>
                    </a:lnTo>
                    <a:lnTo>
                      <a:pt x="49485" y="3305"/>
                    </a:lnTo>
                    <a:lnTo>
                      <a:pt x="48833" y="3017"/>
                    </a:lnTo>
                    <a:lnTo>
                      <a:pt x="48181" y="2729"/>
                    </a:lnTo>
                    <a:lnTo>
                      <a:pt x="47514" y="2471"/>
                    </a:lnTo>
                    <a:lnTo>
                      <a:pt x="46847" y="2213"/>
                    </a:lnTo>
                    <a:lnTo>
                      <a:pt x="46164" y="1986"/>
                    </a:lnTo>
                    <a:lnTo>
                      <a:pt x="45482" y="1759"/>
                    </a:lnTo>
                    <a:lnTo>
                      <a:pt x="44800" y="1546"/>
                    </a:lnTo>
                    <a:lnTo>
                      <a:pt x="44118" y="1349"/>
                    </a:lnTo>
                    <a:lnTo>
                      <a:pt x="43420" y="1167"/>
                    </a:lnTo>
                    <a:lnTo>
                      <a:pt x="42723" y="985"/>
                    </a:lnTo>
                    <a:lnTo>
                      <a:pt x="42026" y="834"/>
                    </a:lnTo>
                    <a:lnTo>
                      <a:pt x="41328" y="697"/>
                    </a:lnTo>
                    <a:lnTo>
                      <a:pt x="40616" y="561"/>
                    </a:lnTo>
                    <a:lnTo>
                      <a:pt x="39918" y="440"/>
                    </a:lnTo>
                    <a:lnTo>
                      <a:pt x="39206" y="349"/>
                    </a:lnTo>
                    <a:lnTo>
                      <a:pt x="38493" y="258"/>
                    </a:lnTo>
                    <a:lnTo>
                      <a:pt x="37781" y="182"/>
                    </a:lnTo>
                    <a:lnTo>
                      <a:pt x="37068" y="106"/>
                    </a:lnTo>
                    <a:lnTo>
                      <a:pt x="36356" y="61"/>
                    </a:lnTo>
                    <a:lnTo>
                      <a:pt x="35643" y="30"/>
                    </a:lnTo>
                    <a:lnTo>
                      <a:pt x="34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7"/>
              <p:cNvSpPr/>
              <p:nvPr/>
            </p:nvSpPr>
            <p:spPr>
              <a:xfrm>
                <a:off x="6339127" y="839800"/>
                <a:ext cx="2296399" cy="2959056"/>
              </a:xfrm>
              <a:custGeom>
                <a:avLst/>
                <a:gdLst/>
                <a:ahLst/>
                <a:cxnLst/>
                <a:rect l="l" t="t" r="r" b="b"/>
                <a:pathLst>
                  <a:path w="68193" h="87871" fill="none" extrusionOk="0">
                    <a:moveTo>
                      <a:pt x="56186" y="7398"/>
                    </a:moveTo>
                    <a:lnTo>
                      <a:pt x="56186" y="7398"/>
                    </a:lnTo>
                    <a:lnTo>
                      <a:pt x="55625" y="6959"/>
                    </a:lnTo>
                    <a:lnTo>
                      <a:pt x="55048" y="6534"/>
                    </a:lnTo>
                    <a:lnTo>
                      <a:pt x="54457" y="6125"/>
                    </a:lnTo>
                    <a:lnTo>
                      <a:pt x="53866" y="5716"/>
                    </a:lnTo>
                    <a:lnTo>
                      <a:pt x="53260" y="5337"/>
                    </a:lnTo>
                    <a:lnTo>
                      <a:pt x="52653" y="4958"/>
                    </a:lnTo>
                    <a:lnTo>
                      <a:pt x="52032" y="4609"/>
                    </a:lnTo>
                    <a:lnTo>
                      <a:pt x="51410" y="4260"/>
                    </a:lnTo>
                    <a:lnTo>
                      <a:pt x="50773" y="3927"/>
                    </a:lnTo>
                    <a:lnTo>
                      <a:pt x="50136" y="3608"/>
                    </a:lnTo>
                    <a:lnTo>
                      <a:pt x="49485" y="3305"/>
                    </a:lnTo>
                    <a:lnTo>
                      <a:pt x="48833" y="3017"/>
                    </a:lnTo>
                    <a:lnTo>
                      <a:pt x="48181" y="2729"/>
                    </a:lnTo>
                    <a:lnTo>
                      <a:pt x="47514" y="2471"/>
                    </a:lnTo>
                    <a:lnTo>
                      <a:pt x="46847" y="2213"/>
                    </a:lnTo>
                    <a:lnTo>
                      <a:pt x="46164" y="1986"/>
                    </a:lnTo>
                    <a:lnTo>
                      <a:pt x="45482" y="1759"/>
                    </a:lnTo>
                    <a:lnTo>
                      <a:pt x="44800" y="1546"/>
                    </a:lnTo>
                    <a:lnTo>
                      <a:pt x="44118" y="1349"/>
                    </a:lnTo>
                    <a:lnTo>
                      <a:pt x="43420" y="1167"/>
                    </a:lnTo>
                    <a:lnTo>
                      <a:pt x="42723" y="985"/>
                    </a:lnTo>
                    <a:lnTo>
                      <a:pt x="42026" y="834"/>
                    </a:lnTo>
                    <a:lnTo>
                      <a:pt x="41328" y="697"/>
                    </a:lnTo>
                    <a:lnTo>
                      <a:pt x="40616" y="561"/>
                    </a:lnTo>
                    <a:lnTo>
                      <a:pt x="39918" y="440"/>
                    </a:lnTo>
                    <a:lnTo>
                      <a:pt x="39206" y="349"/>
                    </a:lnTo>
                    <a:lnTo>
                      <a:pt x="38493" y="258"/>
                    </a:lnTo>
                    <a:lnTo>
                      <a:pt x="37781" y="182"/>
                    </a:lnTo>
                    <a:lnTo>
                      <a:pt x="37068" y="106"/>
                    </a:lnTo>
                    <a:lnTo>
                      <a:pt x="36356" y="61"/>
                    </a:lnTo>
                    <a:lnTo>
                      <a:pt x="35643" y="30"/>
                    </a:lnTo>
                    <a:lnTo>
                      <a:pt x="34930" y="0"/>
                    </a:lnTo>
                    <a:lnTo>
                      <a:pt x="34930" y="0"/>
                    </a:lnTo>
                    <a:lnTo>
                      <a:pt x="34188" y="0"/>
                    </a:lnTo>
                    <a:lnTo>
                      <a:pt x="33460" y="0"/>
                    </a:lnTo>
                    <a:lnTo>
                      <a:pt x="32717" y="15"/>
                    </a:lnTo>
                    <a:lnTo>
                      <a:pt x="31989" y="45"/>
                    </a:lnTo>
                    <a:lnTo>
                      <a:pt x="31262" y="91"/>
                    </a:lnTo>
                    <a:lnTo>
                      <a:pt x="30519" y="167"/>
                    </a:lnTo>
                    <a:lnTo>
                      <a:pt x="29791" y="227"/>
                    </a:lnTo>
                    <a:lnTo>
                      <a:pt x="29063" y="318"/>
                    </a:lnTo>
                    <a:lnTo>
                      <a:pt x="28336" y="424"/>
                    </a:lnTo>
                    <a:lnTo>
                      <a:pt x="27608" y="546"/>
                    </a:lnTo>
                    <a:lnTo>
                      <a:pt x="26895" y="682"/>
                    </a:lnTo>
                    <a:lnTo>
                      <a:pt x="26168" y="819"/>
                    </a:lnTo>
                    <a:lnTo>
                      <a:pt x="25455" y="985"/>
                    </a:lnTo>
                    <a:lnTo>
                      <a:pt x="24743" y="1152"/>
                    </a:lnTo>
                    <a:lnTo>
                      <a:pt x="24030" y="1349"/>
                    </a:lnTo>
                    <a:lnTo>
                      <a:pt x="23333" y="1546"/>
                    </a:lnTo>
                    <a:lnTo>
                      <a:pt x="22635" y="1759"/>
                    </a:lnTo>
                    <a:lnTo>
                      <a:pt x="21938" y="1986"/>
                    </a:lnTo>
                    <a:lnTo>
                      <a:pt x="21240" y="2244"/>
                    </a:lnTo>
                    <a:lnTo>
                      <a:pt x="20558" y="2502"/>
                    </a:lnTo>
                    <a:lnTo>
                      <a:pt x="19876" y="2774"/>
                    </a:lnTo>
                    <a:lnTo>
                      <a:pt x="19194" y="3062"/>
                    </a:lnTo>
                    <a:lnTo>
                      <a:pt x="18527" y="3350"/>
                    </a:lnTo>
                    <a:lnTo>
                      <a:pt x="17875" y="3669"/>
                    </a:lnTo>
                    <a:lnTo>
                      <a:pt x="17208" y="4002"/>
                    </a:lnTo>
                    <a:lnTo>
                      <a:pt x="16571" y="4351"/>
                    </a:lnTo>
                    <a:lnTo>
                      <a:pt x="15934" y="4700"/>
                    </a:lnTo>
                    <a:lnTo>
                      <a:pt x="15297" y="5079"/>
                    </a:lnTo>
                    <a:lnTo>
                      <a:pt x="14676" y="5458"/>
                    </a:lnTo>
                    <a:lnTo>
                      <a:pt x="14054" y="5867"/>
                    </a:lnTo>
                    <a:lnTo>
                      <a:pt x="13448" y="6276"/>
                    </a:lnTo>
                    <a:lnTo>
                      <a:pt x="12841" y="6716"/>
                    </a:lnTo>
                    <a:lnTo>
                      <a:pt x="12841" y="6716"/>
                    </a:lnTo>
                    <a:lnTo>
                      <a:pt x="12099" y="7277"/>
                    </a:lnTo>
                    <a:lnTo>
                      <a:pt x="11371" y="7868"/>
                    </a:lnTo>
                    <a:lnTo>
                      <a:pt x="10658" y="8475"/>
                    </a:lnTo>
                    <a:lnTo>
                      <a:pt x="9976" y="9112"/>
                    </a:lnTo>
                    <a:lnTo>
                      <a:pt x="9324" y="9748"/>
                    </a:lnTo>
                    <a:lnTo>
                      <a:pt x="8687" y="10415"/>
                    </a:lnTo>
                    <a:lnTo>
                      <a:pt x="8081" y="11082"/>
                    </a:lnTo>
                    <a:lnTo>
                      <a:pt x="7490" y="11780"/>
                    </a:lnTo>
                    <a:lnTo>
                      <a:pt x="6929" y="12492"/>
                    </a:lnTo>
                    <a:lnTo>
                      <a:pt x="6398" y="13205"/>
                    </a:lnTo>
                    <a:lnTo>
                      <a:pt x="5883" y="13948"/>
                    </a:lnTo>
                    <a:lnTo>
                      <a:pt x="5382" y="14691"/>
                    </a:lnTo>
                    <a:lnTo>
                      <a:pt x="4913" y="15464"/>
                    </a:lnTo>
                    <a:lnTo>
                      <a:pt x="4458" y="16237"/>
                    </a:lnTo>
                    <a:lnTo>
                      <a:pt x="4033" y="17025"/>
                    </a:lnTo>
                    <a:lnTo>
                      <a:pt x="3624" y="17829"/>
                    </a:lnTo>
                    <a:lnTo>
                      <a:pt x="3245" y="18632"/>
                    </a:lnTo>
                    <a:lnTo>
                      <a:pt x="2881" y="19451"/>
                    </a:lnTo>
                    <a:lnTo>
                      <a:pt x="2547" y="20285"/>
                    </a:lnTo>
                    <a:lnTo>
                      <a:pt x="2229" y="21134"/>
                    </a:lnTo>
                    <a:lnTo>
                      <a:pt x="1926" y="21983"/>
                    </a:lnTo>
                    <a:lnTo>
                      <a:pt x="1653" y="22847"/>
                    </a:lnTo>
                    <a:lnTo>
                      <a:pt x="1395" y="23726"/>
                    </a:lnTo>
                    <a:lnTo>
                      <a:pt x="1168" y="24606"/>
                    </a:lnTo>
                    <a:lnTo>
                      <a:pt x="940" y="25485"/>
                    </a:lnTo>
                    <a:lnTo>
                      <a:pt x="759" y="26379"/>
                    </a:lnTo>
                    <a:lnTo>
                      <a:pt x="577" y="27289"/>
                    </a:lnTo>
                    <a:lnTo>
                      <a:pt x="425" y="28199"/>
                    </a:lnTo>
                    <a:lnTo>
                      <a:pt x="289" y="29108"/>
                    </a:lnTo>
                    <a:lnTo>
                      <a:pt x="167" y="30018"/>
                    </a:lnTo>
                    <a:lnTo>
                      <a:pt x="76" y="30943"/>
                    </a:lnTo>
                    <a:lnTo>
                      <a:pt x="0" y="31868"/>
                    </a:lnTo>
                    <a:lnTo>
                      <a:pt x="0" y="31868"/>
                    </a:lnTo>
                    <a:lnTo>
                      <a:pt x="0" y="32095"/>
                    </a:lnTo>
                    <a:lnTo>
                      <a:pt x="16" y="32307"/>
                    </a:lnTo>
                    <a:lnTo>
                      <a:pt x="31" y="32489"/>
                    </a:lnTo>
                    <a:lnTo>
                      <a:pt x="76" y="32671"/>
                    </a:lnTo>
                    <a:lnTo>
                      <a:pt x="137" y="32838"/>
                    </a:lnTo>
                    <a:lnTo>
                      <a:pt x="198" y="32959"/>
                    </a:lnTo>
                    <a:lnTo>
                      <a:pt x="273" y="33065"/>
                    </a:lnTo>
                    <a:lnTo>
                      <a:pt x="349" y="33141"/>
                    </a:lnTo>
                    <a:lnTo>
                      <a:pt x="349" y="33141"/>
                    </a:lnTo>
                    <a:lnTo>
                      <a:pt x="652" y="33323"/>
                    </a:lnTo>
                    <a:lnTo>
                      <a:pt x="971" y="33505"/>
                    </a:lnTo>
                    <a:lnTo>
                      <a:pt x="1319" y="33657"/>
                    </a:lnTo>
                    <a:lnTo>
                      <a:pt x="1668" y="33808"/>
                    </a:lnTo>
                    <a:lnTo>
                      <a:pt x="2047" y="33929"/>
                    </a:lnTo>
                    <a:lnTo>
                      <a:pt x="2426" y="34020"/>
                    </a:lnTo>
                    <a:lnTo>
                      <a:pt x="2608" y="34051"/>
                    </a:lnTo>
                    <a:lnTo>
                      <a:pt x="2805" y="34081"/>
                    </a:lnTo>
                    <a:lnTo>
                      <a:pt x="3002" y="34096"/>
                    </a:lnTo>
                    <a:lnTo>
                      <a:pt x="3199" y="34111"/>
                    </a:lnTo>
                    <a:lnTo>
                      <a:pt x="3199" y="34111"/>
                    </a:lnTo>
                    <a:lnTo>
                      <a:pt x="3654" y="34096"/>
                    </a:lnTo>
                    <a:lnTo>
                      <a:pt x="4109" y="34066"/>
                    </a:lnTo>
                    <a:lnTo>
                      <a:pt x="4564" y="34005"/>
                    </a:lnTo>
                    <a:lnTo>
                      <a:pt x="5019" y="33929"/>
                    </a:lnTo>
                    <a:lnTo>
                      <a:pt x="5473" y="33823"/>
                    </a:lnTo>
                    <a:lnTo>
                      <a:pt x="5928" y="33687"/>
                    </a:lnTo>
                    <a:lnTo>
                      <a:pt x="6368" y="33520"/>
                    </a:lnTo>
                    <a:lnTo>
                      <a:pt x="6808" y="33323"/>
                    </a:lnTo>
                    <a:lnTo>
                      <a:pt x="6808" y="33323"/>
                    </a:lnTo>
                    <a:lnTo>
                      <a:pt x="6899" y="33278"/>
                    </a:lnTo>
                    <a:lnTo>
                      <a:pt x="6974" y="33187"/>
                    </a:lnTo>
                    <a:lnTo>
                      <a:pt x="7035" y="33096"/>
                    </a:lnTo>
                    <a:lnTo>
                      <a:pt x="7096" y="32974"/>
                    </a:lnTo>
                    <a:lnTo>
                      <a:pt x="7156" y="32838"/>
                    </a:lnTo>
                    <a:lnTo>
                      <a:pt x="7202" y="32686"/>
                    </a:lnTo>
                    <a:lnTo>
                      <a:pt x="7232" y="32520"/>
                    </a:lnTo>
                    <a:lnTo>
                      <a:pt x="7247" y="32353"/>
                    </a:lnTo>
                    <a:lnTo>
                      <a:pt x="7247" y="32353"/>
                    </a:lnTo>
                    <a:lnTo>
                      <a:pt x="7308" y="31625"/>
                    </a:lnTo>
                    <a:lnTo>
                      <a:pt x="7384" y="30897"/>
                    </a:lnTo>
                    <a:lnTo>
                      <a:pt x="7475" y="30170"/>
                    </a:lnTo>
                    <a:lnTo>
                      <a:pt x="7581" y="29457"/>
                    </a:lnTo>
                    <a:lnTo>
                      <a:pt x="7702" y="28745"/>
                    </a:lnTo>
                    <a:lnTo>
                      <a:pt x="7854" y="28032"/>
                    </a:lnTo>
                    <a:lnTo>
                      <a:pt x="8005" y="27335"/>
                    </a:lnTo>
                    <a:lnTo>
                      <a:pt x="8172" y="26637"/>
                    </a:lnTo>
                    <a:lnTo>
                      <a:pt x="8354" y="25940"/>
                    </a:lnTo>
                    <a:lnTo>
                      <a:pt x="8551" y="25258"/>
                    </a:lnTo>
                    <a:lnTo>
                      <a:pt x="8778" y="24591"/>
                    </a:lnTo>
                    <a:lnTo>
                      <a:pt x="9006" y="23923"/>
                    </a:lnTo>
                    <a:lnTo>
                      <a:pt x="9248" y="23256"/>
                    </a:lnTo>
                    <a:lnTo>
                      <a:pt x="9521" y="22604"/>
                    </a:lnTo>
                    <a:lnTo>
                      <a:pt x="9794" y="21953"/>
                    </a:lnTo>
                    <a:lnTo>
                      <a:pt x="10097" y="21316"/>
                    </a:lnTo>
                    <a:lnTo>
                      <a:pt x="10416" y="20694"/>
                    </a:lnTo>
                    <a:lnTo>
                      <a:pt x="10749" y="20073"/>
                    </a:lnTo>
                    <a:lnTo>
                      <a:pt x="11098" y="19466"/>
                    </a:lnTo>
                    <a:lnTo>
                      <a:pt x="11462" y="18860"/>
                    </a:lnTo>
                    <a:lnTo>
                      <a:pt x="11856" y="18269"/>
                    </a:lnTo>
                    <a:lnTo>
                      <a:pt x="12250" y="17692"/>
                    </a:lnTo>
                    <a:lnTo>
                      <a:pt x="12675" y="17131"/>
                    </a:lnTo>
                    <a:lnTo>
                      <a:pt x="13114" y="16571"/>
                    </a:lnTo>
                    <a:lnTo>
                      <a:pt x="13569" y="16025"/>
                    </a:lnTo>
                    <a:lnTo>
                      <a:pt x="14054" y="15494"/>
                    </a:lnTo>
                    <a:lnTo>
                      <a:pt x="14539" y="14979"/>
                    </a:lnTo>
                    <a:lnTo>
                      <a:pt x="15055" y="14478"/>
                    </a:lnTo>
                    <a:lnTo>
                      <a:pt x="15601" y="13978"/>
                    </a:lnTo>
                    <a:lnTo>
                      <a:pt x="16146" y="13493"/>
                    </a:lnTo>
                    <a:lnTo>
                      <a:pt x="16723" y="13023"/>
                    </a:lnTo>
                    <a:lnTo>
                      <a:pt x="17314" y="12583"/>
                    </a:lnTo>
                    <a:lnTo>
                      <a:pt x="17314" y="12583"/>
                    </a:lnTo>
                    <a:lnTo>
                      <a:pt x="17784" y="12235"/>
                    </a:lnTo>
                    <a:lnTo>
                      <a:pt x="18269" y="11901"/>
                    </a:lnTo>
                    <a:lnTo>
                      <a:pt x="18754" y="11583"/>
                    </a:lnTo>
                    <a:lnTo>
                      <a:pt x="19239" y="11279"/>
                    </a:lnTo>
                    <a:lnTo>
                      <a:pt x="19740" y="10991"/>
                    </a:lnTo>
                    <a:lnTo>
                      <a:pt x="20240" y="10703"/>
                    </a:lnTo>
                    <a:lnTo>
                      <a:pt x="20755" y="10431"/>
                    </a:lnTo>
                    <a:lnTo>
                      <a:pt x="21271" y="10173"/>
                    </a:lnTo>
                    <a:lnTo>
                      <a:pt x="21801" y="9915"/>
                    </a:lnTo>
                    <a:lnTo>
                      <a:pt x="22317" y="9672"/>
                    </a:lnTo>
                    <a:lnTo>
                      <a:pt x="22847" y="9445"/>
                    </a:lnTo>
                    <a:lnTo>
                      <a:pt x="23393" y="9233"/>
                    </a:lnTo>
                    <a:lnTo>
                      <a:pt x="23939" y="9021"/>
                    </a:lnTo>
                    <a:lnTo>
                      <a:pt x="24485" y="8839"/>
                    </a:lnTo>
                    <a:lnTo>
                      <a:pt x="25031" y="8642"/>
                    </a:lnTo>
                    <a:lnTo>
                      <a:pt x="25576" y="8475"/>
                    </a:lnTo>
                    <a:lnTo>
                      <a:pt x="26137" y="8323"/>
                    </a:lnTo>
                    <a:lnTo>
                      <a:pt x="26698" y="8172"/>
                    </a:lnTo>
                    <a:lnTo>
                      <a:pt x="27259" y="8035"/>
                    </a:lnTo>
                    <a:lnTo>
                      <a:pt x="27835" y="7899"/>
                    </a:lnTo>
                    <a:lnTo>
                      <a:pt x="28396" y="7793"/>
                    </a:lnTo>
                    <a:lnTo>
                      <a:pt x="28972" y="7686"/>
                    </a:lnTo>
                    <a:lnTo>
                      <a:pt x="29533" y="7595"/>
                    </a:lnTo>
                    <a:lnTo>
                      <a:pt x="30109" y="7505"/>
                    </a:lnTo>
                    <a:lnTo>
                      <a:pt x="30685" y="7444"/>
                    </a:lnTo>
                    <a:lnTo>
                      <a:pt x="31262" y="7383"/>
                    </a:lnTo>
                    <a:lnTo>
                      <a:pt x="31853" y="7323"/>
                    </a:lnTo>
                    <a:lnTo>
                      <a:pt x="32429" y="7292"/>
                    </a:lnTo>
                    <a:lnTo>
                      <a:pt x="33005" y="7262"/>
                    </a:lnTo>
                    <a:lnTo>
                      <a:pt x="33581" y="7247"/>
                    </a:lnTo>
                    <a:lnTo>
                      <a:pt x="34157" y="7247"/>
                    </a:lnTo>
                    <a:lnTo>
                      <a:pt x="34748" y="7262"/>
                    </a:lnTo>
                    <a:lnTo>
                      <a:pt x="34748" y="7262"/>
                    </a:lnTo>
                    <a:lnTo>
                      <a:pt x="35309" y="7277"/>
                    </a:lnTo>
                    <a:lnTo>
                      <a:pt x="35870" y="7307"/>
                    </a:lnTo>
                    <a:lnTo>
                      <a:pt x="36431" y="7338"/>
                    </a:lnTo>
                    <a:lnTo>
                      <a:pt x="36992" y="7383"/>
                    </a:lnTo>
                    <a:lnTo>
                      <a:pt x="37538" y="7444"/>
                    </a:lnTo>
                    <a:lnTo>
                      <a:pt x="38099" y="7520"/>
                    </a:lnTo>
                    <a:lnTo>
                      <a:pt x="38660" y="7595"/>
                    </a:lnTo>
                    <a:lnTo>
                      <a:pt x="39206" y="7686"/>
                    </a:lnTo>
                    <a:lnTo>
                      <a:pt x="39767" y="7793"/>
                    </a:lnTo>
                    <a:lnTo>
                      <a:pt x="40312" y="7899"/>
                    </a:lnTo>
                    <a:lnTo>
                      <a:pt x="40858" y="8020"/>
                    </a:lnTo>
                    <a:lnTo>
                      <a:pt x="41419" y="8156"/>
                    </a:lnTo>
                    <a:lnTo>
                      <a:pt x="41950" y="8308"/>
                    </a:lnTo>
                    <a:lnTo>
                      <a:pt x="42496" y="8460"/>
                    </a:lnTo>
                    <a:lnTo>
                      <a:pt x="43026" y="8626"/>
                    </a:lnTo>
                    <a:lnTo>
                      <a:pt x="43572" y="8793"/>
                    </a:lnTo>
                    <a:lnTo>
                      <a:pt x="44103" y="8990"/>
                    </a:lnTo>
                    <a:lnTo>
                      <a:pt x="44618" y="9187"/>
                    </a:lnTo>
                    <a:lnTo>
                      <a:pt x="45149" y="9384"/>
                    </a:lnTo>
                    <a:lnTo>
                      <a:pt x="45664" y="9597"/>
                    </a:lnTo>
                    <a:lnTo>
                      <a:pt x="46180" y="9839"/>
                    </a:lnTo>
                    <a:lnTo>
                      <a:pt x="46680" y="10067"/>
                    </a:lnTo>
                    <a:lnTo>
                      <a:pt x="47180" y="10324"/>
                    </a:lnTo>
                    <a:lnTo>
                      <a:pt x="47680" y="10582"/>
                    </a:lnTo>
                    <a:lnTo>
                      <a:pt x="48181" y="10855"/>
                    </a:lnTo>
                    <a:lnTo>
                      <a:pt x="48666" y="11128"/>
                    </a:lnTo>
                    <a:lnTo>
                      <a:pt x="49136" y="11416"/>
                    </a:lnTo>
                    <a:lnTo>
                      <a:pt x="49621" y="11719"/>
                    </a:lnTo>
                    <a:lnTo>
                      <a:pt x="50076" y="12038"/>
                    </a:lnTo>
                    <a:lnTo>
                      <a:pt x="50546" y="12356"/>
                    </a:lnTo>
                    <a:lnTo>
                      <a:pt x="51001" y="12689"/>
                    </a:lnTo>
                    <a:lnTo>
                      <a:pt x="51440" y="13038"/>
                    </a:lnTo>
                    <a:lnTo>
                      <a:pt x="51440" y="13038"/>
                    </a:lnTo>
                    <a:lnTo>
                      <a:pt x="52047" y="13523"/>
                    </a:lnTo>
                    <a:lnTo>
                      <a:pt x="52623" y="14039"/>
                    </a:lnTo>
                    <a:lnTo>
                      <a:pt x="53184" y="14554"/>
                    </a:lnTo>
                    <a:lnTo>
                      <a:pt x="53730" y="15100"/>
                    </a:lnTo>
                    <a:lnTo>
                      <a:pt x="54245" y="15646"/>
                    </a:lnTo>
                    <a:lnTo>
                      <a:pt x="54730" y="16207"/>
                    </a:lnTo>
                    <a:lnTo>
                      <a:pt x="55215" y="16783"/>
                    </a:lnTo>
                    <a:lnTo>
                      <a:pt x="55655" y="17374"/>
                    </a:lnTo>
                    <a:lnTo>
                      <a:pt x="56095" y="17965"/>
                    </a:lnTo>
                    <a:lnTo>
                      <a:pt x="56504" y="18572"/>
                    </a:lnTo>
                    <a:lnTo>
                      <a:pt x="56898" y="19193"/>
                    </a:lnTo>
                    <a:lnTo>
                      <a:pt x="57277" y="19830"/>
                    </a:lnTo>
                    <a:lnTo>
                      <a:pt x="57626" y="20482"/>
                    </a:lnTo>
                    <a:lnTo>
                      <a:pt x="57959" y="21134"/>
                    </a:lnTo>
                    <a:lnTo>
                      <a:pt x="58278" y="21786"/>
                    </a:lnTo>
                    <a:lnTo>
                      <a:pt x="58566" y="22468"/>
                    </a:lnTo>
                    <a:lnTo>
                      <a:pt x="58854" y="23135"/>
                    </a:lnTo>
                    <a:lnTo>
                      <a:pt x="59112" y="23832"/>
                    </a:lnTo>
                    <a:lnTo>
                      <a:pt x="59354" y="24530"/>
                    </a:lnTo>
                    <a:lnTo>
                      <a:pt x="59566" y="25227"/>
                    </a:lnTo>
                    <a:lnTo>
                      <a:pt x="59779" y="25940"/>
                    </a:lnTo>
                    <a:lnTo>
                      <a:pt x="59961" y="26652"/>
                    </a:lnTo>
                    <a:lnTo>
                      <a:pt x="60142" y="27380"/>
                    </a:lnTo>
                    <a:lnTo>
                      <a:pt x="60294" y="28108"/>
                    </a:lnTo>
                    <a:lnTo>
                      <a:pt x="60430" y="28851"/>
                    </a:lnTo>
                    <a:lnTo>
                      <a:pt x="60552" y="29594"/>
                    </a:lnTo>
                    <a:lnTo>
                      <a:pt x="60658" y="30336"/>
                    </a:lnTo>
                    <a:lnTo>
                      <a:pt x="60749" y="31079"/>
                    </a:lnTo>
                    <a:lnTo>
                      <a:pt x="60810" y="31837"/>
                    </a:lnTo>
                    <a:lnTo>
                      <a:pt x="60870" y="32595"/>
                    </a:lnTo>
                    <a:lnTo>
                      <a:pt x="60916" y="33353"/>
                    </a:lnTo>
                    <a:lnTo>
                      <a:pt x="60946" y="34111"/>
                    </a:lnTo>
                    <a:lnTo>
                      <a:pt x="60946" y="86961"/>
                    </a:lnTo>
                    <a:lnTo>
                      <a:pt x="60946" y="86961"/>
                    </a:lnTo>
                    <a:lnTo>
                      <a:pt x="60946" y="87052"/>
                    </a:lnTo>
                    <a:lnTo>
                      <a:pt x="60976" y="87143"/>
                    </a:lnTo>
                    <a:lnTo>
                      <a:pt x="61007" y="87219"/>
                    </a:lnTo>
                    <a:lnTo>
                      <a:pt x="61052" y="87295"/>
                    </a:lnTo>
                    <a:lnTo>
                      <a:pt x="61113" y="87355"/>
                    </a:lnTo>
                    <a:lnTo>
                      <a:pt x="61189" y="87401"/>
                    </a:lnTo>
                    <a:lnTo>
                      <a:pt x="61264" y="87446"/>
                    </a:lnTo>
                    <a:lnTo>
                      <a:pt x="61340" y="87477"/>
                    </a:lnTo>
                    <a:lnTo>
                      <a:pt x="61340" y="87477"/>
                    </a:lnTo>
                    <a:lnTo>
                      <a:pt x="61962" y="87613"/>
                    </a:lnTo>
                    <a:lnTo>
                      <a:pt x="62295" y="87674"/>
                    </a:lnTo>
                    <a:lnTo>
                      <a:pt x="62644" y="87734"/>
                    </a:lnTo>
                    <a:lnTo>
                      <a:pt x="63008" y="87780"/>
                    </a:lnTo>
                    <a:lnTo>
                      <a:pt x="63402" y="87810"/>
                    </a:lnTo>
                    <a:lnTo>
                      <a:pt x="63796" y="87841"/>
                    </a:lnTo>
                    <a:lnTo>
                      <a:pt x="64205" y="87856"/>
                    </a:lnTo>
                    <a:lnTo>
                      <a:pt x="64205" y="87856"/>
                    </a:lnTo>
                    <a:lnTo>
                      <a:pt x="64736" y="87871"/>
                    </a:lnTo>
                    <a:lnTo>
                      <a:pt x="65236" y="87856"/>
                    </a:lnTo>
                    <a:lnTo>
                      <a:pt x="65722" y="87810"/>
                    </a:lnTo>
                    <a:lnTo>
                      <a:pt x="66192" y="87765"/>
                    </a:lnTo>
                    <a:lnTo>
                      <a:pt x="66631" y="87704"/>
                    </a:lnTo>
                    <a:lnTo>
                      <a:pt x="67040" y="87644"/>
                    </a:lnTo>
                    <a:lnTo>
                      <a:pt x="67435" y="87553"/>
                    </a:lnTo>
                    <a:lnTo>
                      <a:pt x="67799" y="87477"/>
                    </a:lnTo>
                    <a:lnTo>
                      <a:pt x="67799" y="87477"/>
                    </a:lnTo>
                    <a:lnTo>
                      <a:pt x="67889" y="87446"/>
                    </a:lnTo>
                    <a:lnTo>
                      <a:pt x="67965" y="87401"/>
                    </a:lnTo>
                    <a:lnTo>
                      <a:pt x="68026" y="87355"/>
                    </a:lnTo>
                    <a:lnTo>
                      <a:pt x="68087" y="87295"/>
                    </a:lnTo>
                    <a:lnTo>
                      <a:pt x="68132" y="87219"/>
                    </a:lnTo>
                    <a:lnTo>
                      <a:pt x="68162" y="87143"/>
                    </a:lnTo>
                    <a:lnTo>
                      <a:pt x="68193" y="87052"/>
                    </a:lnTo>
                    <a:lnTo>
                      <a:pt x="68193" y="86961"/>
                    </a:lnTo>
                    <a:lnTo>
                      <a:pt x="68193" y="34111"/>
                    </a:lnTo>
                    <a:lnTo>
                      <a:pt x="68193" y="34111"/>
                    </a:lnTo>
                    <a:lnTo>
                      <a:pt x="68162" y="33156"/>
                    </a:lnTo>
                    <a:lnTo>
                      <a:pt x="68117" y="32186"/>
                    </a:lnTo>
                    <a:lnTo>
                      <a:pt x="68041" y="31231"/>
                    </a:lnTo>
                    <a:lnTo>
                      <a:pt x="67965" y="30276"/>
                    </a:lnTo>
                    <a:lnTo>
                      <a:pt x="67844" y="29321"/>
                    </a:lnTo>
                    <a:lnTo>
                      <a:pt x="67723" y="28381"/>
                    </a:lnTo>
                    <a:lnTo>
                      <a:pt x="67571" y="27441"/>
                    </a:lnTo>
                    <a:lnTo>
                      <a:pt x="67389" y="26516"/>
                    </a:lnTo>
                    <a:lnTo>
                      <a:pt x="67192" y="25591"/>
                    </a:lnTo>
                    <a:lnTo>
                      <a:pt x="66980" y="24666"/>
                    </a:lnTo>
                    <a:lnTo>
                      <a:pt x="66737" y="23757"/>
                    </a:lnTo>
                    <a:lnTo>
                      <a:pt x="66480" y="22862"/>
                    </a:lnTo>
                    <a:lnTo>
                      <a:pt x="66192" y="21968"/>
                    </a:lnTo>
                    <a:lnTo>
                      <a:pt x="65888" y="21088"/>
                    </a:lnTo>
                    <a:lnTo>
                      <a:pt x="65570" y="20209"/>
                    </a:lnTo>
                    <a:lnTo>
                      <a:pt x="65206" y="19345"/>
                    </a:lnTo>
                    <a:lnTo>
                      <a:pt x="64842" y="18496"/>
                    </a:lnTo>
                    <a:lnTo>
                      <a:pt x="64433" y="17662"/>
                    </a:lnTo>
                    <a:lnTo>
                      <a:pt x="64008" y="16828"/>
                    </a:lnTo>
                    <a:lnTo>
                      <a:pt x="63569" y="16010"/>
                    </a:lnTo>
                    <a:lnTo>
                      <a:pt x="63084" y="15206"/>
                    </a:lnTo>
                    <a:lnTo>
                      <a:pt x="62598" y="14418"/>
                    </a:lnTo>
                    <a:lnTo>
                      <a:pt x="62068" y="13645"/>
                    </a:lnTo>
                    <a:lnTo>
                      <a:pt x="61522" y="12887"/>
                    </a:lnTo>
                    <a:lnTo>
                      <a:pt x="60946" y="12144"/>
                    </a:lnTo>
                    <a:lnTo>
                      <a:pt x="60355" y="11416"/>
                    </a:lnTo>
                    <a:lnTo>
                      <a:pt x="59718" y="10703"/>
                    </a:lnTo>
                    <a:lnTo>
                      <a:pt x="59066" y="10006"/>
                    </a:lnTo>
                    <a:lnTo>
                      <a:pt x="58384" y="9324"/>
                    </a:lnTo>
                    <a:lnTo>
                      <a:pt x="57686" y="8672"/>
                    </a:lnTo>
                    <a:lnTo>
                      <a:pt x="56944" y="8020"/>
                    </a:lnTo>
                    <a:lnTo>
                      <a:pt x="56186" y="739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7"/>
              <p:cNvSpPr/>
              <p:nvPr/>
            </p:nvSpPr>
            <p:spPr>
              <a:xfrm>
                <a:off x="6545393" y="844380"/>
                <a:ext cx="2073302" cy="2947337"/>
              </a:xfrm>
              <a:custGeom>
                <a:avLst/>
                <a:gdLst/>
                <a:ahLst/>
                <a:cxnLst/>
                <a:rect l="l" t="t" r="r" b="b"/>
                <a:pathLst>
                  <a:path w="61568" h="87523" extrusionOk="0">
                    <a:moveTo>
                      <a:pt x="28866" y="0"/>
                    </a:moveTo>
                    <a:lnTo>
                      <a:pt x="28184" y="31"/>
                    </a:lnTo>
                    <a:lnTo>
                      <a:pt x="27502" y="76"/>
                    </a:lnTo>
                    <a:lnTo>
                      <a:pt x="26819" y="122"/>
                    </a:lnTo>
                    <a:lnTo>
                      <a:pt x="26137" y="198"/>
                    </a:lnTo>
                    <a:lnTo>
                      <a:pt x="25470" y="273"/>
                    </a:lnTo>
                    <a:lnTo>
                      <a:pt x="24803" y="364"/>
                    </a:lnTo>
                    <a:lnTo>
                      <a:pt x="24136" y="470"/>
                    </a:lnTo>
                    <a:lnTo>
                      <a:pt x="23469" y="577"/>
                    </a:lnTo>
                    <a:lnTo>
                      <a:pt x="22802" y="698"/>
                    </a:lnTo>
                    <a:lnTo>
                      <a:pt x="22150" y="834"/>
                    </a:lnTo>
                    <a:lnTo>
                      <a:pt x="21498" y="986"/>
                    </a:lnTo>
                    <a:lnTo>
                      <a:pt x="20846" y="1153"/>
                    </a:lnTo>
                    <a:lnTo>
                      <a:pt x="20194" y="1319"/>
                    </a:lnTo>
                    <a:lnTo>
                      <a:pt x="19557" y="1501"/>
                    </a:lnTo>
                    <a:lnTo>
                      <a:pt x="18921" y="1698"/>
                    </a:lnTo>
                    <a:lnTo>
                      <a:pt x="18284" y="1911"/>
                    </a:lnTo>
                    <a:lnTo>
                      <a:pt x="17662" y="2123"/>
                    </a:lnTo>
                    <a:lnTo>
                      <a:pt x="17041" y="2350"/>
                    </a:lnTo>
                    <a:lnTo>
                      <a:pt x="16419" y="2593"/>
                    </a:lnTo>
                    <a:lnTo>
                      <a:pt x="15813" y="2835"/>
                    </a:lnTo>
                    <a:lnTo>
                      <a:pt x="15206" y="3093"/>
                    </a:lnTo>
                    <a:lnTo>
                      <a:pt x="14615" y="3366"/>
                    </a:lnTo>
                    <a:lnTo>
                      <a:pt x="14024" y="3654"/>
                    </a:lnTo>
                    <a:lnTo>
                      <a:pt x="13433" y="3942"/>
                    </a:lnTo>
                    <a:lnTo>
                      <a:pt x="12857" y="4245"/>
                    </a:lnTo>
                    <a:lnTo>
                      <a:pt x="12296" y="4564"/>
                    </a:lnTo>
                    <a:lnTo>
                      <a:pt x="11735" y="4882"/>
                    </a:lnTo>
                    <a:lnTo>
                      <a:pt x="11174" y="5231"/>
                    </a:lnTo>
                    <a:lnTo>
                      <a:pt x="10628" y="5564"/>
                    </a:lnTo>
                    <a:lnTo>
                      <a:pt x="10082" y="5928"/>
                    </a:lnTo>
                    <a:lnTo>
                      <a:pt x="9552" y="6292"/>
                    </a:lnTo>
                    <a:lnTo>
                      <a:pt x="9036" y="6671"/>
                    </a:lnTo>
                    <a:lnTo>
                      <a:pt x="8324" y="7202"/>
                    </a:lnTo>
                    <a:lnTo>
                      <a:pt x="7626" y="7763"/>
                    </a:lnTo>
                    <a:lnTo>
                      <a:pt x="6959" y="8339"/>
                    </a:lnTo>
                    <a:lnTo>
                      <a:pt x="6307" y="8930"/>
                    </a:lnTo>
                    <a:lnTo>
                      <a:pt x="5686" y="9536"/>
                    </a:lnTo>
                    <a:lnTo>
                      <a:pt x="5064" y="10173"/>
                    </a:lnTo>
                    <a:lnTo>
                      <a:pt x="4473" y="10810"/>
                    </a:lnTo>
                    <a:lnTo>
                      <a:pt x="3897" y="11477"/>
                    </a:lnTo>
                    <a:lnTo>
                      <a:pt x="3336" y="12174"/>
                    </a:lnTo>
                    <a:lnTo>
                      <a:pt x="2805" y="12872"/>
                    </a:lnTo>
                    <a:lnTo>
                      <a:pt x="2290" y="13584"/>
                    </a:lnTo>
                    <a:lnTo>
                      <a:pt x="1789" y="14327"/>
                    </a:lnTo>
                    <a:lnTo>
                      <a:pt x="1304" y="15085"/>
                    </a:lnTo>
                    <a:lnTo>
                      <a:pt x="849" y="15858"/>
                    </a:lnTo>
                    <a:lnTo>
                      <a:pt x="410" y="16647"/>
                    </a:lnTo>
                    <a:lnTo>
                      <a:pt x="0" y="17450"/>
                    </a:lnTo>
                    <a:lnTo>
                      <a:pt x="349" y="16920"/>
                    </a:lnTo>
                    <a:lnTo>
                      <a:pt x="728" y="16419"/>
                    </a:lnTo>
                    <a:lnTo>
                      <a:pt x="1107" y="15904"/>
                    </a:lnTo>
                    <a:lnTo>
                      <a:pt x="1501" y="15419"/>
                    </a:lnTo>
                    <a:lnTo>
                      <a:pt x="1911" y="14934"/>
                    </a:lnTo>
                    <a:lnTo>
                      <a:pt x="2320" y="14449"/>
                    </a:lnTo>
                    <a:lnTo>
                      <a:pt x="2744" y="13979"/>
                    </a:lnTo>
                    <a:lnTo>
                      <a:pt x="3169" y="13524"/>
                    </a:lnTo>
                    <a:lnTo>
                      <a:pt x="3609" y="13069"/>
                    </a:lnTo>
                    <a:lnTo>
                      <a:pt x="4063" y="12629"/>
                    </a:lnTo>
                    <a:lnTo>
                      <a:pt x="4518" y="12205"/>
                    </a:lnTo>
                    <a:lnTo>
                      <a:pt x="4988" y="11780"/>
                    </a:lnTo>
                    <a:lnTo>
                      <a:pt x="5473" y="11371"/>
                    </a:lnTo>
                    <a:lnTo>
                      <a:pt x="5958" y="10977"/>
                    </a:lnTo>
                    <a:lnTo>
                      <a:pt x="6459" y="10583"/>
                    </a:lnTo>
                    <a:lnTo>
                      <a:pt x="6974" y="10204"/>
                    </a:lnTo>
                    <a:lnTo>
                      <a:pt x="7490" y="9825"/>
                    </a:lnTo>
                    <a:lnTo>
                      <a:pt x="8020" y="9461"/>
                    </a:lnTo>
                    <a:lnTo>
                      <a:pt x="8566" y="9097"/>
                    </a:lnTo>
                    <a:lnTo>
                      <a:pt x="9112" y="8748"/>
                    </a:lnTo>
                    <a:lnTo>
                      <a:pt x="9673" y="8415"/>
                    </a:lnTo>
                    <a:lnTo>
                      <a:pt x="10234" y="8096"/>
                    </a:lnTo>
                    <a:lnTo>
                      <a:pt x="10795" y="7778"/>
                    </a:lnTo>
                    <a:lnTo>
                      <a:pt x="11371" y="7475"/>
                    </a:lnTo>
                    <a:lnTo>
                      <a:pt x="11962" y="7187"/>
                    </a:lnTo>
                    <a:lnTo>
                      <a:pt x="12553" y="6899"/>
                    </a:lnTo>
                    <a:lnTo>
                      <a:pt x="13145" y="6626"/>
                    </a:lnTo>
                    <a:lnTo>
                      <a:pt x="13751" y="6368"/>
                    </a:lnTo>
                    <a:lnTo>
                      <a:pt x="14357" y="6110"/>
                    </a:lnTo>
                    <a:lnTo>
                      <a:pt x="14979" y="5883"/>
                    </a:lnTo>
                    <a:lnTo>
                      <a:pt x="15601" y="5655"/>
                    </a:lnTo>
                    <a:lnTo>
                      <a:pt x="16222" y="5428"/>
                    </a:lnTo>
                    <a:lnTo>
                      <a:pt x="16859" y="5231"/>
                    </a:lnTo>
                    <a:lnTo>
                      <a:pt x="17496" y="5034"/>
                    </a:lnTo>
                    <a:lnTo>
                      <a:pt x="18132" y="4852"/>
                    </a:lnTo>
                    <a:lnTo>
                      <a:pt x="18784" y="4685"/>
                    </a:lnTo>
                    <a:lnTo>
                      <a:pt x="19436" y="4518"/>
                    </a:lnTo>
                    <a:lnTo>
                      <a:pt x="20088" y="4367"/>
                    </a:lnTo>
                    <a:lnTo>
                      <a:pt x="20740" y="4230"/>
                    </a:lnTo>
                    <a:lnTo>
                      <a:pt x="21407" y="4109"/>
                    </a:lnTo>
                    <a:lnTo>
                      <a:pt x="22074" y="3988"/>
                    </a:lnTo>
                    <a:lnTo>
                      <a:pt x="22741" y="3897"/>
                    </a:lnTo>
                    <a:lnTo>
                      <a:pt x="23408" y="3806"/>
                    </a:lnTo>
                    <a:lnTo>
                      <a:pt x="24075" y="3715"/>
                    </a:lnTo>
                    <a:lnTo>
                      <a:pt x="24758" y="3654"/>
                    </a:lnTo>
                    <a:lnTo>
                      <a:pt x="25440" y="3609"/>
                    </a:lnTo>
                    <a:lnTo>
                      <a:pt x="26122" y="3563"/>
                    </a:lnTo>
                    <a:lnTo>
                      <a:pt x="26804" y="3533"/>
                    </a:lnTo>
                    <a:lnTo>
                      <a:pt x="27532" y="3563"/>
                    </a:lnTo>
                    <a:lnTo>
                      <a:pt x="28244" y="3609"/>
                    </a:lnTo>
                    <a:lnTo>
                      <a:pt x="28972" y="3669"/>
                    </a:lnTo>
                    <a:lnTo>
                      <a:pt x="29685" y="3730"/>
                    </a:lnTo>
                    <a:lnTo>
                      <a:pt x="30397" y="3821"/>
                    </a:lnTo>
                    <a:lnTo>
                      <a:pt x="31110" y="3927"/>
                    </a:lnTo>
                    <a:lnTo>
                      <a:pt x="31807" y="4033"/>
                    </a:lnTo>
                    <a:lnTo>
                      <a:pt x="32505" y="4154"/>
                    </a:lnTo>
                    <a:lnTo>
                      <a:pt x="33202" y="4291"/>
                    </a:lnTo>
                    <a:lnTo>
                      <a:pt x="33899" y="4443"/>
                    </a:lnTo>
                    <a:lnTo>
                      <a:pt x="34597" y="4609"/>
                    </a:lnTo>
                    <a:lnTo>
                      <a:pt x="35279" y="4791"/>
                    </a:lnTo>
                    <a:lnTo>
                      <a:pt x="35946" y="4973"/>
                    </a:lnTo>
                    <a:lnTo>
                      <a:pt x="36628" y="5185"/>
                    </a:lnTo>
                    <a:lnTo>
                      <a:pt x="37295" y="5398"/>
                    </a:lnTo>
                    <a:lnTo>
                      <a:pt x="37947" y="5625"/>
                    </a:lnTo>
                    <a:lnTo>
                      <a:pt x="38614" y="5868"/>
                    </a:lnTo>
                    <a:lnTo>
                      <a:pt x="39251" y="6110"/>
                    </a:lnTo>
                    <a:lnTo>
                      <a:pt x="39903" y="6383"/>
                    </a:lnTo>
                    <a:lnTo>
                      <a:pt x="40540" y="6656"/>
                    </a:lnTo>
                    <a:lnTo>
                      <a:pt x="41161" y="6944"/>
                    </a:lnTo>
                    <a:lnTo>
                      <a:pt x="41783" y="7247"/>
                    </a:lnTo>
                    <a:lnTo>
                      <a:pt x="42404" y="7550"/>
                    </a:lnTo>
                    <a:lnTo>
                      <a:pt x="43011" y="7884"/>
                    </a:lnTo>
                    <a:lnTo>
                      <a:pt x="43602" y="8217"/>
                    </a:lnTo>
                    <a:lnTo>
                      <a:pt x="44193" y="8566"/>
                    </a:lnTo>
                    <a:lnTo>
                      <a:pt x="44769" y="8915"/>
                    </a:lnTo>
                    <a:lnTo>
                      <a:pt x="45346" y="9294"/>
                    </a:lnTo>
                    <a:lnTo>
                      <a:pt x="45907" y="9673"/>
                    </a:lnTo>
                    <a:lnTo>
                      <a:pt x="46467" y="10067"/>
                    </a:lnTo>
                    <a:lnTo>
                      <a:pt x="47013" y="10476"/>
                    </a:lnTo>
                    <a:lnTo>
                      <a:pt x="47544" y="10886"/>
                    </a:lnTo>
                    <a:lnTo>
                      <a:pt x="48272" y="11477"/>
                    </a:lnTo>
                    <a:lnTo>
                      <a:pt x="48984" y="12099"/>
                    </a:lnTo>
                    <a:lnTo>
                      <a:pt x="49666" y="12735"/>
                    </a:lnTo>
                    <a:lnTo>
                      <a:pt x="50318" y="13387"/>
                    </a:lnTo>
                    <a:lnTo>
                      <a:pt x="50970" y="14069"/>
                    </a:lnTo>
                    <a:lnTo>
                      <a:pt x="51577" y="14767"/>
                    </a:lnTo>
                    <a:lnTo>
                      <a:pt x="52183" y="15479"/>
                    </a:lnTo>
                    <a:lnTo>
                      <a:pt x="52759" y="16222"/>
                    </a:lnTo>
                    <a:lnTo>
                      <a:pt x="53305" y="16980"/>
                    </a:lnTo>
                    <a:lnTo>
                      <a:pt x="53836" y="17754"/>
                    </a:lnTo>
                    <a:lnTo>
                      <a:pt x="54336" y="18542"/>
                    </a:lnTo>
                    <a:lnTo>
                      <a:pt x="54821" y="19345"/>
                    </a:lnTo>
                    <a:lnTo>
                      <a:pt x="55291" y="20179"/>
                    </a:lnTo>
                    <a:lnTo>
                      <a:pt x="55731" y="21028"/>
                    </a:lnTo>
                    <a:lnTo>
                      <a:pt x="56140" y="21908"/>
                    </a:lnTo>
                    <a:lnTo>
                      <a:pt x="56534" y="22787"/>
                    </a:lnTo>
                    <a:lnTo>
                      <a:pt x="56868" y="23621"/>
                    </a:lnTo>
                    <a:lnTo>
                      <a:pt x="57186" y="24455"/>
                    </a:lnTo>
                    <a:lnTo>
                      <a:pt x="57489" y="25304"/>
                    </a:lnTo>
                    <a:lnTo>
                      <a:pt x="57762" y="26183"/>
                    </a:lnTo>
                    <a:lnTo>
                      <a:pt x="58020" y="27062"/>
                    </a:lnTo>
                    <a:lnTo>
                      <a:pt x="58262" y="27957"/>
                    </a:lnTo>
                    <a:lnTo>
                      <a:pt x="58475" y="28851"/>
                    </a:lnTo>
                    <a:lnTo>
                      <a:pt x="58672" y="29776"/>
                    </a:lnTo>
                    <a:lnTo>
                      <a:pt x="58854" y="30701"/>
                    </a:lnTo>
                    <a:lnTo>
                      <a:pt x="59005" y="31641"/>
                    </a:lnTo>
                    <a:lnTo>
                      <a:pt x="59142" y="32596"/>
                    </a:lnTo>
                    <a:lnTo>
                      <a:pt x="59263" y="33551"/>
                    </a:lnTo>
                    <a:lnTo>
                      <a:pt x="59354" y="34521"/>
                    </a:lnTo>
                    <a:lnTo>
                      <a:pt x="59430" y="35507"/>
                    </a:lnTo>
                    <a:lnTo>
                      <a:pt x="59475" y="36507"/>
                    </a:lnTo>
                    <a:lnTo>
                      <a:pt x="59506" y="37508"/>
                    </a:lnTo>
                    <a:lnTo>
                      <a:pt x="59506" y="87523"/>
                    </a:lnTo>
                    <a:lnTo>
                      <a:pt x="59945" y="87477"/>
                    </a:lnTo>
                    <a:lnTo>
                      <a:pt x="60385" y="87401"/>
                    </a:lnTo>
                    <a:lnTo>
                      <a:pt x="60825" y="87326"/>
                    </a:lnTo>
                    <a:lnTo>
                      <a:pt x="61264" y="87219"/>
                    </a:lnTo>
                    <a:lnTo>
                      <a:pt x="61325" y="87204"/>
                    </a:lnTo>
                    <a:lnTo>
                      <a:pt x="61385" y="87174"/>
                    </a:lnTo>
                    <a:lnTo>
                      <a:pt x="61446" y="87128"/>
                    </a:lnTo>
                    <a:lnTo>
                      <a:pt x="61492" y="87083"/>
                    </a:lnTo>
                    <a:lnTo>
                      <a:pt x="61522" y="87022"/>
                    </a:lnTo>
                    <a:lnTo>
                      <a:pt x="61552" y="86962"/>
                    </a:lnTo>
                    <a:lnTo>
                      <a:pt x="61567" y="86901"/>
                    </a:lnTo>
                    <a:lnTo>
                      <a:pt x="61567" y="86825"/>
                    </a:lnTo>
                    <a:lnTo>
                      <a:pt x="61567" y="33991"/>
                    </a:lnTo>
                    <a:lnTo>
                      <a:pt x="61537" y="32975"/>
                    </a:lnTo>
                    <a:lnTo>
                      <a:pt x="61492" y="31989"/>
                    </a:lnTo>
                    <a:lnTo>
                      <a:pt x="61416" y="31004"/>
                    </a:lnTo>
                    <a:lnTo>
                      <a:pt x="61325" y="30018"/>
                    </a:lnTo>
                    <a:lnTo>
                      <a:pt x="61204" y="29063"/>
                    </a:lnTo>
                    <a:lnTo>
                      <a:pt x="61067" y="28108"/>
                    </a:lnTo>
                    <a:lnTo>
                      <a:pt x="60915" y="27168"/>
                    </a:lnTo>
                    <a:lnTo>
                      <a:pt x="60734" y="26243"/>
                    </a:lnTo>
                    <a:lnTo>
                      <a:pt x="60536" y="25334"/>
                    </a:lnTo>
                    <a:lnTo>
                      <a:pt x="60324" y="24424"/>
                    </a:lnTo>
                    <a:lnTo>
                      <a:pt x="60082" y="23530"/>
                    </a:lnTo>
                    <a:lnTo>
                      <a:pt x="59824" y="22650"/>
                    </a:lnTo>
                    <a:lnTo>
                      <a:pt x="59551" y="21786"/>
                    </a:lnTo>
                    <a:lnTo>
                      <a:pt x="59248" y="20922"/>
                    </a:lnTo>
                    <a:lnTo>
                      <a:pt x="58929" y="20088"/>
                    </a:lnTo>
                    <a:lnTo>
                      <a:pt x="58596" y="19254"/>
                    </a:lnTo>
                    <a:lnTo>
                      <a:pt x="58202" y="18375"/>
                    </a:lnTo>
                    <a:lnTo>
                      <a:pt x="57792" y="17511"/>
                    </a:lnTo>
                    <a:lnTo>
                      <a:pt x="57353" y="16662"/>
                    </a:lnTo>
                    <a:lnTo>
                      <a:pt x="56883" y="15828"/>
                    </a:lnTo>
                    <a:lnTo>
                      <a:pt x="56398" y="15009"/>
                    </a:lnTo>
                    <a:lnTo>
                      <a:pt x="55897" y="14221"/>
                    </a:lnTo>
                    <a:lnTo>
                      <a:pt x="55367" y="13448"/>
                    </a:lnTo>
                    <a:lnTo>
                      <a:pt x="54821" y="12690"/>
                    </a:lnTo>
                    <a:lnTo>
                      <a:pt x="54245" y="11947"/>
                    </a:lnTo>
                    <a:lnTo>
                      <a:pt x="53654" y="11234"/>
                    </a:lnTo>
                    <a:lnTo>
                      <a:pt x="53032" y="10537"/>
                    </a:lnTo>
                    <a:lnTo>
                      <a:pt x="52380" y="9870"/>
                    </a:lnTo>
                    <a:lnTo>
                      <a:pt x="51728" y="9203"/>
                    </a:lnTo>
                    <a:lnTo>
                      <a:pt x="51046" y="8566"/>
                    </a:lnTo>
                    <a:lnTo>
                      <a:pt x="50333" y="7960"/>
                    </a:lnTo>
                    <a:lnTo>
                      <a:pt x="49606" y="7353"/>
                    </a:lnTo>
                    <a:lnTo>
                      <a:pt x="49075" y="6944"/>
                    </a:lnTo>
                    <a:lnTo>
                      <a:pt x="48529" y="6535"/>
                    </a:lnTo>
                    <a:lnTo>
                      <a:pt x="47968" y="6140"/>
                    </a:lnTo>
                    <a:lnTo>
                      <a:pt x="47407" y="5761"/>
                    </a:lnTo>
                    <a:lnTo>
                      <a:pt x="46831" y="5398"/>
                    </a:lnTo>
                    <a:lnTo>
                      <a:pt x="46255" y="5034"/>
                    </a:lnTo>
                    <a:lnTo>
                      <a:pt x="45664" y="4685"/>
                    </a:lnTo>
                    <a:lnTo>
                      <a:pt x="45073" y="4352"/>
                    </a:lnTo>
                    <a:lnTo>
                      <a:pt x="44466" y="4033"/>
                    </a:lnTo>
                    <a:lnTo>
                      <a:pt x="43845" y="3715"/>
                    </a:lnTo>
                    <a:lnTo>
                      <a:pt x="43223" y="3412"/>
                    </a:lnTo>
                    <a:lnTo>
                      <a:pt x="42602" y="3124"/>
                    </a:lnTo>
                    <a:lnTo>
                      <a:pt x="41965" y="2851"/>
                    </a:lnTo>
                    <a:lnTo>
                      <a:pt x="41313" y="2593"/>
                    </a:lnTo>
                    <a:lnTo>
                      <a:pt x="40676" y="2335"/>
                    </a:lnTo>
                    <a:lnTo>
                      <a:pt x="40009" y="2093"/>
                    </a:lnTo>
                    <a:lnTo>
                      <a:pt x="39357" y="1865"/>
                    </a:lnTo>
                    <a:lnTo>
                      <a:pt x="38690" y="1653"/>
                    </a:lnTo>
                    <a:lnTo>
                      <a:pt x="38008" y="1456"/>
                    </a:lnTo>
                    <a:lnTo>
                      <a:pt x="37341" y="1259"/>
                    </a:lnTo>
                    <a:lnTo>
                      <a:pt x="36659" y="1077"/>
                    </a:lnTo>
                    <a:lnTo>
                      <a:pt x="35961" y="925"/>
                    </a:lnTo>
                    <a:lnTo>
                      <a:pt x="35264" y="774"/>
                    </a:lnTo>
                    <a:lnTo>
                      <a:pt x="34566" y="637"/>
                    </a:lnTo>
                    <a:lnTo>
                      <a:pt x="33869" y="501"/>
                    </a:lnTo>
                    <a:lnTo>
                      <a:pt x="33172" y="395"/>
                    </a:lnTo>
                    <a:lnTo>
                      <a:pt x="32459" y="288"/>
                    </a:lnTo>
                    <a:lnTo>
                      <a:pt x="31747" y="213"/>
                    </a:lnTo>
                    <a:lnTo>
                      <a:pt x="31034" y="137"/>
                    </a:lnTo>
                    <a:lnTo>
                      <a:pt x="30306" y="76"/>
                    </a:lnTo>
                    <a:lnTo>
                      <a:pt x="29594" y="31"/>
                    </a:lnTo>
                    <a:lnTo>
                      <a:pt x="28866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7"/>
              <p:cNvSpPr/>
              <p:nvPr/>
            </p:nvSpPr>
            <p:spPr>
              <a:xfrm>
                <a:off x="6545393" y="844380"/>
                <a:ext cx="2073302" cy="2947337"/>
              </a:xfrm>
              <a:custGeom>
                <a:avLst/>
                <a:gdLst/>
                <a:ahLst/>
                <a:cxnLst/>
                <a:rect l="l" t="t" r="r" b="b"/>
                <a:pathLst>
                  <a:path w="61568" h="87523" fill="none" extrusionOk="0">
                    <a:moveTo>
                      <a:pt x="28866" y="0"/>
                    </a:moveTo>
                    <a:lnTo>
                      <a:pt x="28866" y="0"/>
                    </a:lnTo>
                    <a:lnTo>
                      <a:pt x="28184" y="31"/>
                    </a:lnTo>
                    <a:lnTo>
                      <a:pt x="27502" y="76"/>
                    </a:lnTo>
                    <a:lnTo>
                      <a:pt x="26819" y="122"/>
                    </a:lnTo>
                    <a:lnTo>
                      <a:pt x="26137" y="198"/>
                    </a:lnTo>
                    <a:lnTo>
                      <a:pt x="25470" y="273"/>
                    </a:lnTo>
                    <a:lnTo>
                      <a:pt x="24803" y="364"/>
                    </a:lnTo>
                    <a:lnTo>
                      <a:pt x="24136" y="470"/>
                    </a:lnTo>
                    <a:lnTo>
                      <a:pt x="23469" y="577"/>
                    </a:lnTo>
                    <a:lnTo>
                      <a:pt x="22802" y="698"/>
                    </a:lnTo>
                    <a:lnTo>
                      <a:pt x="22150" y="834"/>
                    </a:lnTo>
                    <a:lnTo>
                      <a:pt x="21498" y="986"/>
                    </a:lnTo>
                    <a:lnTo>
                      <a:pt x="20846" y="1153"/>
                    </a:lnTo>
                    <a:lnTo>
                      <a:pt x="20194" y="1319"/>
                    </a:lnTo>
                    <a:lnTo>
                      <a:pt x="19557" y="1501"/>
                    </a:lnTo>
                    <a:lnTo>
                      <a:pt x="18921" y="1698"/>
                    </a:lnTo>
                    <a:lnTo>
                      <a:pt x="18284" y="1911"/>
                    </a:lnTo>
                    <a:lnTo>
                      <a:pt x="17662" y="2123"/>
                    </a:lnTo>
                    <a:lnTo>
                      <a:pt x="17041" y="2350"/>
                    </a:lnTo>
                    <a:lnTo>
                      <a:pt x="16419" y="2593"/>
                    </a:lnTo>
                    <a:lnTo>
                      <a:pt x="15813" y="2835"/>
                    </a:lnTo>
                    <a:lnTo>
                      <a:pt x="15206" y="3093"/>
                    </a:lnTo>
                    <a:lnTo>
                      <a:pt x="14615" y="3366"/>
                    </a:lnTo>
                    <a:lnTo>
                      <a:pt x="14024" y="3654"/>
                    </a:lnTo>
                    <a:lnTo>
                      <a:pt x="13433" y="3942"/>
                    </a:lnTo>
                    <a:lnTo>
                      <a:pt x="12857" y="4245"/>
                    </a:lnTo>
                    <a:lnTo>
                      <a:pt x="12296" y="4564"/>
                    </a:lnTo>
                    <a:lnTo>
                      <a:pt x="11735" y="4882"/>
                    </a:lnTo>
                    <a:lnTo>
                      <a:pt x="11174" y="5231"/>
                    </a:lnTo>
                    <a:lnTo>
                      <a:pt x="10628" y="5564"/>
                    </a:lnTo>
                    <a:lnTo>
                      <a:pt x="10082" y="5928"/>
                    </a:lnTo>
                    <a:lnTo>
                      <a:pt x="9552" y="6292"/>
                    </a:lnTo>
                    <a:lnTo>
                      <a:pt x="9036" y="6671"/>
                    </a:lnTo>
                    <a:lnTo>
                      <a:pt x="9036" y="6671"/>
                    </a:lnTo>
                    <a:lnTo>
                      <a:pt x="8324" y="7202"/>
                    </a:lnTo>
                    <a:lnTo>
                      <a:pt x="7626" y="7763"/>
                    </a:lnTo>
                    <a:lnTo>
                      <a:pt x="6959" y="8339"/>
                    </a:lnTo>
                    <a:lnTo>
                      <a:pt x="6307" y="8930"/>
                    </a:lnTo>
                    <a:lnTo>
                      <a:pt x="5686" y="9536"/>
                    </a:lnTo>
                    <a:lnTo>
                      <a:pt x="5064" y="10173"/>
                    </a:lnTo>
                    <a:lnTo>
                      <a:pt x="4473" y="10810"/>
                    </a:lnTo>
                    <a:lnTo>
                      <a:pt x="3897" y="11477"/>
                    </a:lnTo>
                    <a:lnTo>
                      <a:pt x="3336" y="12174"/>
                    </a:lnTo>
                    <a:lnTo>
                      <a:pt x="2805" y="12872"/>
                    </a:lnTo>
                    <a:lnTo>
                      <a:pt x="2290" y="13584"/>
                    </a:lnTo>
                    <a:lnTo>
                      <a:pt x="1789" y="14327"/>
                    </a:lnTo>
                    <a:lnTo>
                      <a:pt x="1304" y="15085"/>
                    </a:lnTo>
                    <a:lnTo>
                      <a:pt x="849" y="15858"/>
                    </a:lnTo>
                    <a:lnTo>
                      <a:pt x="410" y="16647"/>
                    </a:lnTo>
                    <a:lnTo>
                      <a:pt x="0" y="17450"/>
                    </a:lnTo>
                    <a:lnTo>
                      <a:pt x="0" y="17450"/>
                    </a:lnTo>
                    <a:lnTo>
                      <a:pt x="349" y="16920"/>
                    </a:lnTo>
                    <a:lnTo>
                      <a:pt x="728" y="16419"/>
                    </a:lnTo>
                    <a:lnTo>
                      <a:pt x="1107" y="15904"/>
                    </a:lnTo>
                    <a:lnTo>
                      <a:pt x="1501" y="15419"/>
                    </a:lnTo>
                    <a:lnTo>
                      <a:pt x="1911" y="14934"/>
                    </a:lnTo>
                    <a:lnTo>
                      <a:pt x="2320" y="14449"/>
                    </a:lnTo>
                    <a:lnTo>
                      <a:pt x="2744" y="13979"/>
                    </a:lnTo>
                    <a:lnTo>
                      <a:pt x="3169" y="13524"/>
                    </a:lnTo>
                    <a:lnTo>
                      <a:pt x="3609" y="13069"/>
                    </a:lnTo>
                    <a:lnTo>
                      <a:pt x="4063" y="12629"/>
                    </a:lnTo>
                    <a:lnTo>
                      <a:pt x="4518" y="12205"/>
                    </a:lnTo>
                    <a:lnTo>
                      <a:pt x="4988" y="11780"/>
                    </a:lnTo>
                    <a:lnTo>
                      <a:pt x="5473" y="11371"/>
                    </a:lnTo>
                    <a:lnTo>
                      <a:pt x="5958" y="10977"/>
                    </a:lnTo>
                    <a:lnTo>
                      <a:pt x="6459" y="10583"/>
                    </a:lnTo>
                    <a:lnTo>
                      <a:pt x="6974" y="10204"/>
                    </a:lnTo>
                    <a:lnTo>
                      <a:pt x="6974" y="10204"/>
                    </a:lnTo>
                    <a:lnTo>
                      <a:pt x="7490" y="9825"/>
                    </a:lnTo>
                    <a:lnTo>
                      <a:pt x="8020" y="9461"/>
                    </a:lnTo>
                    <a:lnTo>
                      <a:pt x="8566" y="9097"/>
                    </a:lnTo>
                    <a:lnTo>
                      <a:pt x="9112" y="8748"/>
                    </a:lnTo>
                    <a:lnTo>
                      <a:pt x="9673" y="8415"/>
                    </a:lnTo>
                    <a:lnTo>
                      <a:pt x="10234" y="8096"/>
                    </a:lnTo>
                    <a:lnTo>
                      <a:pt x="10795" y="7778"/>
                    </a:lnTo>
                    <a:lnTo>
                      <a:pt x="11371" y="7475"/>
                    </a:lnTo>
                    <a:lnTo>
                      <a:pt x="11962" y="7187"/>
                    </a:lnTo>
                    <a:lnTo>
                      <a:pt x="12553" y="6899"/>
                    </a:lnTo>
                    <a:lnTo>
                      <a:pt x="13145" y="6626"/>
                    </a:lnTo>
                    <a:lnTo>
                      <a:pt x="13751" y="6368"/>
                    </a:lnTo>
                    <a:lnTo>
                      <a:pt x="14357" y="6110"/>
                    </a:lnTo>
                    <a:lnTo>
                      <a:pt x="14979" y="5883"/>
                    </a:lnTo>
                    <a:lnTo>
                      <a:pt x="15601" y="5655"/>
                    </a:lnTo>
                    <a:lnTo>
                      <a:pt x="16222" y="5428"/>
                    </a:lnTo>
                    <a:lnTo>
                      <a:pt x="16859" y="5231"/>
                    </a:lnTo>
                    <a:lnTo>
                      <a:pt x="17496" y="5034"/>
                    </a:lnTo>
                    <a:lnTo>
                      <a:pt x="18132" y="4852"/>
                    </a:lnTo>
                    <a:lnTo>
                      <a:pt x="18784" y="4685"/>
                    </a:lnTo>
                    <a:lnTo>
                      <a:pt x="19436" y="4518"/>
                    </a:lnTo>
                    <a:lnTo>
                      <a:pt x="20088" y="4367"/>
                    </a:lnTo>
                    <a:lnTo>
                      <a:pt x="20740" y="4230"/>
                    </a:lnTo>
                    <a:lnTo>
                      <a:pt x="21407" y="4109"/>
                    </a:lnTo>
                    <a:lnTo>
                      <a:pt x="22074" y="3988"/>
                    </a:lnTo>
                    <a:lnTo>
                      <a:pt x="22741" y="3897"/>
                    </a:lnTo>
                    <a:lnTo>
                      <a:pt x="23408" y="3806"/>
                    </a:lnTo>
                    <a:lnTo>
                      <a:pt x="24075" y="3715"/>
                    </a:lnTo>
                    <a:lnTo>
                      <a:pt x="24758" y="3654"/>
                    </a:lnTo>
                    <a:lnTo>
                      <a:pt x="25440" y="3609"/>
                    </a:lnTo>
                    <a:lnTo>
                      <a:pt x="26122" y="3563"/>
                    </a:lnTo>
                    <a:lnTo>
                      <a:pt x="26804" y="3533"/>
                    </a:lnTo>
                    <a:lnTo>
                      <a:pt x="26804" y="3533"/>
                    </a:lnTo>
                    <a:lnTo>
                      <a:pt x="27532" y="3563"/>
                    </a:lnTo>
                    <a:lnTo>
                      <a:pt x="28244" y="3609"/>
                    </a:lnTo>
                    <a:lnTo>
                      <a:pt x="28972" y="3669"/>
                    </a:lnTo>
                    <a:lnTo>
                      <a:pt x="29685" y="3730"/>
                    </a:lnTo>
                    <a:lnTo>
                      <a:pt x="30397" y="3821"/>
                    </a:lnTo>
                    <a:lnTo>
                      <a:pt x="31110" y="3927"/>
                    </a:lnTo>
                    <a:lnTo>
                      <a:pt x="31807" y="4033"/>
                    </a:lnTo>
                    <a:lnTo>
                      <a:pt x="32505" y="4154"/>
                    </a:lnTo>
                    <a:lnTo>
                      <a:pt x="33202" y="4291"/>
                    </a:lnTo>
                    <a:lnTo>
                      <a:pt x="33899" y="4443"/>
                    </a:lnTo>
                    <a:lnTo>
                      <a:pt x="34597" y="4609"/>
                    </a:lnTo>
                    <a:lnTo>
                      <a:pt x="35279" y="4791"/>
                    </a:lnTo>
                    <a:lnTo>
                      <a:pt x="35946" y="4973"/>
                    </a:lnTo>
                    <a:lnTo>
                      <a:pt x="36628" y="5185"/>
                    </a:lnTo>
                    <a:lnTo>
                      <a:pt x="37295" y="5398"/>
                    </a:lnTo>
                    <a:lnTo>
                      <a:pt x="37947" y="5625"/>
                    </a:lnTo>
                    <a:lnTo>
                      <a:pt x="38614" y="5868"/>
                    </a:lnTo>
                    <a:lnTo>
                      <a:pt x="39251" y="6110"/>
                    </a:lnTo>
                    <a:lnTo>
                      <a:pt x="39903" y="6383"/>
                    </a:lnTo>
                    <a:lnTo>
                      <a:pt x="40540" y="6656"/>
                    </a:lnTo>
                    <a:lnTo>
                      <a:pt x="41161" y="6944"/>
                    </a:lnTo>
                    <a:lnTo>
                      <a:pt x="41783" y="7247"/>
                    </a:lnTo>
                    <a:lnTo>
                      <a:pt x="42404" y="7550"/>
                    </a:lnTo>
                    <a:lnTo>
                      <a:pt x="43011" y="7884"/>
                    </a:lnTo>
                    <a:lnTo>
                      <a:pt x="43602" y="8217"/>
                    </a:lnTo>
                    <a:lnTo>
                      <a:pt x="44193" y="8566"/>
                    </a:lnTo>
                    <a:lnTo>
                      <a:pt x="44769" y="8915"/>
                    </a:lnTo>
                    <a:lnTo>
                      <a:pt x="45346" y="9294"/>
                    </a:lnTo>
                    <a:lnTo>
                      <a:pt x="45907" y="9673"/>
                    </a:lnTo>
                    <a:lnTo>
                      <a:pt x="46467" y="10067"/>
                    </a:lnTo>
                    <a:lnTo>
                      <a:pt x="47013" y="10476"/>
                    </a:lnTo>
                    <a:lnTo>
                      <a:pt x="47544" y="10886"/>
                    </a:lnTo>
                    <a:lnTo>
                      <a:pt x="47544" y="10886"/>
                    </a:lnTo>
                    <a:lnTo>
                      <a:pt x="48272" y="11477"/>
                    </a:lnTo>
                    <a:lnTo>
                      <a:pt x="48984" y="12099"/>
                    </a:lnTo>
                    <a:lnTo>
                      <a:pt x="49666" y="12735"/>
                    </a:lnTo>
                    <a:lnTo>
                      <a:pt x="50318" y="13387"/>
                    </a:lnTo>
                    <a:lnTo>
                      <a:pt x="50970" y="14069"/>
                    </a:lnTo>
                    <a:lnTo>
                      <a:pt x="51577" y="14767"/>
                    </a:lnTo>
                    <a:lnTo>
                      <a:pt x="52183" y="15479"/>
                    </a:lnTo>
                    <a:lnTo>
                      <a:pt x="52759" y="16222"/>
                    </a:lnTo>
                    <a:lnTo>
                      <a:pt x="53305" y="16980"/>
                    </a:lnTo>
                    <a:lnTo>
                      <a:pt x="53836" y="17754"/>
                    </a:lnTo>
                    <a:lnTo>
                      <a:pt x="54336" y="18542"/>
                    </a:lnTo>
                    <a:lnTo>
                      <a:pt x="54821" y="19345"/>
                    </a:lnTo>
                    <a:lnTo>
                      <a:pt x="55291" y="20179"/>
                    </a:lnTo>
                    <a:lnTo>
                      <a:pt x="55731" y="21028"/>
                    </a:lnTo>
                    <a:lnTo>
                      <a:pt x="56140" y="21908"/>
                    </a:lnTo>
                    <a:lnTo>
                      <a:pt x="56534" y="22787"/>
                    </a:lnTo>
                    <a:lnTo>
                      <a:pt x="56534" y="22787"/>
                    </a:lnTo>
                    <a:lnTo>
                      <a:pt x="56868" y="23621"/>
                    </a:lnTo>
                    <a:lnTo>
                      <a:pt x="57186" y="24455"/>
                    </a:lnTo>
                    <a:lnTo>
                      <a:pt x="57489" y="25304"/>
                    </a:lnTo>
                    <a:lnTo>
                      <a:pt x="57762" y="26183"/>
                    </a:lnTo>
                    <a:lnTo>
                      <a:pt x="58020" y="27062"/>
                    </a:lnTo>
                    <a:lnTo>
                      <a:pt x="58262" y="27957"/>
                    </a:lnTo>
                    <a:lnTo>
                      <a:pt x="58475" y="28851"/>
                    </a:lnTo>
                    <a:lnTo>
                      <a:pt x="58672" y="29776"/>
                    </a:lnTo>
                    <a:lnTo>
                      <a:pt x="58854" y="30701"/>
                    </a:lnTo>
                    <a:lnTo>
                      <a:pt x="59005" y="31641"/>
                    </a:lnTo>
                    <a:lnTo>
                      <a:pt x="59142" y="32596"/>
                    </a:lnTo>
                    <a:lnTo>
                      <a:pt x="59263" y="33551"/>
                    </a:lnTo>
                    <a:lnTo>
                      <a:pt x="59354" y="34521"/>
                    </a:lnTo>
                    <a:lnTo>
                      <a:pt x="59430" y="35507"/>
                    </a:lnTo>
                    <a:lnTo>
                      <a:pt x="59475" y="36507"/>
                    </a:lnTo>
                    <a:lnTo>
                      <a:pt x="59506" y="37508"/>
                    </a:lnTo>
                    <a:lnTo>
                      <a:pt x="59506" y="87523"/>
                    </a:lnTo>
                    <a:lnTo>
                      <a:pt x="59506" y="87523"/>
                    </a:lnTo>
                    <a:lnTo>
                      <a:pt x="59945" y="87477"/>
                    </a:lnTo>
                    <a:lnTo>
                      <a:pt x="60385" y="87401"/>
                    </a:lnTo>
                    <a:lnTo>
                      <a:pt x="60825" y="87326"/>
                    </a:lnTo>
                    <a:lnTo>
                      <a:pt x="61264" y="87219"/>
                    </a:lnTo>
                    <a:lnTo>
                      <a:pt x="61264" y="87219"/>
                    </a:lnTo>
                    <a:lnTo>
                      <a:pt x="61325" y="87204"/>
                    </a:lnTo>
                    <a:lnTo>
                      <a:pt x="61385" y="87174"/>
                    </a:lnTo>
                    <a:lnTo>
                      <a:pt x="61446" y="87128"/>
                    </a:lnTo>
                    <a:lnTo>
                      <a:pt x="61492" y="87083"/>
                    </a:lnTo>
                    <a:lnTo>
                      <a:pt x="61522" y="87022"/>
                    </a:lnTo>
                    <a:lnTo>
                      <a:pt x="61552" y="86962"/>
                    </a:lnTo>
                    <a:lnTo>
                      <a:pt x="61567" y="86901"/>
                    </a:lnTo>
                    <a:lnTo>
                      <a:pt x="61567" y="86825"/>
                    </a:lnTo>
                    <a:lnTo>
                      <a:pt x="61567" y="33991"/>
                    </a:lnTo>
                    <a:lnTo>
                      <a:pt x="61567" y="33991"/>
                    </a:lnTo>
                    <a:lnTo>
                      <a:pt x="61537" y="32975"/>
                    </a:lnTo>
                    <a:lnTo>
                      <a:pt x="61492" y="31989"/>
                    </a:lnTo>
                    <a:lnTo>
                      <a:pt x="61416" y="31004"/>
                    </a:lnTo>
                    <a:lnTo>
                      <a:pt x="61325" y="30018"/>
                    </a:lnTo>
                    <a:lnTo>
                      <a:pt x="61204" y="29063"/>
                    </a:lnTo>
                    <a:lnTo>
                      <a:pt x="61067" y="28108"/>
                    </a:lnTo>
                    <a:lnTo>
                      <a:pt x="60915" y="27168"/>
                    </a:lnTo>
                    <a:lnTo>
                      <a:pt x="60734" y="26243"/>
                    </a:lnTo>
                    <a:lnTo>
                      <a:pt x="60536" y="25334"/>
                    </a:lnTo>
                    <a:lnTo>
                      <a:pt x="60324" y="24424"/>
                    </a:lnTo>
                    <a:lnTo>
                      <a:pt x="60082" y="23530"/>
                    </a:lnTo>
                    <a:lnTo>
                      <a:pt x="59824" y="22650"/>
                    </a:lnTo>
                    <a:lnTo>
                      <a:pt x="59551" y="21786"/>
                    </a:lnTo>
                    <a:lnTo>
                      <a:pt x="59248" y="20922"/>
                    </a:lnTo>
                    <a:lnTo>
                      <a:pt x="58929" y="20088"/>
                    </a:lnTo>
                    <a:lnTo>
                      <a:pt x="58596" y="19254"/>
                    </a:lnTo>
                    <a:lnTo>
                      <a:pt x="58596" y="19254"/>
                    </a:lnTo>
                    <a:lnTo>
                      <a:pt x="58202" y="18375"/>
                    </a:lnTo>
                    <a:lnTo>
                      <a:pt x="57792" y="17511"/>
                    </a:lnTo>
                    <a:lnTo>
                      <a:pt x="57353" y="16662"/>
                    </a:lnTo>
                    <a:lnTo>
                      <a:pt x="56883" y="15828"/>
                    </a:lnTo>
                    <a:lnTo>
                      <a:pt x="56398" y="15009"/>
                    </a:lnTo>
                    <a:lnTo>
                      <a:pt x="55897" y="14221"/>
                    </a:lnTo>
                    <a:lnTo>
                      <a:pt x="55367" y="13448"/>
                    </a:lnTo>
                    <a:lnTo>
                      <a:pt x="54821" y="12690"/>
                    </a:lnTo>
                    <a:lnTo>
                      <a:pt x="54245" y="11947"/>
                    </a:lnTo>
                    <a:lnTo>
                      <a:pt x="53654" y="11234"/>
                    </a:lnTo>
                    <a:lnTo>
                      <a:pt x="53032" y="10537"/>
                    </a:lnTo>
                    <a:lnTo>
                      <a:pt x="52380" y="9870"/>
                    </a:lnTo>
                    <a:lnTo>
                      <a:pt x="51728" y="9203"/>
                    </a:lnTo>
                    <a:lnTo>
                      <a:pt x="51046" y="8566"/>
                    </a:lnTo>
                    <a:lnTo>
                      <a:pt x="50333" y="7960"/>
                    </a:lnTo>
                    <a:lnTo>
                      <a:pt x="49606" y="7353"/>
                    </a:lnTo>
                    <a:lnTo>
                      <a:pt x="49606" y="7353"/>
                    </a:lnTo>
                    <a:lnTo>
                      <a:pt x="49075" y="6944"/>
                    </a:lnTo>
                    <a:lnTo>
                      <a:pt x="48529" y="6535"/>
                    </a:lnTo>
                    <a:lnTo>
                      <a:pt x="47968" y="6140"/>
                    </a:lnTo>
                    <a:lnTo>
                      <a:pt x="47407" y="5761"/>
                    </a:lnTo>
                    <a:lnTo>
                      <a:pt x="46831" y="5398"/>
                    </a:lnTo>
                    <a:lnTo>
                      <a:pt x="46255" y="5034"/>
                    </a:lnTo>
                    <a:lnTo>
                      <a:pt x="45664" y="4685"/>
                    </a:lnTo>
                    <a:lnTo>
                      <a:pt x="45073" y="4352"/>
                    </a:lnTo>
                    <a:lnTo>
                      <a:pt x="44466" y="4033"/>
                    </a:lnTo>
                    <a:lnTo>
                      <a:pt x="43845" y="3715"/>
                    </a:lnTo>
                    <a:lnTo>
                      <a:pt x="43223" y="3412"/>
                    </a:lnTo>
                    <a:lnTo>
                      <a:pt x="42602" y="3124"/>
                    </a:lnTo>
                    <a:lnTo>
                      <a:pt x="41965" y="2851"/>
                    </a:lnTo>
                    <a:lnTo>
                      <a:pt x="41313" y="2593"/>
                    </a:lnTo>
                    <a:lnTo>
                      <a:pt x="40676" y="2335"/>
                    </a:lnTo>
                    <a:lnTo>
                      <a:pt x="40009" y="2093"/>
                    </a:lnTo>
                    <a:lnTo>
                      <a:pt x="39357" y="1865"/>
                    </a:lnTo>
                    <a:lnTo>
                      <a:pt x="38690" y="1653"/>
                    </a:lnTo>
                    <a:lnTo>
                      <a:pt x="38008" y="1456"/>
                    </a:lnTo>
                    <a:lnTo>
                      <a:pt x="37341" y="1259"/>
                    </a:lnTo>
                    <a:lnTo>
                      <a:pt x="36659" y="1077"/>
                    </a:lnTo>
                    <a:lnTo>
                      <a:pt x="35961" y="925"/>
                    </a:lnTo>
                    <a:lnTo>
                      <a:pt x="35264" y="774"/>
                    </a:lnTo>
                    <a:lnTo>
                      <a:pt x="34566" y="637"/>
                    </a:lnTo>
                    <a:lnTo>
                      <a:pt x="33869" y="501"/>
                    </a:lnTo>
                    <a:lnTo>
                      <a:pt x="33172" y="395"/>
                    </a:lnTo>
                    <a:lnTo>
                      <a:pt x="32459" y="288"/>
                    </a:lnTo>
                    <a:lnTo>
                      <a:pt x="31747" y="213"/>
                    </a:lnTo>
                    <a:lnTo>
                      <a:pt x="31034" y="137"/>
                    </a:lnTo>
                    <a:lnTo>
                      <a:pt x="30306" y="76"/>
                    </a:lnTo>
                    <a:lnTo>
                      <a:pt x="29594" y="31"/>
                    </a:lnTo>
                    <a:lnTo>
                      <a:pt x="2886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7"/>
              <p:cNvSpPr/>
              <p:nvPr/>
            </p:nvSpPr>
            <p:spPr>
              <a:xfrm>
                <a:off x="6412137" y="1165516"/>
                <a:ext cx="495258" cy="774525"/>
              </a:xfrm>
              <a:custGeom>
                <a:avLst/>
                <a:gdLst/>
                <a:ahLst/>
                <a:cxnLst/>
                <a:rect l="l" t="t" r="r" b="b"/>
                <a:pathLst>
                  <a:path w="14707" h="23000" extrusionOk="0">
                    <a:moveTo>
                      <a:pt x="14706" y="0"/>
                    </a:moveTo>
                    <a:lnTo>
                      <a:pt x="13903" y="395"/>
                    </a:lnTo>
                    <a:lnTo>
                      <a:pt x="13129" y="819"/>
                    </a:lnTo>
                    <a:lnTo>
                      <a:pt x="12371" y="1274"/>
                    </a:lnTo>
                    <a:lnTo>
                      <a:pt x="11629" y="1744"/>
                    </a:lnTo>
                    <a:lnTo>
                      <a:pt x="10901" y="2259"/>
                    </a:lnTo>
                    <a:lnTo>
                      <a:pt x="10204" y="2790"/>
                    </a:lnTo>
                    <a:lnTo>
                      <a:pt x="9506" y="3336"/>
                    </a:lnTo>
                    <a:lnTo>
                      <a:pt x="8839" y="3912"/>
                    </a:lnTo>
                    <a:lnTo>
                      <a:pt x="8187" y="4518"/>
                    </a:lnTo>
                    <a:lnTo>
                      <a:pt x="7566" y="5140"/>
                    </a:lnTo>
                    <a:lnTo>
                      <a:pt x="6959" y="5777"/>
                    </a:lnTo>
                    <a:lnTo>
                      <a:pt x="6368" y="6444"/>
                    </a:lnTo>
                    <a:lnTo>
                      <a:pt x="5807" y="7126"/>
                    </a:lnTo>
                    <a:lnTo>
                      <a:pt x="5261" y="7823"/>
                    </a:lnTo>
                    <a:lnTo>
                      <a:pt x="4746" y="8551"/>
                    </a:lnTo>
                    <a:lnTo>
                      <a:pt x="4245" y="9279"/>
                    </a:lnTo>
                    <a:lnTo>
                      <a:pt x="3775" y="10037"/>
                    </a:lnTo>
                    <a:lnTo>
                      <a:pt x="3336" y="10795"/>
                    </a:lnTo>
                    <a:lnTo>
                      <a:pt x="2911" y="11583"/>
                    </a:lnTo>
                    <a:lnTo>
                      <a:pt x="2517" y="12372"/>
                    </a:lnTo>
                    <a:lnTo>
                      <a:pt x="2153" y="13175"/>
                    </a:lnTo>
                    <a:lnTo>
                      <a:pt x="1805" y="13994"/>
                    </a:lnTo>
                    <a:lnTo>
                      <a:pt x="1501" y="14812"/>
                    </a:lnTo>
                    <a:lnTo>
                      <a:pt x="1213" y="15661"/>
                    </a:lnTo>
                    <a:lnTo>
                      <a:pt x="956" y="16495"/>
                    </a:lnTo>
                    <a:lnTo>
                      <a:pt x="728" y="17359"/>
                    </a:lnTo>
                    <a:lnTo>
                      <a:pt x="531" y="18208"/>
                    </a:lnTo>
                    <a:lnTo>
                      <a:pt x="364" y="19088"/>
                    </a:lnTo>
                    <a:lnTo>
                      <a:pt x="228" y="19952"/>
                    </a:lnTo>
                    <a:lnTo>
                      <a:pt x="122" y="20831"/>
                    </a:lnTo>
                    <a:lnTo>
                      <a:pt x="46" y="21710"/>
                    </a:lnTo>
                    <a:lnTo>
                      <a:pt x="0" y="22605"/>
                    </a:lnTo>
                    <a:lnTo>
                      <a:pt x="470" y="22726"/>
                    </a:lnTo>
                    <a:lnTo>
                      <a:pt x="1001" y="22832"/>
                    </a:lnTo>
                    <a:lnTo>
                      <a:pt x="1562" y="22908"/>
                    </a:lnTo>
                    <a:lnTo>
                      <a:pt x="2153" y="22969"/>
                    </a:lnTo>
                    <a:lnTo>
                      <a:pt x="2441" y="22984"/>
                    </a:lnTo>
                    <a:lnTo>
                      <a:pt x="2729" y="22999"/>
                    </a:lnTo>
                    <a:lnTo>
                      <a:pt x="3017" y="22984"/>
                    </a:lnTo>
                    <a:lnTo>
                      <a:pt x="3290" y="22969"/>
                    </a:lnTo>
                    <a:lnTo>
                      <a:pt x="3563" y="22954"/>
                    </a:lnTo>
                    <a:lnTo>
                      <a:pt x="3806" y="22908"/>
                    </a:lnTo>
                    <a:lnTo>
                      <a:pt x="4048" y="22848"/>
                    </a:lnTo>
                    <a:lnTo>
                      <a:pt x="4261" y="22772"/>
                    </a:lnTo>
                    <a:lnTo>
                      <a:pt x="4291" y="21968"/>
                    </a:lnTo>
                    <a:lnTo>
                      <a:pt x="4336" y="21165"/>
                    </a:lnTo>
                    <a:lnTo>
                      <a:pt x="4412" y="20361"/>
                    </a:lnTo>
                    <a:lnTo>
                      <a:pt x="4503" y="19573"/>
                    </a:lnTo>
                    <a:lnTo>
                      <a:pt x="4624" y="18769"/>
                    </a:lnTo>
                    <a:lnTo>
                      <a:pt x="4746" y="17981"/>
                    </a:lnTo>
                    <a:lnTo>
                      <a:pt x="4897" y="17193"/>
                    </a:lnTo>
                    <a:lnTo>
                      <a:pt x="5079" y="16404"/>
                    </a:lnTo>
                    <a:lnTo>
                      <a:pt x="5276" y="15631"/>
                    </a:lnTo>
                    <a:lnTo>
                      <a:pt x="5489" y="14843"/>
                    </a:lnTo>
                    <a:lnTo>
                      <a:pt x="5716" y="14085"/>
                    </a:lnTo>
                    <a:lnTo>
                      <a:pt x="5974" y="13311"/>
                    </a:lnTo>
                    <a:lnTo>
                      <a:pt x="6231" y="12553"/>
                    </a:lnTo>
                    <a:lnTo>
                      <a:pt x="6519" y="11795"/>
                    </a:lnTo>
                    <a:lnTo>
                      <a:pt x="6838" y="11053"/>
                    </a:lnTo>
                    <a:lnTo>
                      <a:pt x="7156" y="10325"/>
                    </a:lnTo>
                    <a:lnTo>
                      <a:pt x="7505" y="9597"/>
                    </a:lnTo>
                    <a:lnTo>
                      <a:pt x="7869" y="8869"/>
                    </a:lnTo>
                    <a:lnTo>
                      <a:pt x="8248" y="8157"/>
                    </a:lnTo>
                    <a:lnTo>
                      <a:pt x="8642" y="7459"/>
                    </a:lnTo>
                    <a:lnTo>
                      <a:pt x="9066" y="6777"/>
                    </a:lnTo>
                    <a:lnTo>
                      <a:pt x="9491" y="6095"/>
                    </a:lnTo>
                    <a:lnTo>
                      <a:pt x="9946" y="5428"/>
                    </a:lnTo>
                    <a:lnTo>
                      <a:pt x="10401" y="4761"/>
                    </a:lnTo>
                    <a:lnTo>
                      <a:pt x="10886" y="4124"/>
                    </a:lnTo>
                    <a:lnTo>
                      <a:pt x="11386" y="3487"/>
                    </a:lnTo>
                    <a:lnTo>
                      <a:pt x="11901" y="2866"/>
                    </a:lnTo>
                    <a:lnTo>
                      <a:pt x="12432" y="2275"/>
                    </a:lnTo>
                    <a:lnTo>
                      <a:pt x="12978" y="1683"/>
                    </a:lnTo>
                    <a:lnTo>
                      <a:pt x="13539" y="1107"/>
                    </a:lnTo>
                    <a:lnTo>
                      <a:pt x="14115" y="546"/>
                    </a:lnTo>
                    <a:lnTo>
                      <a:pt x="14706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7"/>
              <p:cNvSpPr/>
              <p:nvPr/>
            </p:nvSpPr>
            <p:spPr>
              <a:xfrm>
                <a:off x="6276827" y="1550468"/>
                <a:ext cx="308396" cy="308396"/>
              </a:xfrm>
              <a:custGeom>
                <a:avLst/>
                <a:gdLst/>
                <a:ahLst/>
                <a:cxnLst/>
                <a:rect l="l" t="t" r="r" b="b"/>
                <a:pathLst>
                  <a:path w="9158" h="9158" extrusionOk="0">
                    <a:moveTo>
                      <a:pt x="4579" y="1"/>
                    </a:moveTo>
                    <a:lnTo>
                      <a:pt x="4534" y="728"/>
                    </a:lnTo>
                    <a:lnTo>
                      <a:pt x="4473" y="1365"/>
                    </a:lnTo>
                    <a:lnTo>
                      <a:pt x="4413" y="1926"/>
                    </a:lnTo>
                    <a:lnTo>
                      <a:pt x="4337" y="2411"/>
                    </a:lnTo>
                    <a:lnTo>
                      <a:pt x="4291" y="2623"/>
                    </a:lnTo>
                    <a:lnTo>
                      <a:pt x="4231" y="2836"/>
                    </a:lnTo>
                    <a:lnTo>
                      <a:pt x="4170" y="3018"/>
                    </a:lnTo>
                    <a:lnTo>
                      <a:pt x="4094" y="3184"/>
                    </a:lnTo>
                    <a:lnTo>
                      <a:pt x="4018" y="3336"/>
                    </a:lnTo>
                    <a:lnTo>
                      <a:pt x="3943" y="3488"/>
                    </a:lnTo>
                    <a:lnTo>
                      <a:pt x="3837" y="3609"/>
                    </a:lnTo>
                    <a:lnTo>
                      <a:pt x="3730" y="3730"/>
                    </a:lnTo>
                    <a:lnTo>
                      <a:pt x="3609" y="3836"/>
                    </a:lnTo>
                    <a:lnTo>
                      <a:pt x="3488" y="3927"/>
                    </a:lnTo>
                    <a:lnTo>
                      <a:pt x="3336" y="4018"/>
                    </a:lnTo>
                    <a:lnTo>
                      <a:pt x="3185" y="4094"/>
                    </a:lnTo>
                    <a:lnTo>
                      <a:pt x="3018" y="4170"/>
                    </a:lnTo>
                    <a:lnTo>
                      <a:pt x="2836" y="4230"/>
                    </a:lnTo>
                    <a:lnTo>
                      <a:pt x="2624" y="4276"/>
                    </a:lnTo>
                    <a:lnTo>
                      <a:pt x="2411" y="4337"/>
                    </a:lnTo>
                    <a:lnTo>
                      <a:pt x="1926" y="4412"/>
                    </a:lnTo>
                    <a:lnTo>
                      <a:pt x="1365" y="4473"/>
                    </a:lnTo>
                    <a:lnTo>
                      <a:pt x="729" y="4534"/>
                    </a:lnTo>
                    <a:lnTo>
                      <a:pt x="1" y="4579"/>
                    </a:lnTo>
                    <a:lnTo>
                      <a:pt x="729" y="4640"/>
                    </a:lnTo>
                    <a:lnTo>
                      <a:pt x="1365" y="4685"/>
                    </a:lnTo>
                    <a:lnTo>
                      <a:pt x="1926" y="4746"/>
                    </a:lnTo>
                    <a:lnTo>
                      <a:pt x="2411" y="4837"/>
                    </a:lnTo>
                    <a:lnTo>
                      <a:pt x="2624" y="4882"/>
                    </a:lnTo>
                    <a:lnTo>
                      <a:pt x="2836" y="4943"/>
                    </a:lnTo>
                    <a:lnTo>
                      <a:pt x="3018" y="5004"/>
                    </a:lnTo>
                    <a:lnTo>
                      <a:pt x="3185" y="5064"/>
                    </a:lnTo>
                    <a:lnTo>
                      <a:pt x="3336" y="5140"/>
                    </a:lnTo>
                    <a:lnTo>
                      <a:pt x="3488" y="5231"/>
                    </a:lnTo>
                    <a:lnTo>
                      <a:pt x="3609" y="5322"/>
                    </a:lnTo>
                    <a:lnTo>
                      <a:pt x="3730" y="5428"/>
                    </a:lnTo>
                    <a:lnTo>
                      <a:pt x="3837" y="5549"/>
                    </a:lnTo>
                    <a:lnTo>
                      <a:pt x="3943" y="5686"/>
                    </a:lnTo>
                    <a:lnTo>
                      <a:pt x="4018" y="5822"/>
                    </a:lnTo>
                    <a:lnTo>
                      <a:pt x="4094" y="5974"/>
                    </a:lnTo>
                    <a:lnTo>
                      <a:pt x="4170" y="6156"/>
                    </a:lnTo>
                    <a:lnTo>
                      <a:pt x="4231" y="6338"/>
                    </a:lnTo>
                    <a:lnTo>
                      <a:pt x="4291" y="6535"/>
                    </a:lnTo>
                    <a:lnTo>
                      <a:pt x="4337" y="6747"/>
                    </a:lnTo>
                    <a:lnTo>
                      <a:pt x="4413" y="7232"/>
                    </a:lnTo>
                    <a:lnTo>
                      <a:pt x="4473" y="7793"/>
                    </a:lnTo>
                    <a:lnTo>
                      <a:pt x="4534" y="8430"/>
                    </a:lnTo>
                    <a:lnTo>
                      <a:pt x="4579" y="9158"/>
                    </a:lnTo>
                    <a:lnTo>
                      <a:pt x="4640" y="8430"/>
                    </a:lnTo>
                    <a:lnTo>
                      <a:pt x="4686" y="7793"/>
                    </a:lnTo>
                    <a:lnTo>
                      <a:pt x="4746" y="7232"/>
                    </a:lnTo>
                    <a:lnTo>
                      <a:pt x="4837" y="6747"/>
                    </a:lnTo>
                    <a:lnTo>
                      <a:pt x="4883" y="6535"/>
                    </a:lnTo>
                    <a:lnTo>
                      <a:pt x="4943" y="6338"/>
                    </a:lnTo>
                    <a:lnTo>
                      <a:pt x="5004" y="6156"/>
                    </a:lnTo>
                    <a:lnTo>
                      <a:pt x="5065" y="5974"/>
                    </a:lnTo>
                    <a:lnTo>
                      <a:pt x="5140" y="5822"/>
                    </a:lnTo>
                    <a:lnTo>
                      <a:pt x="5231" y="5686"/>
                    </a:lnTo>
                    <a:lnTo>
                      <a:pt x="5322" y="5549"/>
                    </a:lnTo>
                    <a:lnTo>
                      <a:pt x="5428" y="5428"/>
                    </a:lnTo>
                    <a:lnTo>
                      <a:pt x="5550" y="5322"/>
                    </a:lnTo>
                    <a:lnTo>
                      <a:pt x="5686" y="5231"/>
                    </a:lnTo>
                    <a:lnTo>
                      <a:pt x="5823" y="5140"/>
                    </a:lnTo>
                    <a:lnTo>
                      <a:pt x="5974" y="5064"/>
                    </a:lnTo>
                    <a:lnTo>
                      <a:pt x="6156" y="5004"/>
                    </a:lnTo>
                    <a:lnTo>
                      <a:pt x="6338" y="4943"/>
                    </a:lnTo>
                    <a:lnTo>
                      <a:pt x="6535" y="4882"/>
                    </a:lnTo>
                    <a:lnTo>
                      <a:pt x="6747" y="4837"/>
                    </a:lnTo>
                    <a:lnTo>
                      <a:pt x="7232" y="4746"/>
                    </a:lnTo>
                    <a:lnTo>
                      <a:pt x="7793" y="4685"/>
                    </a:lnTo>
                    <a:lnTo>
                      <a:pt x="8430" y="4640"/>
                    </a:lnTo>
                    <a:lnTo>
                      <a:pt x="9158" y="4579"/>
                    </a:lnTo>
                    <a:lnTo>
                      <a:pt x="8430" y="4534"/>
                    </a:lnTo>
                    <a:lnTo>
                      <a:pt x="7793" y="4473"/>
                    </a:lnTo>
                    <a:lnTo>
                      <a:pt x="7232" y="4412"/>
                    </a:lnTo>
                    <a:lnTo>
                      <a:pt x="6747" y="4337"/>
                    </a:lnTo>
                    <a:lnTo>
                      <a:pt x="6535" y="4276"/>
                    </a:lnTo>
                    <a:lnTo>
                      <a:pt x="6338" y="4230"/>
                    </a:lnTo>
                    <a:lnTo>
                      <a:pt x="6156" y="4170"/>
                    </a:lnTo>
                    <a:lnTo>
                      <a:pt x="5974" y="4094"/>
                    </a:lnTo>
                    <a:lnTo>
                      <a:pt x="5823" y="4018"/>
                    </a:lnTo>
                    <a:lnTo>
                      <a:pt x="5686" y="3927"/>
                    </a:lnTo>
                    <a:lnTo>
                      <a:pt x="5550" y="3836"/>
                    </a:lnTo>
                    <a:lnTo>
                      <a:pt x="5428" y="3730"/>
                    </a:lnTo>
                    <a:lnTo>
                      <a:pt x="5322" y="3609"/>
                    </a:lnTo>
                    <a:lnTo>
                      <a:pt x="5231" y="3488"/>
                    </a:lnTo>
                    <a:lnTo>
                      <a:pt x="5140" y="3336"/>
                    </a:lnTo>
                    <a:lnTo>
                      <a:pt x="5065" y="3184"/>
                    </a:lnTo>
                    <a:lnTo>
                      <a:pt x="5004" y="3018"/>
                    </a:lnTo>
                    <a:lnTo>
                      <a:pt x="4943" y="2836"/>
                    </a:lnTo>
                    <a:lnTo>
                      <a:pt x="4883" y="2623"/>
                    </a:lnTo>
                    <a:lnTo>
                      <a:pt x="4837" y="2411"/>
                    </a:lnTo>
                    <a:lnTo>
                      <a:pt x="4746" y="1926"/>
                    </a:lnTo>
                    <a:lnTo>
                      <a:pt x="4686" y="1365"/>
                    </a:lnTo>
                    <a:lnTo>
                      <a:pt x="4640" y="728"/>
                    </a:lnTo>
                    <a:lnTo>
                      <a:pt x="4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7"/>
              <p:cNvSpPr/>
              <p:nvPr/>
            </p:nvSpPr>
            <p:spPr>
              <a:xfrm>
                <a:off x="8357336" y="2350512"/>
                <a:ext cx="345135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0249" h="10264" extrusionOk="0">
                    <a:moveTo>
                      <a:pt x="5124" y="0"/>
                    </a:moveTo>
                    <a:lnTo>
                      <a:pt x="5064" y="819"/>
                    </a:lnTo>
                    <a:lnTo>
                      <a:pt x="5003" y="1531"/>
                    </a:lnTo>
                    <a:lnTo>
                      <a:pt x="4927" y="2153"/>
                    </a:lnTo>
                    <a:lnTo>
                      <a:pt x="4836" y="2699"/>
                    </a:lnTo>
                    <a:lnTo>
                      <a:pt x="4791" y="2941"/>
                    </a:lnTo>
                    <a:lnTo>
                      <a:pt x="4730" y="3169"/>
                    </a:lnTo>
                    <a:lnTo>
                      <a:pt x="4654" y="3381"/>
                    </a:lnTo>
                    <a:lnTo>
                      <a:pt x="4579" y="3563"/>
                    </a:lnTo>
                    <a:lnTo>
                      <a:pt x="4488" y="3745"/>
                    </a:lnTo>
                    <a:lnTo>
                      <a:pt x="4397" y="3897"/>
                    </a:lnTo>
                    <a:lnTo>
                      <a:pt x="4291" y="4048"/>
                    </a:lnTo>
                    <a:lnTo>
                      <a:pt x="4169" y="4185"/>
                    </a:lnTo>
                    <a:lnTo>
                      <a:pt x="4033" y="4306"/>
                    </a:lnTo>
                    <a:lnTo>
                      <a:pt x="3896" y="4412"/>
                    </a:lnTo>
                    <a:lnTo>
                      <a:pt x="3730" y="4503"/>
                    </a:lnTo>
                    <a:lnTo>
                      <a:pt x="3563" y="4594"/>
                    </a:lnTo>
                    <a:lnTo>
                      <a:pt x="3366" y="4670"/>
                    </a:lnTo>
                    <a:lnTo>
                      <a:pt x="3154" y="4730"/>
                    </a:lnTo>
                    <a:lnTo>
                      <a:pt x="2941" y="4791"/>
                    </a:lnTo>
                    <a:lnTo>
                      <a:pt x="2699" y="4852"/>
                    </a:lnTo>
                    <a:lnTo>
                      <a:pt x="2153" y="4943"/>
                    </a:lnTo>
                    <a:lnTo>
                      <a:pt x="1516" y="5018"/>
                    </a:lnTo>
                    <a:lnTo>
                      <a:pt x="804" y="5079"/>
                    </a:lnTo>
                    <a:lnTo>
                      <a:pt x="0" y="5140"/>
                    </a:lnTo>
                    <a:lnTo>
                      <a:pt x="804" y="5185"/>
                    </a:lnTo>
                    <a:lnTo>
                      <a:pt x="1516" y="5246"/>
                    </a:lnTo>
                    <a:lnTo>
                      <a:pt x="2153" y="5322"/>
                    </a:lnTo>
                    <a:lnTo>
                      <a:pt x="2699" y="5413"/>
                    </a:lnTo>
                    <a:lnTo>
                      <a:pt x="2941" y="5473"/>
                    </a:lnTo>
                    <a:lnTo>
                      <a:pt x="3154" y="5534"/>
                    </a:lnTo>
                    <a:lnTo>
                      <a:pt x="3366" y="5595"/>
                    </a:lnTo>
                    <a:lnTo>
                      <a:pt x="3563" y="5670"/>
                    </a:lnTo>
                    <a:lnTo>
                      <a:pt x="3730" y="5761"/>
                    </a:lnTo>
                    <a:lnTo>
                      <a:pt x="3896" y="5867"/>
                    </a:lnTo>
                    <a:lnTo>
                      <a:pt x="4033" y="5974"/>
                    </a:lnTo>
                    <a:lnTo>
                      <a:pt x="4169" y="6095"/>
                    </a:lnTo>
                    <a:lnTo>
                      <a:pt x="4291" y="6216"/>
                    </a:lnTo>
                    <a:lnTo>
                      <a:pt x="4397" y="6368"/>
                    </a:lnTo>
                    <a:lnTo>
                      <a:pt x="4488" y="6519"/>
                    </a:lnTo>
                    <a:lnTo>
                      <a:pt x="4579" y="6701"/>
                    </a:lnTo>
                    <a:lnTo>
                      <a:pt x="4654" y="6883"/>
                    </a:lnTo>
                    <a:lnTo>
                      <a:pt x="4730" y="7095"/>
                    </a:lnTo>
                    <a:lnTo>
                      <a:pt x="4791" y="7323"/>
                    </a:lnTo>
                    <a:lnTo>
                      <a:pt x="4836" y="7565"/>
                    </a:lnTo>
                    <a:lnTo>
                      <a:pt x="4927" y="8111"/>
                    </a:lnTo>
                    <a:lnTo>
                      <a:pt x="5003" y="8733"/>
                    </a:lnTo>
                    <a:lnTo>
                      <a:pt x="5064" y="9445"/>
                    </a:lnTo>
                    <a:lnTo>
                      <a:pt x="5124" y="10264"/>
                    </a:lnTo>
                    <a:lnTo>
                      <a:pt x="5185" y="9445"/>
                    </a:lnTo>
                    <a:lnTo>
                      <a:pt x="5246" y="8733"/>
                    </a:lnTo>
                    <a:lnTo>
                      <a:pt x="5306" y="8111"/>
                    </a:lnTo>
                    <a:lnTo>
                      <a:pt x="5397" y="7565"/>
                    </a:lnTo>
                    <a:lnTo>
                      <a:pt x="5458" y="7323"/>
                    </a:lnTo>
                    <a:lnTo>
                      <a:pt x="5519" y="7095"/>
                    </a:lnTo>
                    <a:lnTo>
                      <a:pt x="5594" y="6883"/>
                    </a:lnTo>
                    <a:lnTo>
                      <a:pt x="5670" y="6701"/>
                    </a:lnTo>
                    <a:lnTo>
                      <a:pt x="5746" y="6519"/>
                    </a:lnTo>
                    <a:lnTo>
                      <a:pt x="5852" y="6368"/>
                    </a:lnTo>
                    <a:lnTo>
                      <a:pt x="5958" y="6216"/>
                    </a:lnTo>
                    <a:lnTo>
                      <a:pt x="6080" y="6095"/>
                    </a:lnTo>
                    <a:lnTo>
                      <a:pt x="6216" y="5974"/>
                    </a:lnTo>
                    <a:lnTo>
                      <a:pt x="6352" y="5867"/>
                    </a:lnTo>
                    <a:lnTo>
                      <a:pt x="6519" y="5761"/>
                    </a:lnTo>
                    <a:lnTo>
                      <a:pt x="6686" y="5670"/>
                    </a:lnTo>
                    <a:lnTo>
                      <a:pt x="6883" y="5595"/>
                    </a:lnTo>
                    <a:lnTo>
                      <a:pt x="7080" y="5534"/>
                    </a:lnTo>
                    <a:lnTo>
                      <a:pt x="7308" y="5473"/>
                    </a:lnTo>
                    <a:lnTo>
                      <a:pt x="7550" y="5413"/>
                    </a:lnTo>
                    <a:lnTo>
                      <a:pt x="8096" y="5322"/>
                    </a:lnTo>
                    <a:lnTo>
                      <a:pt x="8718" y="5246"/>
                    </a:lnTo>
                    <a:lnTo>
                      <a:pt x="9445" y="5185"/>
                    </a:lnTo>
                    <a:lnTo>
                      <a:pt x="10249" y="5140"/>
                    </a:lnTo>
                    <a:lnTo>
                      <a:pt x="9445" y="5079"/>
                    </a:lnTo>
                    <a:lnTo>
                      <a:pt x="8718" y="5018"/>
                    </a:lnTo>
                    <a:lnTo>
                      <a:pt x="8096" y="4943"/>
                    </a:lnTo>
                    <a:lnTo>
                      <a:pt x="7550" y="4852"/>
                    </a:lnTo>
                    <a:lnTo>
                      <a:pt x="7308" y="4791"/>
                    </a:lnTo>
                    <a:lnTo>
                      <a:pt x="7080" y="4730"/>
                    </a:lnTo>
                    <a:lnTo>
                      <a:pt x="6883" y="4670"/>
                    </a:lnTo>
                    <a:lnTo>
                      <a:pt x="6686" y="4594"/>
                    </a:lnTo>
                    <a:lnTo>
                      <a:pt x="6519" y="4503"/>
                    </a:lnTo>
                    <a:lnTo>
                      <a:pt x="6352" y="4412"/>
                    </a:lnTo>
                    <a:lnTo>
                      <a:pt x="6216" y="4306"/>
                    </a:lnTo>
                    <a:lnTo>
                      <a:pt x="6080" y="4185"/>
                    </a:lnTo>
                    <a:lnTo>
                      <a:pt x="5958" y="4048"/>
                    </a:lnTo>
                    <a:lnTo>
                      <a:pt x="5852" y="3897"/>
                    </a:lnTo>
                    <a:lnTo>
                      <a:pt x="5746" y="3745"/>
                    </a:lnTo>
                    <a:lnTo>
                      <a:pt x="5670" y="3563"/>
                    </a:lnTo>
                    <a:lnTo>
                      <a:pt x="5594" y="3381"/>
                    </a:lnTo>
                    <a:lnTo>
                      <a:pt x="5519" y="3169"/>
                    </a:lnTo>
                    <a:lnTo>
                      <a:pt x="5458" y="2941"/>
                    </a:lnTo>
                    <a:lnTo>
                      <a:pt x="5397" y="2699"/>
                    </a:lnTo>
                    <a:lnTo>
                      <a:pt x="5306" y="2153"/>
                    </a:lnTo>
                    <a:lnTo>
                      <a:pt x="5246" y="1531"/>
                    </a:lnTo>
                    <a:lnTo>
                      <a:pt x="5185" y="819"/>
                    </a:lnTo>
                    <a:lnTo>
                      <a:pt x="51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7"/>
              <p:cNvSpPr/>
              <p:nvPr/>
            </p:nvSpPr>
            <p:spPr>
              <a:xfrm>
                <a:off x="8408894" y="1940033"/>
                <a:ext cx="81190" cy="1842022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54700" extrusionOk="0">
                    <a:moveTo>
                      <a:pt x="0" y="0"/>
                    </a:moveTo>
                    <a:lnTo>
                      <a:pt x="0" y="54048"/>
                    </a:lnTo>
                    <a:lnTo>
                      <a:pt x="2411" y="54700"/>
                    </a:lnTo>
                    <a:lnTo>
                      <a:pt x="2411" y="9764"/>
                    </a:lnTo>
                    <a:lnTo>
                      <a:pt x="2396" y="9127"/>
                    </a:lnTo>
                    <a:lnTo>
                      <a:pt x="2365" y="8490"/>
                    </a:lnTo>
                    <a:lnTo>
                      <a:pt x="2320" y="7853"/>
                    </a:lnTo>
                    <a:lnTo>
                      <a:pt x="2259" y="7232"/>
                    </a:lnTo>
                    <a:lnTo>
                      <a:pt x="2168" y="6595"/>
                    </a:lnTo>
                    <a:lnTo>
                      <a:pt x="2062" y="5973"/>
                    </a:lnTo>
                    <a:lnTo>
                      <a:pt x="1941" y="5352"/>
                    </a:lnTo>
                    <a:lnTo>
                      <a:pt x="1789" y="4730"/>
                    </a:lnTo>
                    <a:lnTo>
                      <a:pt x="1638" y="4124"/>
                    </a:lnTo>
                    <a:lnTo>
                      <a:pt x="1456" y="3517"/>
                    </a:lnTo>
                    <a:lnTo>
                      <a:pt x="1259" y="2911"/>
                    </a:lnTo>
                    <a:lnTo>
                      <a:pt x="1046" y="2320"/>
                    </a:lnTo>
                    <a:lnTo>
                      <a:pt x="819" y="1728"/>
                    </a:lnTo>
                    <a:lnTo>
                      <a:pt x="561" y="1137"/>
                    </a:lnTo>
                    <a:lnTo>
                      <a:pt x="288" y="5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7"/>
              <p:cNvSpPr/>
              <p:nvPr/>
            </p:nvSpPr>
            <p:spPr>
              <a:xfrm>
                <a:off x="4846300" y="1955861"/>
                <a:ext cx="3231689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95967" h="93769" extrusionOk="0">
                    <a:moveTo>
                      <a:pt x="44678" y="0"/>
                    </a:moveTo>
                    <a:lnTo>
                      <a:pt x="44754" y="2911"/>
                    </a:lnTo>
                    <a:lnTo>
                      <a:pt x="44951" y="10719"/>
                    </a:lnTo>
                    <a:lnTo>
                      <a:pt x="45057" y="16040"/>
                    </a:lnTo>
                    <a:lnTo>
                      <a:pt x="45163" y="22074"/>
                    </a:lnTo>
                    <a:lnTo>
                      <a:pt x="45269" y="28669"/>
                    </a:lnTo>
                    <a:lnTo>
                      <a:pt x="45360" y="35628"/>
                    </a:lnTo>
                    <a:lnTo>
                      <a:pt x="45406" y="42799"/>
                    </a:lnTo>
                    <a:lnTo>
                      <a:pt x="45421" y="46422"/>
                    </a:lnTo>
                    <a:lnTo>
                      <a:pt x="45436" y="50015"/>
                    </a:lnTo>
                    <a:lnTo>
                      <a:pt x="45436" y="53578"/>
                    </a:lnTo>
                    <a:lnTo>
                      <a:pt x="45406" y="57095"/>
                    </a:lnTo>
                    <a:lnTo>
                      <a:pt x="45376" y="60536"/>
                    </a:lnTo>
                    <a:lnTo>
                      <a:pt x="45345" y="63872"/>
                    </a:lnTo>
                    <a:lnTo>
                      <a:pt x="45285" y="67101"/>
                    </a:lnTo>
                    <a:lnTo>
                      <a:pt x="45194" y="70194"/>
                    </a:lnTo>
                    <a:lnTo>
                      <a:pt x="45103" y="73120"/>
                    </a:lnTo>
                    <a:lnTo>
                      <a:pt x="44997" y="75864"/>
                    </a:lnTo>
                    <a:lnTo>
                      <a:pt x="44860" y="78396"/>
                    </a:lnTo>
                    <a:lnTo>
                      <a:pt x="44784" y="79593"/>
                    </a:lnTo>
                    <a:lnTo>
                      <a:pt x="44709" y="80715"/>
                    </a:lnTo>
                    <a:lnTo>
                      <a:pt x="44618" y="81792"/>
                    </a:lnTo>
                    <a:lnTo>
                      <a:pt x="44527" y="82792"/>
                    </a:lnTo>
                    <a:lnTo>
                      <a:pt x="44436" y="83732"/>
                    </a:lnTo>
                    <a:lnTo>
                      <a:pt x="44329" y="84596"/>
                    </a:lnTo>
                    <a:lnTo>
                      <a:pt x="44269" y="84975"/>
                    </a:lnTo>
                    <a:lnTo>
                      <a:pt x="44208" y="85339"/>
                    </a:lnTo>
                    <a:lnTo>
                      <a:pt x="44132" y="85688"/>
                    </a:lnTo>
                    <a:lnTo>
                      <a:pt x="44057" y="86021"/>
                    </a:lnTo>
                    <a:lnTo>
                      <a:pt x="43966" y="86340"/>
                    </a:lnTo>
                    <a:lnTo>
                      <a:pt x="43875" y="86628"/>
                    </a:lnTo>
                    <a:lnTo>
                      <a:pt x="43753" y="86916"/>
                    </a:lnTo>
                    <a:lnTo>
                      <a:pt x="43647" y="87189"/>
                    </a:lnTo>
                    <a:lnTo>
                      <a:pt x="43526" y="87447"/>
                    </a:lnTo>
                    <a:lnTo>
                      <a:pt x="43390" y="87689"/>
                    </a:lnTo>
                    <a:lnTo>
                      <a:pt x="43253" y="87917"/>
                    </a:lnTo>
                    <a:lnTo>
                      <a:pt x="43101" y="88129"/>
                    </a:lnTo>
                    <a:lnTo>
                      <a:pt x="42950" y="88341"/>
                    </a:lnTo>
                    <a:lnTo>
                      <a:pt x="42783" y="88523"/>
                    </a:lnTo>
                    <a:lnTo>
                      <a:pt x="42616" y="88705"/>
                    </a:lnTo>
                    <a:lnTo>
                      <a:pt x="42434" y="88872"/>
                    </a:lnTo>
                    <a:lnTo>
                      <a:pt x="42252" y="89008"/>
                    </a:lnTo>
                    <a:lnTo>
                      <a:pt x="42055" y="89160"/>
                    </a:lnTo>
                    <a:lnTo>
                      <a:pt x="41858" y="89281"/>
                    </a:lnTo>
                    <a:lnTo>
                      <a:pt x="41646" y="89402"/>
                    </a:lnTo>
                    <a:lnTo>
                      <a:pt x="41434" y="89493"/>
                    </a:lnTo>
                    <a:lnTo>
                      <a:pt x="41206" y="89599"/>
                    </a:lnTo>
                    <a:lnTo>
                      <a:pt x="40979" y="89675"/>
                    </a:lnTo>
                    <a:lnTo>
                      <a:pt x="40752" y="89751"/>
                    </a:lnTo>
                    <a:lnTo>
                      <a:pt x="40509" y="89812"/>
                    </a:lnTo>
                    <a:lnTo>
                      <a:pt x="40266" y="89857"/>
                    </a:lnTo>
                    <a:lnTo>
                      <a:pt x="40009" y="89903"/>
                    </a:lnTo>
                    <a:lnTo>
                      <a:pt x="39751" y="89933"/>
                    </a:lnTo>
                    <a:lnTo>
                      <a:pt x="39478" y="89948"/>
                    </a:lnTo>
                    <a:lnTo>
                      <a:pt x="39205" y="89963"/>
                    </a:lnTo>
                    <a:lnTo>
                      <a:pt x="38644" y="89963"/>
                    </a:lnTo>
                    <a:lnTo>
                      <a:pt x="38068" y="89933"/>
                    </a:lnTo>
                    <a:lnTo>
                      <a:pt x="37462" y="89872"/>
                    </a:lnTo>
                    <a:lnTo>
                      <a:pt x="36840" y="89781"/>
                    </a:lnTo>
                    <a:lnTo>
                      <a:pt x="36203" y="89660"/>
                    </a:lnTo>
                    <a:lnTo>
                      <a:pt x="35536" y="89524"/>
                    </a:lnTo>
                    <a:lnTo>
                      <a:pt x="34854" y="89357"/>
                    </a:lnTo>
                    <a:lnTo>
                      <a:pt x="34157" y="89175"/>
                    </a:lnTo>
                    <a:lnTo>
                      <a:pt x="33444" y="88963"/>
                    </a:lnTo>
                    <a:lnTo>
                      <a:pt x="32716" y="88750"/>
                    </a:lnTo>
                    <a:lnTo>
                      <a:pt x="31974" y="88508"/>
                    </a:lnTo>
                    <a:lnTo>
                      <a:pt x="30458" y="88007"/>
                    </a:lnTo>
                    <a:lnTo>
                      <a:pt x="27289" y="86916"/>
                    </a:lnTo>
                    <a:lnTo>
                      <a:pt x="25409" y="86279"/>
                    </a:lnTo>
                    <a:lnTo>
                      <a:pt x="24454" y="85961"/>
                    </a:lnTo>
                    <a:lnTo>
                      <a:pt x="23499" y="85658"/>
                    </a:lnTo>
                    <a:lnTo>
                      <a:pt x="22544" y="85370"/>
                    </a:lnTo>
                    <a:lnTo>
                      <a:pt x="21573" y="85097"/>
                    </a:lnTo>
                    <a:lnTo>
                      <a:pt x="20603" y="84839"/>
                    </a:lnTo>
                    <a:lnTo>
                      <a:pt x="19633" y="84611"/>
                    </a:lnTo>
                    <a:lnTo>
                      <a:pt x="18678" y="84399"/>
                    </a:lnTo>
                    <a:lnTo>
                      <a:pt x="17708" y="84232"/>
                    </a:lnTo>
                    <a:lnTo>
                      <a:pt x="16752" y="84081"/>
                    </a:lnTo>
                    <a:lnTo>
                      <a:pt x="15797" y="83960"/>
                    </a:lnTo>
                    <a:lnTo>
                      <a:pt x="15327" y="83929"/>
                    </a:lnTo>
                    <a:lnTo>
                      <a:pt x="14857" y="83884"/>
                    </a:lnTo>
                    <a:lnTo>
                      <a:pt x="14387" y="83869"/>
                    </a:lnTo>
                    <a:lnTo>
                      <a:pt x="13917" y="83853"/>
                    </a:lnTo>
                    <a:lnTo>
                      <a:pt x="13447" y="83853"/>
                    </a:lnTo>
                    <a:lnTo>
                      <a:pt x="12977" y="83869"/>
                    </a:lnTo>
                    <a:lnTo>
                      <a:pt x="12523" y="83884"/>
                    </a:lnTo>
                    <a:lnTo>
                      <a:pt x="12068" y="83914"/>
                    </a:lnTo>
                    <a:lnTo>
                      <a:pt x="11613" y="83960"/>
                    </a:lnTo>
                    <a:lnTo>
                      <a:pt x="11158" y="84020"/>
                    </a:lnTo>
                    <a:lnTo>
                      <a:pt x="10719" y="84096"/>
                    </a:lnTo>
                    <a:lnTo>
                      <a:pt x="10264" y="84187"/>
                    </a:lnTo>
                    <a:lnTo>
                      <a:pt x="9824" y="84293"/>
                    </a:lnTo>
                    <a:lnTo>
                      <a:pt x="9384" y="84399"/>
                    </a:lnTo>
                    <a:lnTo>
                      <a:pt x="8960" y="84536"/>
                    </a:lnTo>
                    <a:lnTo>
                      <a:pt x="8535" y="84672"/>
                    </a:lnTo>
                    <a:lnTo>
                      <a:pt x="8111" y="84839"/>
                    </a:lnTo>
                    <a:lnTo>
                      <a:pt x="7686" y="85021"/>
                    </a:lnTo>
                    <a:lnTo>
                      <a:pt x="7277" y="85203"/>
                    </a:lnTo>
                    <a:lnTo>
                      <a:pt x="6868" y="85415"/>
                    </a:lnTo>
                    <a:lnTo>
                      <a:pt x="6458" y="85642"/>
                    </a:lnTo>
                    <a:lnTo>
                      <a:pt x="6064" y="85885"/>
                    </a:lnTo>
                    <a:lnTo>
                      <a:pt x="5670" y="86158"/>
                    </a:lnTo>
                    <a:lnTo>
                      <a:pt x="5276" y="86431"/>
                    </a:lnTo>
                    <a:lnTo>
                      <a:pt x="4897" y="86734"/>
                    </a:lnTo>
                    <a:lnTo>
                      <a:pt x="4533" y="87052"/>
                    </a:lnTo>
                    <a:lnTo>
                      <a:pt x="4154" y="87401"/>
                    </a:lnTo>
                    <a:lnTo>
                      <a:pt x="3790" y="87750"/>
                    </a:lnTo>
                    <a:lnTo>
                      <a:pt x="3441" y="88129"/>
                    </a:lnTo>
                    <a:lnTo>
                      <a:pt x="3093" y="88538"/>
                    </a:lnTo>
                    <a:lnTo>
                      <a:pt x="2744" y="88963"/>
                    </a:lnTo>
                    <a:lnTo>
                      <a:pt x="2411" y="89402"/>
                    </a:lnTo>
                    <a:lnTo>
                      <a:pt x="2077" y="89872"/>
                    </a:lnTo>
                    <a:lnTo>
                      <a:pt x="1759" y="90357"/>
                    </a:lnTo>
                    <a:lnTo>
                      <a:pt x="1455" y="90858"/>
                    </a:lnTo>
                    <a:lnTo>
                      <a:pt x="1137" y="91403"/>
                    </a:lnTo>
                    <a:lnTo>
                      <a:pt x="849" y="91949"/>
                    </a:lnTo>
                    <a:lnTo>
                      <a:pt x="561" y="92540"/>
                    </a:lnTo>
                    <a:lnTo>
                      <a:pt x="273" y="93147"/>
                    </a:lnTo>
                    <a:lnTo>
                      <a:pt x="0" y="93769"/>
                    </a:lnTo>
                    <a:lnTo>
                      <a:pt x="95966" y="93769"/>
                    </a:lnTo>
                    <a:lnTo>
                      <a:pt x="95693" y="93147"/>
                    </a:lnTo>
                    <a:lnTo>
                      <a:pt x="95405" y="92540"/>
                    </a:lnTo>
                    <a:lnTo>
                      <a:pt x="95117" y="91949"/>
                    </a:lnTo>
                    <a:lnTo>
                      <a:pt x="94829" y="91403"/>
                    </a:lnTo>
                    <a:lnTo>
                      <a:pt x="94511" y="90858"/>
                    </a:lnTo>
                    <a:lnTo>
                      <a:pt x="94208" y="90357"/>
                    </a:lnTo>
                    <a:lnTo>
                      <a:pt x="93889" y="89872"/>
                    </a:lnTo>
                    <a:lnTo>
                      <a:pt x="93556" y="89402"/>
                    </a:lnTo>
                    <a:lnTo>
                      <a:pt x="93222" y="88963"/>
                    </a:lnTo>
                    <a:lnTo>
                      <a:pt x="92874" y="88538"/>
                    </a:lnTo>
                    <a:lnTo>
                      <a:pt x="92525" y="88129"/>
                    </a:lnTo>
                    <a:lnTo>
                      <a:pt x="92176" y="87750"/>
                    </a:lnTo>
                    <a:lnTo>
                      <a:pt x="91812" y="87401"/>
                    </a:lnTo>
                    <a:lnTo>
                      <a:pt x="91449" y="87052"/>
                    </a:lnTo>
                    <a:lnTo>
                      <a:pt x="91069" y="86734"/>
                    </a:lnTo>
                    <a:lnTo>
                      <a:pt x="90690" y="86431"/>
                    </a:lnTo>
                    <a:lnTo>
                      <a:pt x="90296" y="86158"/>
                    </a:lnTo>
                    <a:lnTo>
                      <a:pt x="89902" y="85885"/>
                    </a:lnTo>
                    <a:lnTo>
                      <a:pt x="89508" y="85642"/>
                    </a:lnTo>
                    <a:lnTo>
                      <a:pt x="89099" y="85415"/>
                    </a:lnTo>
                    <a:lnTo>
                      <a:pt x="88689" y="85203"/>
                    </a:lnTo>
                    <a:lnTo>
                      <a:pt x="88280" y="85021"/>
                    </a:lnTo>
                    <a:lnTo>
                      <a:pt x="87855" y="84839"/>
                    </a:lnTo>
                    <a:lnTo>
                      <a:pt x="87431" y="84672"/>
                    </a:lnTo>
                    <a:lnTo>
                      <a:pt x="87006" y="84536"/>
                    </a:lnTo>
                    <a:lnTo>
                      <a:pt x="86582" y="84399"/>
                    </a:lnTo>
                    <a:lnTo>
                      <a:pt x="86142" y="84293"/>
                    </a:lnTo>
                    <a:lnTo>
                      <a:pt x="85703" y="84187"/>
                    </a:lnTo>
                    <a:lnTo>
                      <a:pt x="85263" y="84096"/>
                    </a:lnTo>
                    <a:lnTo>
                      <a:pt x="84808" y="84020"/>
                    </a:lnTo>
                    <a:lnTo>
                      <a:pt x="84353" y="83960"/>
                    </a:lnTo>
                    <a:lnTo>
                      <a:pt x="83899" y="83914"/>
                    </a:lnTo>
                    <a:lnTo>
                      <a:pt x="83444" y="83884"/>
                    </a:lnTo>
                    <a:lnTo>
                      <a:pt x="82989" y="83869"/>
                    </a:lnTo>
                    <a:lnTo>
                      <a:pt x="82519" y="83853"/>
                    </a:lnTo>
                    <a:lnTo>
                      <a:pt x="82049" y="83853"/>
                    </a:lnTo>
                    <a:lnTo>
                      <a:pt x="81594" y="83869"/>
                    </a:lnTo>
                    <a:lnTo>
                      <a:pt x="81109" y="83884"/>
                    </a:lnTo>
                    <a:lnTo>
                      <a:pt x="80639" y="83929"/>
                    </a:lnTo>
                    <a:lnTo>
                      <a:pt x="80169" y="83960"/>
                    </a:lnTo>
                    <a:lnTo>
                      <a:pt x="79214" y="84081"/>
                    </a:lnTo>
                    <a:lnTo>
                      <a:pt x="78259" y="84232"/>
                    </a:lnTo>
                    <a:lnTo>
                      <a:pt x="77289" y="84399"/>
                    </a:lnTo>
                    <a:lnTo>
                      <a:pt x="76333" y="84611"/>
                    </a:lnTo>
                    <a:lnTo>
                      <a:pt x="75363" y="84839"/>
                    </a:lnTo>
                    <a:lnTo>
                      <a:pt x="74393" y="85097"/>
                    </a:lnTo>
                    <a:lnTo>
                      <a:pt x="73423" y="85370"/>
                    </a:lnTo>
                    <a:lnTo>
                      <a:pt x="72467" y="85658"/>
                    </a:lnTo>
                    <a:lnTo>
                      <a:pt x="71512" y="85961"/>
                    </a:lnTo>
                    <a:lnTo>
                      <a:pt x="70557" y="86279"/>
                    </a:lnTo>
                    <a:lnTo>
                      <a:pt x="68677" y="86916"/>
                    </a:lnTo>
                    <a:lnTo>
                      <a:pt x="65509" y="88007"/>
                    </a:lnTo>
                    <a:lnTo>
                      <a:pt x="63993" y="88508"/>
                    </a:lnTo>
                    <a:lnTo>
                      <a:pt x="63250" y="88750"/>
                    </a:lnTo>
                    <a:lnTo>
                      <a:pt x="62522" y="88963"/>
                    </a:lnTo>
                    <a:lnTo>
                      <a:pt x="61810" y="89175"/>
                    </a:lnTo>
                    <a:lnTo>
                      <a:pt x="61112" y="89357"/>
                    </a:lnTo>
                    <a:lnTo>
                      <a:pt x="60430" y="89524"/>
                    </a:lnTo>
                    <a:lnTo>
                      <a:pt x="59778" y="89660"/>
                    </a:lnTo>
                    <a:lnTo>
                      <a:pt x="59126" y="89781"/>
                    </a:lnTo>
                    <a:lnTo>
                      <a:pt x="58505" y="89872"/>
                    </a:lnTo>
                    <a:lnTo>
                      <a:pt x="57898" y="89933"/>
                    </a:lnTo>
                    <a:lnTo>
                      <a:pt x="57322" y="89963"/>
                    </a:lnTo>
                    <a:lnTo>
                      <a:pt x="56761" y="89963"/>
                    </a:lnTo>
                    <a:lnTo>
                      <a:pt x="56488" y="89948"/>
                    </a:lnTo>
                    <a:lnTo>
                      <a:pt x="56215" y="89933"/>
                    </a:lnTo>
                    <a:lnTo>
                      <a:pt x="55958" y="89903"/>
                    </a:lnTo>
                    <a:lnTo>
                      <a:pt x="55700" y="89857"/>
                    </a:lnTo>
                    <a:lnTo>
                      <a:pt x="55457" y="89812"/>
                    </a:lnTo>
                    <a:lnTo>
                      <a:pt x="55215" y="89751"/>
                    </a:lnTo>
                    <a:lnTo>
                      <a:pt x="54987" y="89675"/>
                    </a:lnTo>
                    <a:lnTo>
                      <a:pt x="54760" y="89599"/>
                    </a:lnTo>
                    <a:lnTo>
                      <a:pt x="54533" y="89493"/>
                    </a:lnTo>
                    <a:lnTo>
                      <a:pt x="54320" y="89402"/>
                    </a:lnTo>
                    <a:lnTo>
                      <a:pt x="54108" y="89281"/>
                    </a:lnTo>
                    <a:lnTo>
                      <a:pt x="53911" y="89160"/>
                    </a:lnTo>
                    <a:lnTo>
                      <a:pt x="53714" y="89008"/>
                    </a:lnTo>
                    <a:lnTo>
                      <a:pt x="53532" y="88872"/>
                    </a:lnTo>
                    <a:lnTo>
                      <a:pt x="53350" y="88705"/>
                    </a:lnTo>
                    <a:lnTo>
                      <a:pt x="53183" y="88523"/>
                    </a:lnTo>
                    <a:lnTo>
                      <a:pt x="53016" y="88341"/>
                    </a:lnTo>
                    <a:lnTo>
                      <a:pt x="52865" y="88129"/>
                    </a:lnTo>
                    <a:lnTo>
                      <a:pt x="52713" y="87917"/>
                    </a:lnTo>
                    <a:lnTo>
                      <a:pt x="52577" y="87689"/>
                    </a:lnTo>
                    <a:lnTo>
                      <a:pt x="52440" y="87447"/>
                    </a:lnTo>
                    <a:lnTo>
                      <a:pt x="52319" y="87189"/>
                    </a:lnTo>
                    <a:lnTo>
                      <a:pt x="52213" y="86916"/>
                    </a:lnTo>
                    <a:lnTo>
                      <a:pt x="52107" y="86628"/>
                    </a:lnTo>
                    <a:lnTo>
                      <a:pt x="52001" y="86340"/>
                    </a:lnTo>
                    <a:lnTo>
                      <a:pt x="51910" y="86021"/>
                    </a:lnTo>
                    <a:lnTo>
                      <a:pt x="51834" y="85688"/>
                    </a:lnTo>
                    <a:lnTo>
                      <a:pt x="51758" y="85339"/>
                    </a:lnTo>
                    <a:lnTo>
                      <a:pt x="51698" y="84975"/>
                    </a:lnTo>
                    <a:lnTo>
                      <a:pt x="51637" y="84596"/>
                    </a:lnTo>
                    <a:lnTo>
                      <a:pt x="51546" y="83732"/>
                    </a:lnTo>
                    <a:lnTo>
                      <a:pt x="51440" y="82792"/>
                    </a:lnTo>
                    <a:lnTo>
                      <a:pt x="51349" y="81792"/>
                    </a:lnTo>
                    <a:lnTo>
                      <a:pt x="51258" y="80715"/>
                    </a:lnTo>
                    <a:lnTo>
                      <a:pt x="51182" y="79593"/>
                    </a:lnTo>
                    <a:lnTo>
                      <a:pt x="51106" y="78396"/>
                    </a:lnTo>
                    <a:lnTo>
                      <a:pt x="50970" y="75864"/>
                    </a:lnTo>
                    <a:lnTo>
                      <a:pt x="50864" y="73120"/>
                    </a:lnTo>
                    <a:lnTo>
                      <a:pt x="50773" y="70194"/>
                    </a:lnTo>
                    <a:lnTo>
                      <a:pt x="50697" y="67101"/>
                    </a:lnTo>
                    <a:lnTo>
                      <a:pt x="50636" y="63872"/>
                    </a:lnTo>
                    <a:lnTo>
                      <a:pt x="50591" y="60536"/>
                    </a:lnTo>
                    <a:lnTo>
                      <a:pt x="50560" y="57095"/>
                    </a:lnTo>
                    <a:lnTo>
                      <a:pt x="50530" y="53578"/>
                    </a:lnTo>
                    <a:lnTo>
                      <a:pt x="50530" y="50015"/>
                    </a:lnTo>
                    <a:lnTo>
                      <a:pt x="50545" y="46422"/>
                    </a:lnTo>
                    <a:lnTo>
                      <a:pt x="50560" y="42799"/>
                    </a:lnTo>
                    <a:lnTo>
                      <a:pt x="50606" y="35628"/>
                    </a:lnTo>
                    <a:lnTo>
                      <a:pt x="50697" y="28669"/>
                    </a:lnTo>
                    <a:lnTo>
                      <a:pt x="50803" y="22074"/>
                    </a:lnTo>
                    <a:lnTo>
                      <a:pt x="50909" y="16040"/>
                    </a:lnTo>
                    <a:lnTo>
                      <a:pt x="51015" y="10719"/>
                    </a:lnTo>
                    <a:lnTo>
                      <a:pt x="51212" y="2911"/>
                    </a:lnTo>
                    <a:lnTo>
                      <a:pt x="512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7"/>
              <p:cNvSpPr/>
              <p:nvPr/>
            </p:nvSpPr>
            <p:spPr>
              <a:xfrm>
                <a:off x="4846300" y="1955861"/>
                <a:ext cx="3231689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95967" h="93769" fill="none" extrusionOk="0">
                    <a:moveTo>
                      <a:pt x="51637" y="84596"/>
                    </a:moveTo>
                    <a:lnTo>
                      <a:pt x="51637" y="84596"/>
                    </a:lnTo>
                    <a:lnTo>
                      <a:pt x="51546" y="83732"/>
                    </a:lnTo>
                    <a:lnTo>
                      <a:pt x="51440" y="82792"/>
                    </a:lnTo>
                    <a:lnTo>
                      <a:pt x="51349" y="81792"/>
                    </a:lnTo>
                    <a:lnTo>
                      <a:pt x="51258" y="80715"/>
                    </a:lnTo>
                    <a:lnTo>
                      <a:pt x="51182" y="79593"/>
                    </a:lnTo>
                    <a:lnTo>
                      <a:pt x="51106" y="78396"/>
                    </a:lnTo>
                    <a:lnTo>
                      <a:pt x="50970" y="75864"/>
                    </a:lnTo>
                    <a:lnTo>
                      <a:pt x="50864" y="73120"/>
                    </a:lnTo>
                    <a:lnTo>
                      <a:pt x="50773" y="70194"/>
                    </a:lnTo>
                    <a:lnTo>
                      <a:pt x="50697" y="67101"/>
                    </a:lnTo>
                    <a:lnTo>
                      <a:pt x="50636" y="63872"/>
                    </a:lnTo>
                    <a:lnTo>
                      <a:pt x="50591" y="60536"/>
                    </a:lnTo>
                    <a:lnTo>
                      <a:pt x="50560" y="57095"/>
                    </a:lnTo>
                    <a:lnTo>
                      <a:pt x="50530" y="53578"/>
                    </a:lnTo>
                    <a:lnTo>
                      <a:pt x="50530" y="50015"/>
                    </a:lnTo>
                    <a:lnTo>
                      <a:pt x="50545" y="46422"/>
                    </a:lnTo>
                    <a:lnTo>
                      <a:pt x="50560" y="42799"/>
                    </a:lnTo>
                    <a:lnTo>
                      <a:pt x="50606" y="35628"/>
                    </a:lnTo>
                    <a:lnTo>
                      <a:pt x="50697" y="28669"/>
                    </a:lnTo>
                    <a:lnTo>
                      <a:pt x="50803" y="22074"/>
                    </a:lnTo>
                    <a:lnTo>
                      <a:pt x="50909" y="16040"/>
                    </a:lnTo>
                    <a:lnTo>
                      <a:pt x="51015" y="10719"/>
                    </a:lnTo>
                    <a:lnTo>
                      <a:pt x="51212" y="2911"/>
                    </a:lnTo>
                    <a:lnTo>
                      <a:pt x="51288" y="0"/>
                    </a:lnTo>
                    <a:lnTo>
                      <a:pt x="44678" y="0"/>
                    </a:lnTo>
                    <a:lnTo>
                      <a:pt x="44678" y="0"/>
                    </a:lnTo>
                    <a:lnTo>
                      <a:pt x="44754" y="2911"/>
                    </a:lnTo>
                    <a:lnTo>
                      <a:pt x="44951" y="10719"/>
                    </a:lnTo>
                    <a:lnTo>
                      <a:pt x="45057" y="16040"/>
                    </a:lnTo>
                    <a:lnTo>
                      <a:pt x="45163" y="22074"/>
                    </a:lnTo>
                    <a:lnTo>
                      <a:pt x="45269" y="28669"/>
                    </a:lnTo>
                    <a:lnTo>
                      <a:pt x="45360" y="35628"/>
                    </a:lnTo>
                    <a:lnTo>
                      <a:pt x="45406" y="42799"/>
                    </a:lnTo>
                    <a:lnTo>
                      <a:pt x="45421" y="46422"/>
                    </a:lnTo>
                    <a:lnTo>
                      <a:pt x="45436" y="50015"/>
                    </a:lnTo>
                    <a:lnTo>
                      <a:pt x="45436" y="53578"/>
                    </a:lnTo>
                    <a:lnTo>
                      <a:pt x="45406" y="57095"/>
                    </a:lnTo>
                    <a:lnTo>
                      <a:pt x="45376" y="60536"/>
                    </a:lnTo>
                    <a:lnTo>
                      <a:pt x="45345" y="63872"/>
                    </a:lnTo>
                    <a:lnTo>
                      <a:pt x="45285" y="67101"/>
                    </a:lnTo>
                    <a:lnTo>
                      <a:pt x="45194" y="70194"/>
                    </a:lnTo>
                    <a:lnTo>
                      <a:pt x="45103" y="73120"/>
                    </a:lnTo>
                    <a:lnTo>
                      <a:pt x="44997" y="75864"/>
                    </a:lnTo>
                    <a:lnTo>
                      <a:pt x="44860" y="78396"/>
                    </a:lnTo>
                    <a:lnTo>
                      <a:pt x="44784" y="79593"/>
                    </a:lnTo>
                    <a:lnTo>
                      <a:pt x="44709" y="80715"/>
                    </a:lnTo>
                    <a:lnTo>
                      <a:pt x="44618" y="81792"/>
                    </a:lnTo>
                    <a:lnTo>
                      <a:pt x="44527" y="82792"/>
                    </a:lnTo>
                    <a:lnTo>
                      <a:pt x="44436" y="83732"/>
                    </a:lnTo>
                    <a:lnTo>
                      <a:pt x="44329" y="84596"/>
                    </a:lnTo>
                    <a:lnTo>
                      <a:pt x="44329" y="84596"/>
                    </a:lnTo>
                    <a:lnTo>
                      <a:pt x="44269" y="84975"/>
                    </a:lnTo>
                    <a:lnTo>
                      <a:pt x="44208" y="85339"/>
                    </a:lnTo>
                    <a:lnTo>
                      <a:pt x="44132" y="85688"/>
                    </a:lnTo>
                    <a:lnTo>
                      <a:pt x="44057" y="86021"/>
                    </a:lnTo>
                    <a:lnTo>
                      <a:pt x="43966" y="86340"/>
                    </a:lnTo>
                    <a:lnTo>
                      <a:pt x="43875" y="86628"/>
                    </a:lnTo>
                    <a:lnTo>
                      <a:pt x="43753" y="86916"/>
                    </a:lnTo>
                    <a:lnTo>
                      <a:pt x="43647" y="87189"/>
                    </a:lnTo>
                    <a:lnTo>
                      <a:pt x="43526" y="87447"/>
                    </a:lnTo>
                    <a:lnTo>
                      <a:pt x="43390" y="87689"/>
                    </a:lnTo>
                    <a:lnTo>
                      <a:pt x="43253" y="87917"/>
                    </a:lnTo>
                    <a:lnTo>
                      <a:pt x="43101" y="88129"/>
                    </a:lnTo>
                    <a:lnTo>
                      <a:pt x="42950" y="88341"/>
                    </a:lnTo>
                    <a:lnTo>
                      <a:pt x="42783" y="88523"/>
                    </a:lnTo>
                    <a:lnTo>
                      <a:pt x="42616" y="88705"/>
                    </a:lnTo>
                    <a:lnTo>
                      <a:pt x="42434" y="88872"/>
                    </a:lnTo>
                    <a:lnTo>
                      <a:pt x="42252" y="89008"/>
                    </a:lnTo>
                    <a:lnTo>
                      <a:pt x="42055" y="89160"/>
                    </a:lnTo>
                    <a:lnTo>
                      <a:pt x="41858" y="89281"/>
                    </a:lnTo>
                    <a:lnTo>
                      <a:pt x="41646" y="89402"/>
                    </a:lnTo>
                    <a:lnTo>
                      <a:pt x="41434" y="89493"/>
                    </a:lnTo>
                    <a:lnTo>
                      <a:pt x="41206" y="89599"/>
                    </a:lnTo>
                    <a:lnTo>
                      <a:pt x="40979" y="89675"/>
                    </a:lnTo>
                    <a:lnTo>
                      <a:pt x="40752" y="89751"/>
                    </a:lnTo>
                    <a:lnTo>
                      <a:pt x="40509" y="89812"/>
                    </a:lnTo>
                    <a:lnTo>
                      <a:pt x="40266" y="89857"/>
                    </a:lnTo>
                    <a:lnTo>
                      <a:pt x="40009" y="89903"/>
                    </a:lnTo>
                    <a:lnTo>
                      <a:pt x="39751" y="89933"/>
                    </a:lnTo>
                    <a:lnTo>
                      <a:pt x="39478" y="89948"/>
                    </a:lnTo>
                    <a:lnTo>
                      <a:pt x="39205" y="89963"/>
                    </a:lnTo>
                    <a:lnTo>
                      <a:pt x="38644" y="89963"/>
                    </a:lnTo>
                    <a:lnTo>
                      <a:pt x="38068" y="89933"/>
                    </a:lnTo>
                    <a:lnTo>
                      <a:pt x="37462" y="89872"/>
                    </a:lnTo>
                    <a:lnTo>
                      <a:pt x="36840" y="89781"/>
                    </a:lnTo>
                    <a:lnTo>
                      <a:pt x="36203" y="89660"/>
                    </a:lnTo>
                    <a:lnTo>
                      <a:pt x="35536" y="89524"/>
                    </a:lnTo>
                    <a:lnTo>
                      <a:pt x="34854" y="89357"/>
                    </a:lnTo>
                    <a:lnTo>
                      <a:pt x="34157" y="89175"/>
                    </a:lnTo>
                    <a:lnTo>
                      <a:pt x="33444" y="88963"/>
                    </a:lnTo>
                    <a:lnTo>
                      <a:pt x="32716" y="88750"/>
                    </a:lnTo>
                    <a:lnTo>
                      <a:pt x="31974" y="88508"/>
                    </a:lnTo>
                    <a:lnTo>
                      <a:pt x="30458" y="88007"/>
                    </a:lnTo>
                    <a:lnTo>
                      <a:pt x="27289" y="86916"/>
                    </a:lnTo>
                    <a:lnTo>
                      <a:pt x="27289" y="86916"/>
                    </a:lnTo>
                    <a:lnTo>
                      <a:pt x="25409" y="86279"/>
                    </a:lnTo>
                    <a:lnTo>
                      <a:pt x="24454" y="85961"/>
                    </a:lnTo>
                    <a:lnTo>
                      <a:pt x="23499" y="85658"/>
                    </a:lnTo>
                    <a:lnTo>
                      <a:pt x="22544" y="85370"/>
                    </a:lnTo>
                    <a:lnTo>
                      <a:pt x="21573" y="85097"/>
                    </a:lnTo>
                    <a:lnTo>
                      <a:pt x="20603" y="84839"/>
                    </a:lnTo>
                    <a:lnTo>
                      <a:pt x="19633" y="84611"/>
                    </a:lnTo>
                    <a:lnTo>
                      <a:pt x="18678" y="84399"/>
                    </a:lnTo>
                    <a:lnTo>
                      <a:pt x="17708" y="84232"/>
                    </a:lnTo>
                    <a:lnTo>
                      <a:pt x="16752" y="84081"/>
                    </a:lnTo>
                    <a:lnTo>
                      <a:pt x="15797" y="83960"/>
                    </a:lnTo>
                    <a:lnTo>
                      <a:pt x="15327" y="83929"/>
                    </a:lnTo>
                    <a:lnTo>
                      <a:pt x="14857" y="83884"/>
                    </a:lnTo>
                    <a:lnTo>
                      <a:pt x="14387" y="83869"/>
                    </a:lnTo>
                    <a:lnTo>
                      <a:pt x="13917" y="83853"/>
                    </a:lnTo>
                    <a:lnTo>
                      <a:pt x="13447" y="83853"/>
                    </a:lnTo>
                    <a:lnTo>
                      <a:pt x="12977" y="83869"/>
                    </a:lnTo>
                    <a:lnTo>
                      <a:pt x="12523" y="83884"/>
                    </a:lnTo>
                    <a:lnTo>
                      <a:pt x="12068" y="83914"/>
                    </a:lnTo>
                    <a:lnTo>
                      <a:pt x="11613" y="83960"/>
                    </a:lnTo>
                    <a:lnTo>
                      <a:pt x="11158" y="84020"/>
                    </a:lnTo>
                    <a:lnTo>
                      <a:pt x="10719" y="84096"/>
                    </a:lnTo>
                    <a:lnTo>
                      <a:pt x="10264" y="84187"/>
                    </a:lnTo>
                    <a:lnTo>
                      <a:pt x="9824" y="84293"/>
                    </a:lnTo>
                    <a:lnTo>
                      <a:pt x="9384" y="84399"/>
                    </a:lnTo>
                    <a:lnTo>
                      <a:pt x="8960" y="84536"/>
                    </a:lnTo>
                    <a:lnTo>
                      <a:pt x="8535" y="84672"/>
                    </a:lnTo>
                    <a:lnTo>
                      <a:pt x="8111" y="84839"/>
                    </a:lnTo>
                    <a:lnTo>
                      <a:pt x="7686" y="85021"/>
                    </a:lnTo>
                    <a:lnTo>
                      <a:pt x="7277" y="85203"/>
                    </a:lnTo>
                    <a:lnTo>
                      <a:pt x="6868" y="85415"/>
                    </a:lnTo>
                    <a:lnTo>
                      <a:pt x="6458" y="85642"/>
                    </a:lnTo>
                    <a:lnTo>
                      <a:pt x="6064" y="85885"/>
                    </a:lnTo>
                    <a:lnTo>
                      <a:pt x="5670" y="86158"/>
                    </a:lnTo>
                    <a:lnTo>
                      <a:pt x="5276" y="86431"/>
                    </a:lnTo>
                    <a:lnTo>
                      <a:pt x="4897" y="86734"/>
                    </a:lnTo>
                    <a:lnTo>
                      <a:pt x="4533" y="87052"/>
                    </a:lnTo>
                    <a:lnTo>
                      <a:pt x="4154" y="87401"/>
                    </a:lnTo>
                    <a:lnTo>
                      <a:pt x="3790" y="87750"/>
                    </a:lnTo>
                    <a:lnTo>
                      <a:pt x="3441" y="88129"/>
                    </a:lnTo>
                    <a:lnTo>
                      <a:pt x="3093" y="88538"/>
                    </a:lnTo>
                    <a:lnTo>
                      <a:pt x="2744" y="88963"/>
                    </a:lnTo>
                    <a:lnTo>
                      <a:pt x="2411" y="89402"/>
                    </a:lnTo>
                    <a:lnTo>
                      <a:pt x="2077" y="89872"/>
                    </a:lnTo>
                    <a:lnTo>
                      <a:pt x="1759" y="90357"/>
                    </a:lnTo>
                    <a:lnTo>
                      <a:pt x="1455" y="90858"/>
                    </a:lnTo>
                    <a:lnTo>
                      <a:pt x="1137" y="91403"/>
                    </a:lnTo>
                    <a:lnTo>
                      <a:pt x="849" y="91949"/>
                    </a:lnTo>
                    <a:lnTo>
                      <a:pt x="561" y="92540"/>
                    </a:lnTo>
                    <a:lnTo>
                      <a:pt x="273" y="93147"/>
                    </a:lnTo>
                    <a:lnTo>
                      <a:pt x="0" y="93769"/>
                    </a:lnTo>
                    <a:lnTo>
                      <a:pt x="87871" y="93769"/>
                    </a:lnTo>
                    <a:lnTo>
                      <a:pt x="95966" y="93769"/>
                    </a:lnTo>
                    <a:lnTo>
                      <a:pt x="95966" y="93769"/>
                    </a:lnTo>
                    <a:lnTo>
                      <a:pt x="95693" y="93147"/>
                    </a:lnTo>
                    <a:lnTo>
                      <a:pt x="95405" y="92540"/>
                    </a:lnTo>
                    <a:lnTo>
                      <a:pt x="95117" y="91949"/>
                    </a:lnTo>
                    <a:lnTo>
                      <a:pt x="94829" y="91403"/>
                    </a:lnTo>
                    <a:lnTo>
                      <a:pt x="94511" y="90858"/>
                    </a:lnTo>
                    <a:lnTo>
                      <a:pt x="94208" y="90357"/>
                    </a:lnTo>
                    <a:lnTo>
                      <a:pt x="93889" y="89872"/>
                    </a:lnTo>
                    <a:lnTo>
                      <a:pt x="93556" y="89402"/>
                    </a:lnTo>
                    <a:lnTo>
                      <a:pt x="93222" y="88963"/>
                    </a:lnTo>
                    <a:lnTo>
                      <a:pt x="92874" y="88538"/>
                    </a:lnTo>
                    <a:lnTo>
                      <a:pt x="92525" y="88129"/>
                    </a:lnTo>
                    <a:lnTo>
                      <a:pt x="92176" y="87750"/>
                    </a:lnTo>
                    <a:lnTo>
                      <a:pt x="91812" y="87401"/>
                    </a:lnTo>
                    <a:lnTo>
                      <a:pt x="91449" y="87052"/>
                    </a:lnTo>
                    <a:lnTo>
                      <a:pt x="91069" y="86734"/>
                    </a:lnTo>
                    <a:lnTo>
                      <a:pt x="90690" y="86431"/>
                    </a:lnTo>
                    <a:lnTo>
                      <a:pt x="90296" y="86158"/>
                    </a:lnTo>
                    <a:lnTo>
                      <a:pt x="89902" y="85885"/>
                    </a:lnTo>
                    <a:lnTo>
                      <a:pt x="89508" y="85642"/>
                    </a:lnTo>
                    <a:lnTo>
                      <a:pt x="89099" y="85415"/>
                    </a:lnTo>
                    <a:lnTo>
                      <a:pt x="88689" y="85203"/>
                    </a:lnTo>
                    <a:lnTo>
                      <a:pt x="88280" y="85021"/>
                    </a:lnTo>
                    <a:lnTo>
                      <a:pt x="87855" y="84839"/>
                    </a:lnTo>
                    <a:lnTo>
                      <a:pt x="87431" y="84672"/>
                    </a:lnTo>
                    <a:lnTo>
                      <a:pt x="87006" y="84536"/>
                    </a:lnTo>
                    <a:lnTo>
                      <a:pt x="86582" y="84399"/>
                    </a:lnTo>
                    <a:lnTo>
                      <a:pt x="86142" y="84293"/>
                    </a:lnTo>
                    <a:lnTo>
                      <a:pt x="85703" y="84187"/>
                    </a:lnTo>
                    <a:lnTo>
                      <a:pt x="85263" y="84096"/>
                    </a:lnTo>
                    <a:lnTo>
                      <a:pt x="84808" y="84020"/>
                    </a:lnTo>
                    <a:lnTo>
                      <a:pt x="84353" y="83960"/>
                    </a:lnTo>
                    <a:lnTo>
                      <a:pt x="83899" y="83914"/>
                    </a:lnTo>
                    <a:lnTo>
                      <a:pt x="83444" y="83884"/>
                    </a:lnTo>
                    <a:lnTo>
                      <a:pt x="82989" y="83869"/>
                    </a:lnTo>
                    <a:lnTo>
                      <a:pt x="82519" y="83853"/>
                    </a:lnTo>
                    <a:lnTo>
                      <a:pt x="82049" y="83853"/>
                    </a:lnTo>
                    <a:lnTo>
                      <a:pt x="81594" y="83869"/>
                    </a:lnTo>
                    <a:lnTo>
                      <a:pt x="81109" y="83884"/>
                    </a:lnTo>
                    <a:lnTo>
                      <a:pt x="80639" y="83929"/>
                    </a:lnTo>
                    <a:lnTo>
                      <a:pt x="80169" y="83960"/>
                    </a:lnTo>
                    <a:lnTo>
                      <a:pt x="79214" y="84081"/>
                    </a:lnTo>
                    <a:lnTo>
                      <a:pt x="78259" y="84232"/>
                    </a:lnTo>
                    <a:lnTo>
                      <a:pt x="77289" y="84399"/>
                    </a:lnTo>
                    <a:lnTo>
                      <a:pt x="76333" y="84611"/>
                    </a:lnTo>
                    <a:lnTo>
                      <a:pt x="75363" y="84839"/>
                    </a:lnTo>
                    <a:lnTo>
                      <a:pt x="74393" y="85097"/>
                    </a:lnTo>
                    <a:lnTo>
                      <a:pt x="73423" y="85370"/>
                    </a:lnTo>
                    <a:lnTo>
                      <a:pt x="72467" y="85658"/>
                    </a:lnTo>
                    <a:lnTo>
                      <a:pt x="71512" y="85961"/>
                    </a:lnTo>
                    <a:lnTo>
                      <a:pt x="70557" y="86279"/>
                    </a:lnTo>
                    <a:lnTo>
                      <a:pt x="68677" y="86916"/>
                    </a:lnTo>
                    <a:lnTo>
                      <a:pt x="68677" y="86916"/>
                    </a:lnTo>
                    <a:lnTo>
                      <a:pt x="65509" y="88007"/>
                    </a:lnTo>
                    <a:lnTo>
                      <a:pt x="63993" y="88508"/>
                    </a:lnTo>
                    <a:lnTo>
                      <a:pt x="63250" y="88750"/>
                    </a:lnTo>
                    <a:lnTo>
                      <a:pt x="62522" y="88963"/>
                    </a:lnTo>
                    <a:lnTo>
                      <a:pt x="61810" y="89175"/>
                    </a:lnTo>
                    <a:lnTo>
                      <a:pt x="61112" y="89357"/>
                    </a:lnTo>
                    <a:lnTo>
                      <a:pt x="60430" y="89524"/>
                    </a:lnTo>
                    <a:lnTo>
                      <a:pt x="59778" y="89660"/>
                    </a:lnTo>
                    <a:lnTo>
                      <a:pt x="59126" y="89781"/>
                    </a:lnTo>
                    <a:lnTo>
                      <a:pt x="58505" y="89872"/>
                    </a:lnTo>
                    <a:lnTo>
                      <a:pt x="57898" y="89933"/>
                    </a:lnTo>
                    <a:lnTo>
                      <a:pt x="57322" y="89963"/>
                    </a:lnTo>
                    <a:lnTo>
                      <a:pt x="56761" y="89963"/>
                    </a:lnTo>
                    <a:lnTo>
                      <a:pt x="56488" y="89948"/>
                    </a:lnTo>
                    <a:lnTo>
                      <a:pt x="56215" y="89933"/>
                    </a:lnTo>
                    <a:lnTo>
                      <a:pt x="55958" y="89903"/>
                    </a:lnTo>
                    <a:lnTo>
                      <a:pt x="55700" y="89857"/>
                    </a:lnTo>
                    <a:lnTo>
                      <a:pt x="55457" y="89812"/>
                    </a:lnTo>
                    <a:lnTo>
                      <a:pt x="55215" y="89751"/>
                    </a:lnTo>
                    <a:lnTo>
                      <a:pt x="54987" y="89675"/>
                    </a:lnTo>
                    <a:lnTo>
                      <a:pt x="54760" y="89599"/>
                    </a:lnTo>
                    <a:lnTo>
                      <a:pt x="54533" y="89493"/>
                    </a:lnTo>
                    <a:lnTo>
                      <a:pt x="54320" y="89402"/>
                    </a:lnTo>
                    <a:lnTo>
                      <a:pt x="54108" y="89281"/>
                    </a:lnTo>
                    <a:lnTo>
                      <a:pt x="53911" y="89160"/>
                    </a:lnTo>
                    <a:lnTo>
                      <a:pt x="53714" y="89008"/>
                    </a:lnTo>
                    <a:lnTo>
                      <a:pt x="53532" y="88872"/>
                    </a:lnTo>
                    <a:lnTo>
                      <a:pt x="53350" y="88705"/>
                    </a:lnTo>
                    <a:lnTo>
                      <a:pt x="53183" y="88523"/>
                    </a:lnTo>
                    <a:lnTo>
                      <a:pt x="53016" y="88341"/>
                    </a:lnTo>
                    <a:lnTo>
                      <a:pt x="52865" y="88129"/>
                    </a:lnTo>
                    <a:lnTo>
                      <a:pt x="52713" y="87917"/>
                    </a:lnTo>
                    <a:lnTo>
                      <a:pt x="52577" y="87689"/>
                    </a:lnTo>
                    <a:lnTo>
                      <a:pt x="52440" y="87447"/>
                    </a:lnTo>
                    <a:lnTo>
                      <a:pt x="52319" y="87189"/>
                    </a:lnTo>
                    <a:lnTo>
                      <a:pt x="52213" y="86916"/>
                    </a:lnTo>
                    <a:lnTo>
                      <a:pt x="52107" y="86628"/>
                    </a:lnTo>
                    <a:lnTo>
                      <a:pt x="52001" y="86340"/>
                    </a:lnTo>
                    <a:lnTo>
                      <a:pt x="51910" y="86021"/>
                    </a:lnTo>
                    <a:lnTo>
                      <a:pt x="51834" y="85688"/>
                    </a:lnTo>
                    <a:lnTo>
                      <a:pt x="51758" y="85339"/>
                    </a:lnTo>
                    <a:lnTo>
                      <a:pt x="51698" y="84975"/>
                    </a:lnTo>
                    <a:lnTo>
                      <a:pt x="51637" y="8459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7"/>
              <p:cNvSpPr/>
              <p:nvPr/>
            </p:nvSpPr>
            <p:spPr>
              <a:xfrm>
                <a:off x="5740771" y="1955861"/>
                <a:ext cx="1356496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40282" h="93769" extrusionOk="0">
                    <a:moveTo>
                      <a:pt x="21680" y="42313"/>
                    </a:moveTo>
                    <a:lnTo>
                      <a:pt x="21801" y="42329"/>
                    </a:lnTo>
                    <a:lnTo>
                      <a:pt x="21922" y="42374"/>
                    </a:lnTo>
                    <a:lnTo>
                      <a:pt x="22029" y="42450"/>
                    </a:lnTo>
                    <a:lnTo>
                      <a:pt x="22120" y="42541"/>
                    </a:lnTo>
                    <a:lnTo>
                      <a:pt x="22195" y="42647"/>
                    </a:lnTo>
                    <a:lnTo>
                      <a:pt x="22256" y="42768"/>
                    </a:lnTo>
                    <a:lnTo>
                      <a:pt x="22286" y="42920"/>
                    </a:lnTo>
                    <a:lnTo>
                      <a:pt x="22301" y="43071"/>
                    </a:lnTo>
                    <a:lnTo>
                      <a:pt x="22286" y="43223"/>
                    </a:lnTo>
                    <a:lnTo>
                      <a:pt x="22256" y="43359"/>
                    </a:lnTo>
                    <a:lnTo>
                      <a:pt x="22195" y="43481"/>
                    </a:lnTo>
                    <a:lnTo>
                      <a:pt x="22120" y="43587"/>
                    </a:lnTo>
                    <a:lnTo>
                      <a:pt x="22029" y="43678"/>
                    </a:lnTo>
                    <a:lnTo>
                      <a:pt x="21922" y="43754"/>
                    </a:lnTo>
                    <a:lnTo>
                      <a:pt x="21801" y="43799"/>
                    </a:lnTo>
                    <a:lnTo>
                      <a:pt x="21680" y="43814"/>
                    </a:lnTo>
                    <a:lnTo>
                      <a:pt x="21559" y="43799"/>
                    </a:lnTo>
                    <a:lnTo>
                      <a:pt x="21437" y="43754"/>
                    </a:lnTo>
                    <a:lnTo>
                      <a:pt x="21331" y="43678"/>
                    </a:lnTo>
                    <a:lnTo>
                      <a:pt x="21240" y="43587"/>
                    </a:lnTo>
                    <a:lnTo>
                      <a:pt x="21164" y="43481"/>
                    </a:lnTo>
                    <a:lnTo>
                      <a:pt x="21104" y="43359"/>
                    </a:lnTo>
                    <a:lnTo>
                      <a:pt x="21073" y="43223"/>
                    </a:lnTo>
                    <a:lnTo>
                      <a:pt x="21058" y="43071"/>
                    </a:lnTo>
                    <a:lnTo>
                      <a:pt x="21073" y="42920"/>
                    </a:lnTo>
                    <a:lnTo>
                      <a:pt x="21104" y="42768"/>
                    </a:lnTo>
                    <a:lnTo>
                      <a:pt x="21164" y="42647"/>
                    </a:lnTo>
                    <a:lnTo>
                      <a:pt x="21240" y="42541"/>
                    </a:lnTo>
                    <a:lnTo>
                      <a:pt x="21331" y="42450"/>
                    </a:lnTo>
                    <a:lnTo>
                      <a:pt x="21437" y="42374"/>
                    </a:lnTo>
                    <a:lnTo>
                      <a:pt x="21559" y="42329"/>
                    </a:lnTo>
                    <a:lnTo>
                      <a:pt x="21680" y="42313"/>
                    </a:lnTo>
                    <a:close/>
                    <a:moveTo>
                      <a:pt x="21058" y="66419"/>
                    </a:moveTo>
                    <a:lnTo>
                      <a:pt x="21195" y="66434"/>
                    </a:lnTo>
                    <a:lnTo>
                      <a:pt x="21301" y="66479"/>
                    </a:lnTo>
                    <a:lnTo>
                      <a:pt x="21407" y="66555"/>
                    </a:lnTo>
                    <a:lnTo>
                      <a:pt x="21498" y="66646"/>
                    </a:lnTo>
                    <a:lnTo>
                      <a:pt x="21574" y="66752"/>
                    </a:lnTo>
                    <a:lnTo>
                      <a:pt x="21634" y="66889"/>
                    </a:lnTo>
                    <a:lnTo>
                      <a:pt x="21665" y="67025"/>
                    </a:lnTo>
                    <a:lnTo>
                      <a:pt x="21680" y="67177"/>
                    </a:lnTo>
                    <a:lnTo>
                      <a:pt x="21665" y="67328"/>
                    </a:lnTo>
                    <a:lnTo>
                      <a:pt x="21634" y="67465"/>
                    </a:lnTo>
                    <a:lnTo>
                      <a:pt x="21574" y="67586"/>
                    </a:lnTo>
                    <a:lnTo>
                      <a:pt x="21498" y="67707"/>
                    </a:lnTo>
                    <a:lnTo>
                      <a:pt x="21407" y="67798"/>
                    </a:lnTo>
                    <a:lnTo>
                      <a:pt x="21301" y="67859"/>
                    </a:lnTo>
                    <a:lnTo>
                      <a:pt x="21195" y="67904"/>
                    </a:lnTo>
                    <a:lnTo>
                      <a:pt x="21058" y="67920"/>
                    </a:lnTo>
                    <a:lnTo>
                      <a:pt x="20937" y="67904"/>
                    </a:lnTo>
                    <a:lnTo>
                      <a:pt x="20816" y="67859"/>
                    </a:lnTo>
                    <a:lnTo>
                      <a:pt x="20710" y="67798"/>
                    </a:lnTo>
                    <a:lnTo>
                      <a:pt x="20619" y="67707"/>
                    </a:lnTo>
                    <a:lnTo>
                      <a:pt x="20543" y="67586"/>
                    </a:lnTo>
                    <a:lnTo>
                      <a:pt x="20497" y="67465"/>
                    </a:lnTo>
                    <a:lnTo>
                      <a:pt x="20452" y="67328"/>
                    </a:lnTo>
                    <a:lnTo>
                      <a:pt x="20437" y="67177"/>
                    </a:lnTo>
                    <a:lnTo>
                      <a:pt x="20452" y="67025"/>
                    </a:lnTo>
                    <a:lnTo>
                      <a:pt x="20497" y="66889"/>
                    </a:lnTo>
                    <a:lnTo>
                      <a:pt x="20543" y="66752"/>
                    </a:lnTo>
                    <a:lnTo>
                      <a:pt x="20619" y="66646"/>
                    </a:lnTo>
                    <a:lnTo>
                      <a:pt x="20710" y="66555"/>
                    </a:lnTo>
                    <a:lnTo>
                      <a:pt x="20816" y="66479"/>
                    </a:lnTo>
                    <a:lnTo>
                      <a:pt x="20937" y="66434"/>
                    </a:lnTo>
                    <a:lnTo>
                      <a:pt x="21058" y="66419"/>
                    </a:lnTo>
                    <a:close/>
                    <a:moveTo>
                      <a:pt x="21680" y="77804"/>
                    </a:moveTo>
                    <a:lnTo>
                      <a:pt x="21801" y="77820"/>
                    </a:lnTo>
                    <a:lnTo>
                      <a:pt x="21922" y="77865"/>
                    </a:lnTo>
                    <a:lnTo>
                      <a:pt x="22029" y="77926"/>
                    </a:lnTo>
                    <a:lnTo>
                      <a:pt x="22120" y="78017"/>
                    </a:lnTo>
                    <a:lnTo>
                      <a:pt x="22195" y="78138"/>
                    </a:lnTo>
                    <a:lnTo>
                      <a:pt x="22256" y="78259"/>
                    </a:lnTo>
                    <a:lnTo>
                      <a:pt x="22286" y="78396"/>
                    </a:lnTo>
                    <a:lnTo>
                      <a:pt x="22301" y="78547"/>
                    </a:lnTo>
                    <a:lnTo>
                      <a:pt x="22286" y="78699"/>
                    </a:lnTo>
                    <a:lnTo>
                      <a:pt x="22256" y="78835"/>
                    </a:lnTo>
                    <a:lnTo>
                      <a:pt x="22195" y="78972"/>
                    </a:lnTo>
                    <a:lnTo>
                      <a:pt x="22120" y="79078"/>
                    </a:lnTo>
                    <a:lnTo>
                      <a:pt x="22029" y="79169"/>
                    </a:lnTo>
                    <a:lnTo>
                      <a:pt x="21922" y="79245"/>
                    </a:lnTo>
                    <a:lnTo>
                      <a:pt x="21801" y="79275"/>
                    </a:lnTo>
                    <a:lnTo>
                      <a:pt x="21680" y="79290"/>
                    </a:lnTo>
                    <a:lnTo>
                      <a:pt x="21559" y="79275"/>
                    </a:lnTo>
                    <a:lnTo>
                      <a:pt x="21437" y="79245"/>
                    </a:lnTo>
                    <a:lnTo>
                      <a:pt x="21331" y="79169"/>
                    </a:lnTo>
                    <a:lnTo>
                      <a:pt x="21240" y="79078"/>
                    </a:lnTo>
                    <a:lnTo>
                      <a:pt x="21164" y="78972"/>
                    </a:lnTo>
                    <a:lnTo>
                      <a:pt x="21104" y="78835"/>
                    </a:lnTo>
                    <a:lnTo>
                      <a:pt x="21073" y="78699"/>
                    </a:lnTo>
                    <a:lnTo>
                      <a:pt x="21058" y="78547"/>
                    </a:lnTo>
                    <a:lnTo>
                      <a:pt x="21073" y="78396"/>
                    </a:lnTo>
                    <a:lnTo>
                      <a:pt x="21104" y="78259"/>
                    </a:lnTo>
                    <a:lnTo>
                      <a:pt x="21164" y="78138"/>
                    </a:lnTo>
                    <a:lnTo>
                      <a:pt x="21240" y="78017"/>
                    </a:lnTo>
                    <a:lnTo>
                      <a:pt x="21331" y="77926"/>
                    </a:lnTo>
                    <a:lnTo>
                      <a:pt x="21437" y="77865"/>
                    </a:lnTo>
                    <a:lnTo>
                      <a:pt x="21559" y="77820"/>
                    </a:lnTo>
                    <a:lnTo>
                      <a:pt x="21680" y="77804"/>
                    </a:lnTo>
                    <a:close/>
                    <a:moveTo>
                      <a:pt x="22665" y="82398"/>
                    </a:moveTo>
                    <a:lnTo>
                      <a:pt x="22787" y="82413"/>
                    </a:lnTo>
                    <a:lnTo>
                      <a:pt x="22908" y="82459"/>
                    </a:lnTo>
                    <a:lnTo>
                      <a:pt x="23014" y="82534"/>
                    </a:lnTo>
                    <a:lnTo>
                      <a:pt x="23105" y="82625"/>
                    </a:lnTo>
                    <a:lnTo>
                      <a:pt x="23181" y="82732"/>
                    </a:lnTo>
                    <a:lnTo>
                      <a:pt x="23241" y="82853"/>
                    </a:lnTo>
                    <a:lnTo>
                      <a:pt x="23272" y="82989"/>
                    </a:lnTo>
                    <a:lnTo>
                      <a:pt x="23287" y="83141"/>
                    </a:lnTo>
                    <a:lnTo>
                      <a:pt x="23272" y="83293"/>
                    </a:lnTo>
                    <a:lnTo>
                      <a:pt x="23241" y="83444"/>
                    </a:lnTo>
                    <a:lnTo>
                      <a:pt x="23181" y="83565"/>
                    </a:lnTo>
                    <a:lnTo>
                      <a:pt x="23105" y="83672"/>
                    </a:lnTo>
                    <a:lnTo>
                      <a:pt x="23014" y="83762"/>
                    </a:lnTo>
                    <a:lnTo>
                      <a:pt x="22908" y="83838"/>
                    </a:lnTo>
                    <a:lnTo>
                      <a:pt x="22787" y="83884"/>
                    </a:lnTo>
                    <a:lnTo>
                      <a:pt x="22665" y="83899"/>
                    </a:lnTo>
                    <a:lnTo>
                      <a:pt x="22544" y="83884"/>
                    </a:lnTo>
                    <a:lnTo>
                      <a:pt x="22423" y="83838"/>
                    </a:lnTo>
                    <a:lnTo>
                      <a:pt x="22317" y="83762"/>
                    </a:lnTo>
                    <a:lnTo>
                      <a:pt x="22226" y="83672"/>
                    </a:lnTo>
                    <a:lnTo>
                      <a:pt x="22150" y="83565"/>
                    </a:lnTo>
                    <a:lnTo>
                      <a:pt x="22089" y="83444"/>
                    </a:lnTo>
                    <a:lnTo>
                      <a:pt x="22059" y="83293"/>
                    </a:lnTo>
                    <a:lnTo>
                      <a:pt x="22044" y="83141"/>
                    </a:lnTo>
                    <a:lnTo>
                      <a:pt x="22059" y="82989"/>
                    </a:lnTo>
                    <a:lnTo>
                      <a:pt x="22089" y="82853"/>
                    </a:lnTo>
                    <a:lnTo>
                      <a:pt x="22150" y="82732"/>
                    </a:lnTo>
                    <a:lnTo>
                      <a:pt x="22226" y="82625"/>
                    </a:lnTo>
                    <a:lnTo>
                      <a:pt x="22317" y="82534"/>
                    </a:lnTo>
                    <a:lnTo>
                      <a:pt x="22423" y="82459"/>
                    </a:lnTo>
                    <a:lnTo>
                      <a:pt x="22544" y="82413"/>
                    </a:lnTo>
                    <a:lnTo>
                      <a:pt x="22665" y="82398"/>
                    </a:lnTo>
                    <a:close/>
                    <a:moveTo>
                      <a:pt x="21422" y="88493"/>
                    </a:moveTo>
                    <a:lnTo>
                      <a:pt x="21543" y="88508"/>
                    </a:lnTo>
                    <a:lnTo>
                      <a:pt x="21665" y="88553"/>
                    </a:lnTo>
                    <a:lnTo>
                      <a:pt x="21771" y="88614"/>
                    </a:lnTo>
                    <a:lnTo>
                      <a:pt x="21862" y="88705"/>
                    </a:lnTo>
                    <a:lnTo>
                      <a:pt x="21938" y="88826"/>
                    </a:lnTo>
                    <a:lnTo>
                      <a:pt x="21998" y="88947"/>
                    </a:lnTo>
                    <a:lnTo>
                      <a:pt x="22029" y="89084"/>
                    </a:lnTo>
                    <a:lnTo>
                      <a:pt x="22044" y="89235"/>
                    </a:lnTo>
                    <a:lnTo>
                      <a:pt x="22029" y="89387"/>
                    </a:lnTo>
                    <a:lnTo>
                      <a:pt x="21998" y="89539"/>
                    </a:lnTo>
                    <a:lnTo>
                      <a:pt x="21938" y="89660"/>
                    </a:lnTo>
                    <a:lnTo>
                      <a:pt x="21862" y="89766"/>
                    </a:lnTo>
                    <a:lnTo>
                      <a:pt x="21771" y="89857"/>
                    </a:lnTo>
                    <a:lnTo>
                      <a:pt x="21665" y="89933"/>
                    </a:lnTo>
                    <a:lnTo>
                      <a:pt x="21543" y="89978"/>
                    </a:lnTo>
                    <a:lnTo>
                      <a:pt x="21422" y="89994"/>
                    </a:lnTo>
                    <a:lnTo>
                      <a:pt x="21301" y="89978"/>
                    </a:lnTo>
                    <a:lnTo>
                      <a:pt x="21180" y="89933"/>
                    </a:lnTo>
                    <a:lnTo>
                      <a:pt x="21073" y="89857"/>
                    </a:lnTo>
                    <a:lnTo>
                      <a:pt x="20983" y="89766"/>
                    </a:lnTo>
                    <a:lnTo>
                      <a:pt x="20907" y="89660"/>
                    </a:lnTo>
                    <a:lnTo>
                      <a:pt x="20846" y="89539"/>
                    </a:lnTo>
                    <a:lnTo>
                      <a:pt x="20816" y="89387"/>
                    </a:lnTo>
                    <a:lnTo>
                      <a:pt x="20801" y="89235"/>
                    </a:lnTo>
                    <a:lnTo>
                      <a:pt x="20816" y="89084"/>
                    </a:lnTo>
                    <a:lnTo>
                      <a:pt x="20846" y="88947"/>
                    </a:lnTo>
                    <a:lnTo>
                      <a:pt x="20907" y="88826"/>
                    </a:lnTo>
                    <a:lnTo>
                      <a:pt x="20983" y="88705"/>
                    </a:lnTo>
                    <a:lnTo>
                      <a:pt x="21073" y="88614"/>
                    </a:lnTo>
                    <a:lnTo>
                      <a:pt x="21180" y="88553"/>
                    </a:lnTo>
                    <a:lnTo>
                      <a:pt x="21301" y="88508"/>
                    </a:lnTo>
                    <a:lnTo>
                      <a:pt x="21422" y="88493"/>
                    </a:lnTo>
                    <a:close/>
                    <a:moveTo>
                      <a:pt x="22665" y="90630"/>
                    </a:moveTo>
                    <a:lnTo>
                      <a:pt x="22771" y="90645"/>
                    </a:lnTo>
                    <a:lnTo>
                      <a:pt x="22893" y="90661"/>
                    </a:lnTo>
                    <a:lnTo>
                      <a:pt x="22999" y="90691"/>
                    </a:lnTo>
                    <a:lnTo>
                      <a:pt x="23105" y="90736"/>
                    </a:lnTo>
                    <a:lnTo>
                      <a:pt x="23196" y="90797"/>
                    </a:lnTo>
                    <a:lnTo>
                      <a:pt x="23287" y="90873"/>
                    </a:lnTo>
                    <a:lnTo>
                      <a:pt x="23378" y="90949"/>
                    </a:lnTo>
                    <a:lnTo>
                      <a:pt x="23454" y="91024"/>
                    </a:lnTo>
                    <a:lnTo>
                      <a:pt x="23530" y="91131"/>
                    </a:lnTo>
                    <a:lnTo>
                      <a:pt x="23590" y="91237"/>
                    </a:lnTo>
                    <a:lnTo>
                      <a:pt x="23651" y="91343"/>
                    </a:lnTo>
                    <a:lnTo>
                      <a:pt x="23696" y="91464"/>
                    </a:lnTo>
                    <a:lnTo>
                      <a:pt x="23727" y="91585"/>
                    </a:lnTo>
                    <a:lnTo>
                      <a:pt x="23757" y="91707"/>
                    </a:lnTo>
                    <a:lnTo>
                      <a:pt x="23772" y="91843"/>
                    </a:lnTo>
                    <a:lnTo>
                      <a:pt x="23787" y="91980"/>
                    </a:lnTo>
                    <a:lnTo>
                      <a:pt x="23772" y="92116"/>
                    </a:lnTo>
                    <a:lnTo>
                      <a:pt x="23757" y="92252"/>
                    </a:lnTo>
                    <a:lnTo>
                      <a:pt x="23727" y="92389"/>
                    </a:lnTo>
                    <a:lnTo>
                      <a:pt x="23696" y="92510"/>
                    </a:lnTo>
                    <a:lnTo>
                      <a:pt x="23651" y="92631"/>
                    </a:lnTo>
                    <a:lnTo>
                      <a:pt x="23590" y="92738"/>
                    </a:lnTo>
                    <a:lnTo>
                      <a:pt x="23530" y="92844"/>
                    </a:lnTo>
                    <a:lnTo>
                      <a:pt x="23454" y="92935"/>
                    </a:lnTo>
                    <a:lnTo>
                      <a:pt x="23378" y="93026"/>
                    </a:lnTo>
                    <a:lnTo>
                      <a:pt x="23287" y="93101"/>
                    </a:lnTo>
                    <a:lnTo>
                      <a:pt x="23196" y="93162"/>
                    </a:lnTo>
                    <a:lnTo>
                      <a:pt x="23105" y="93223"/>
                    </a:lnTo>
                    <a:lnTo>
                      <a:pt x="22999" y="93268"/>
                    </a:lnTo>
                    <a:lnTo>
                      <a:pt x="22893" y="93299"/>
                    </a:lnTo>
                    <a:lnTo>
                      <a:pt x="22771" y="93329"/>
                    </a:lnTo>
                    <a:lnTo>
                      <a:pt x="22544" y="93329"/>
                    </a:lnTo>
                    <a:lnTo>
                      <a:pt x="22438" y="93299"/>
                    </a:lnTo>
                    <a:lnTo>
                      <a:pt x="22332" y="93268"/>
                    </a:lnTo>
                    <a:lnTo>
                      <a:pt x="22226" y="93223"/>
                    </a:lnTo>
                    <a:lnTo>
                      <a:pt x="22135" y="93162"/>
                    </a:lnTo>
                    <a:lnTo>
                      <a:pt x="22044" y="93101"/>
                    </a:lnTo>
                    <a:lnTo>
                      <a:pt x="21953" y="93026"/>
                    </a:lnTo>
                    <a:lnTo>
                      <a:pt x="21877" y="92935"/>
                    </a:lnTo>
                    <a:lnTo>
                      <a:pt x="21801" y="92844"/>
                    </a:lnTo>
                    <a:lnTo>
                      <a:pt x="21741" y="92738"/>
                    </a:lnTo>
                    <a:lnTo>
                      <a:pt x="21680" y="92631"/>
                    </a:lnTo>
                    <a:lnTo>
                      <a:pt x="21634" y="92510"/>
                    </a:lnTo>
                    <a:lnTo>
                      <a:pt x="21589" y="92389"/>
                    </a:lnTo>
                    <a:lnTo>
                      <a:pt x="21574" y="92252"/>
                    </a:lnTo>
                    <a:lnTo>
                      <a:pt x="21543" y="92116"/>
                    </a:lnTo>
                    <a:lnTo>
                      <a:pt x="21543" y="91980"/>
                    </a:lnTo>
                    <a:lnTo>
                      <a:pt x="21543" y="91843"/>
                    </a:lnTo>
                    <a:lnTo>
                      <a:pt x="21574" y="91707"/>
                    </a:lnTo>
                    <a:lnTo>
                      <a:pt x="21589" y="91585"/>
                    </a:lnTo>
                    <a:lnTo>
                      <a:pt x="21634" y="91464"/>
                    </a:lnTo>
                    <a:lnTo>
                      <a:pt x="21680" y="91343"/>
                    </a:lnTo>
                    <a:lnTo>
                      <a:pt x="21741" y="91237"/>
                    </a:lnTo>
                    <a:lnTo>
                      <a:pt x="21801" y="91131"/>
                    </a:lnTo>
                    <a:lnTo>
                      <a:pt x="21877" y="91024"/>
                    </a:lnTo>
                    <a:lnTo>
                      <a:pt x="21953" y="90949"/>
                    </a:lnTo>
                    <a:lnTo>
                      <a:pt x="22044" y="90873"/>
                    </a:lnTo>
                    <a:lnTo>
                      <a:pt x="22135" y="90797"/>
                    </a:lnTo>
                    <a:lnTo>
                      <a:pt x="22226" y="90736"/>
                    </a:lnTo>
                    <a:lnTo>
                      <a:pt x="22332" y="90691"/>
                    </a:lnTo>
                    <a:lnTo>
                      <a:pt x="22438" y="90661"/>
                    </a:lnTo>
                    <a:lnTo>
                      <a:pt x="22544" y="90645"/>
                    </a:lnTo>
                    <a:lnTo>
                      <a:pt x="22665" y="90630"/>
                    </a:lnTo>
                    <a:close/>
                    <a:moveTo>
                      <a:pt x="5943" y="93086"/>
                    </a:moveTo>
                    <a:lnTo>
                      <a:pt x="5064" y="93117"/>
                    </a:lnTo>
                    <a:lnTo>
                      <a:pt x="4200" y="93177"/>
                    </a:lnTo>
                    <a:lnTo>
                      <a:pt x="3336" y="93253"/>
                    </a:lnTo>
                    <a:lnTo>
                      <a:pt x="2487" y="93344"/>
                    </a:lnTo>
                    <a:lnTo>
                      <a:pt x="1653" y="93465"/>
                    </a:lnTo>
                    <a:lnTo>
                      <a:pt x="819" y="93602"/>
                    </a:lnTo>
                    <a:lnTo>
                      <a:pt x="0" y="93769"/>
                    </a:lnTo>
                    <a:lnTo>
                      <a:pt x="13721" y="93769"/>
                    </a:lnTo>
                    <a:lnTo>
                      <a:pt x="12887" y="93602"/>
                    </a:lnTo>
                    <a:lnTo>
                      <a:pt x="12038" y="93465"/>
                    </a:lnTo>
                    <a:lnTo>
                      <a:pt x="11174" y="93344"/>
                    </a:lnTo>
                    <a:lnTo>
                      <a:pt x="10309" y="93253"/>
                    </a:lnTo>
                    <a:lnTo>
                      <a:pt x="9445" y="93177"/>
                    </a:lnTo>
                    <a:lnTo>
                      <a:pt x="8566" y="93132"/>
                    </a:lnTo>
                    <a:lnTo>
                      <a:pt x="7687" y="93086"/>
                    </a:lnTo>
                    <a:close/>
                    <a:moveTo>
                      <a:pt x="19648" y="0"/>
                    </a:moveTo>
                    <a:lnTo>
                      <a:pt x="19694" y="3047"/>
                    </a:lnTo>
                    <a:lnTo>
                      <a:pt x="19800" y="11234"/>
                    </a:lnTo>
                    <a:lnTo>
                      <a:pt x="19861" y="16783"/>
                    </a:lnTo>
                    <a:lnTo>
                      <a:pt x="19921" y="23075"/>
                    </a:lnTo>
                    <a:lnTo>
                      <a:pt x="19982" y="29912"/>
                    </a:lnTo>
                    <a:lnTo>
                      <a:pt x="20027" y="37098"/>
                    </a:lnTo>
                    <a:lnTo>
                      <a:pt x="20134" y="37128"/>
                    </a:lnTo>
                    <a:lnTo>
                      <a:pt x="20240" y="37189"/>
                    </a:lnTo>
                    <a:lnTo>
                      <a:pt x="20331" y="37265"/>
                    </a:lnTo>
                    <a:lnTo>
                      <a:pt x="20406" y="37356"/>
                    </a:lnTo>
                    <a:lnTo>
                      <a:pt x="20467" y="37462"/>
                    </a:lnTo>
                    <a:lnTo>
                      <a:pt x="20528" y="37583"/>
                    </a:lnTo>
                    <a:lnTo>
                      <a:pt x="20558" y="37705"/>
                    </a:lnTo>
                    <a:lnTo>
                      <a:pt x="20558" y="37841"/>
                    </a:lnTo>
                    <a:lnTo>
                      <a:pt x="20558" y="37993"/>
                    </a:lnTo>
                    <a:lnTo>
                      <a:pt x="20528" y="38114"/>
                    </a:lnTo>
                    <a:lnTo>
                      <a:pt x="20467" y="38235"/>
                    </a:lnTo>
                    <a:lnTo>
                      <a:pt x="20406" y="38341"/>
                    </a:lnTo>
                    <a:lnTo>
                      <a:pt x="20331" y="38432"/>
                    </a:lnTo>
                    <a:lnTo>
                      <a:pt x="20240" y="38508"/>
                    </a:lnTo>
                    <a:lnTo>
                      <a:pt x="20134" y="38554"/>
                    </a:lnTo>
                    <a:lnTo>
                      <a:pt x="20027" y="38584"/>
                    </a:lnTo>
                    <a:lnTo>
                      <a:pt x="20043" y="45103"/>
                    </a:lnTo>
                    <a:lnTo>
                      <a:pt x="20058" y="51607"/>
                    </a:lnTo>
                    <a:lnTo>
                      <a:pt x="20179" y="51546"/>
                    </a:lnTo>
                    <a:lnTo>
                      <a:pt x="20300" y="51501"/>
                    </a:lnTo>
                    <a:lnTo>
                      <a:pt x="20422" y="51470"/>
                    </a:lnTo>
                    <a:lnTo>
                      <a:pt x="20558" y="51455"/>
                    </a:lnTo>
                    <a:lnTo>
                      <a:pt x="20679" y="51470"/>
                    </a:lnTo>
                    <a:lnTo>
                      <a:pt x="20785" y="51486"/>
                    </a:lnTo>
                    <a:lnTo>
                      <a:pt x="20892" y="51516"/>
                    </a:lnTo>
                    <a:lnTo>
                      <a:pt x="20998" y="51561"/>
                    </a:lnTo>
                    <a:lnTo>
                      <a:pt x="21104" y="51622"/>
                    </a:lnTo>
                    <a:lnTo>
                      <a:pt x="21195" y="51683"/>
                    </a:lnTo>
                    <a:lnTo>
                      <a:pt x="21271" y="51758"/>
                    </a:lnTo>
                    <a:lnTo>
                      <a:pt x="21362" y="51849"/>
                    </a:lnTo>
                    <a:lnTo>
                      <a:pt x="21422" y="51940"/>
                    </a:lnTo>
                    <a:lnTo>
                      <a:pt x="21498" y="52046"/>
                    </a:lnTo>
                    <a:lnTo>
                      <a:pt x="21543" y="52168"/>
                    </a:lnTo>
                    <a:lnTo>
                      <a:pt x="21589" y="52274"/>
                    </a:lnTo>
                    <a:lnTo>
                      <a:pt x="21634" y="52410"/>
                    </a:lnTo>
                    <a:lnTo>
                      <a:pt x="21665" y="52532"/>
                    </a:lnTo>
                    <a:lnTo>
                      <a:pt x="21680" y="52668"/>
                    </a:lnTo>
                    <a:lnTo>
                      <a:pt x="21680" y="52805"/>
                    </a:lnTo>
                    <a:lnTo>
                      <a:pt x="21680" y="52941"/>
                    </a:lnTo>
                    <a:lnTo>
                      <a:pt x="21665" y="53077"/>
                    </a:lnTo>
                    <a:lnTo>
                      <a:pt x="21634" y="53199"/>
                    </a:lnTo>
                    <a:lnTo>
                      <a:pt x="21589" y="53335"/>
                    </a:lnTo>
                    <a:lnTo>
                      <a:pt x="21543" y="53441"/>
                    </a:lnTo>
                    <a:lnTo>
                      <a:pt x="21498" y="53563"/>
                    </a:lnTo>
                    <a:lnTo>
                      <a:pt x="21422" y="53654"/>
                    </a:lnTo>
                    <a:lnTo>
                      <a:pt x="21362" y="53760"/>
                    </a:lnTo>
                    <a:lnTo>
                      <a:pt x="21271" y="53851"/>
                    </a:lnTo>
                    <a:lnTo>
                      <a:pt x="21195" y="53926"/>
                    </a:lnTo>
                    <a:lnTo>
                      <a:pt x="21104" y="53987"/>
                    </a:lnTo>
                    <a:lnTo>
                      <a:pt x="20998" y="54048"/>
                    </a:lnTo>
                    <a:lnTo>
                      <a:pt x="20892" y="54093"/>
                    </a:lnTo>
                    <a:lnTo>
                      <a:pt x="20785" y="54123"/>
                    </a:lnTo>
                    <a:lnTo>
                      <a:pt x="20679" y="54139"/>
                    </a:lnTo>
                    <a:lnTo>
                      <a:pt x="20558" y="54154"/>
                    </a:lnTo>
                    <a:lnTo>
                      <a:pt x="20422" y="54139"/>
                    </a:lnTo>
                    <a:lnTo>
                      <a:pt x="20300" y="54108"/>
                    </a:lnTo>
                    <a:lnTo>
                      <a:pt x="20164" y="54063"/>
                    </a:lnTo>
                    <a:lnTo>
                      <a:pt x="20058" y="54002"/>
                    </a:lnTo>
                    <a:lnTo>
                      <a:pt x="20043" y="57717"/>
                    </a:lnTo>
                    <a:lnTo>
                      <a:pt x="20149" y="57732"/>
                    </a:lnTo>
                    <a:lnTo>
                      <a:pt x="20255" y="57762"/>
                    </a:lnTo>
                    <a:lnTo>
                      <a:pt x="20346" y="57792"/>
                    </a:lnTo>
                    <a:lnTo>
                      <a:pt x="20437" y="57853"/>
                    </a:lnTo>
                    <a:lnTo>
                      <a:pt x="20528" y="57914"/>
                    </a:lnTo>
                    <a:lnTo>
                      <a:pt x="20619" y="57974"/>
                    </a:lnTo>
                    <a:lnTo>
                      <a:pt x="20694" y="58050"/>
                    </a:lnTo>
                    <a:lnTo>
                      <a:pt x="20770" y="58141"/>
                    </a:lnTo>
                    <a:lnTo>
                      <a:pt x="20831" y="58232"/>
                    </a:lnTo>
                    <a:lnTo>
                      <a:pt x="20892" y="58338"/>
                    </a:lnTo>
                    <a:lnTo>
                      <a:pt x="20937" y="58444"/>
                    </a:lnTo>
                    <a:lnTo>
                      <a:pt x="20983" y="58550"/>
                    </a:lnTo>
                    <a:lnTo>
                      <a:pt x="21013" y="58672"/>
                    </a:lnTo>
                    <a:lnTo>
                      <a:pt x="21043" y="58793"/>
                    </a:lnTo>
                    <a:lnTo>
                      <a:pt x="21058" y="58929"/>
                    </a:lnTo>
                    <a:lnTo>
                      <a:pt x="21058" y="59051"/>
                    </a:lnTo>
                    <a:lnTo>
                      <a:pt x="21058" y="59187"/>
                    </a:lnTo>
                    <a:lnTo>
                      <a:pt x="21043" y="59308"/>
                    </a:lnTo>
                    <a:lnTo>
                      <a:pt x="21013" y="59445"/>
                    </a:lnTo>
                    <a:lnTo>
                      <a:pt x="20983" y="59551"/>
                    </a:lnTo>
                    <a:lnTo>
                      <a:pt x="20937" y="59672"/>
                    </a:lnTo>
                    <a:lnTo>
                      <a:pt x="20892" y="59778"/>
                    </a:lnTo>
                    <a:lnTo>
                      <a:pt x="20831" y="59885"/>
                    </a:lnTo>
                    <a:lnTo>
                      <a:pt x="20755" y="59975"/>
                    </a:lnTo>
                    <a:lnTo>
                      <a:pt x="20694" y="60066"/>
                    </a:lnTo>
                    <a:lnTo>
                      <a:pt x="20604" y="60142"/>
                    </a:lnTo>
                    <a:lnTo>
                      <a:pt x="20528" y="60203"/>
                    </a:lnTo>
                    <a:lnTo>
                      <a:pt x="20437" y="60264"/>
                    </a:lnTo>
                    <a:lnTo>
                      <a:pt x="20346" y="60324"/>
                    </a:lnTo>
                    <a:lnTo>
                      <a:pt x="20240" y="60355"/>
                    </a:lnTo>
                    <a:lnTo>
                      <a:pt x="20134" y="60385"/>
                    </a:lnTo>
                    <a:lnTo>
                      <a:pt x="20027" y="60400"/>
                    </a:lnTo>
                    <a:lnTo>
                      <a:pt x="19982" y="66752"/>
                    </a:lnTo>
                    <a:lnTo>
                      <a:pt x="19936" y="69739"/>
                    </a:lnTo>
                    <a:lnTo>
                      <a:pt x="19891" y="72589"/>
                    </a:lnTo>
                    <a:lnTo>
                      <a:pt x="19936" y="72589"/>
                    </a:lnTo>
                    <a:lnTo>
                      <a:pt x="20073" y="72604"/>
                    </a:lnTo>
                    <a:lnTo>
                      <a:pt x="20179" y="72650"/>
                    </a:lnTo>
                    <a:lnTo>
                      <a:pt x="20285" y="72710"/>
                    </a:lnTo>
                    <a:lnTo>
                      <a:pt x="20376" y="72801"/>
                    </a:lnTo>
                    <a:lnTo>
                      <a:pt x="20452" y="72907"/>
                    </a:lnTo>
                    <a:lnTo>
                      <a:pt x="20513" y="73044"/>
                    </a:lnTo>
                    <a:lnTo>
                      <a:pt x="20558" y="73180"/>
                    </a:lnTo>
                    <a:lnTo>
                      <a:pt x="20558" y="73332"/>
                    </a:lnTo>
                    <a:lnTo>
                      <a:pt x="20558" y="73484"/>
                    </a:lnTo>
                    <a:lnTo>
                      <a:pt x="20513" y="73620"/>
                    </a:lnTo>
                    <a:lnTo>
                      <a:pt x="20452" y="73741"/>
                    </a:lnTo>
                    <a:lnTo>
                      <a:pt x="20376" y="73863"/>
                    </a:lnTo>
                    <a:lnTo>
                      <a:pt x="20285" y="73954"/>
                    </a:lnTo>
                    <a:lnTo>
                      <a:pt x="20179" y="74014"/>
                    </a:lnTo>
                    <a:lnTo>
                      <a:pt x="20073" y="74060"/>
                    </a:lnTo>
                    <a:lnTo>
                      <a:pt x="19936" y="74075"/>
                    </a:lnTo>
                    <a:lnTo>
                      <a:pt x="19861" y="74075"/>
                    </a:lnTo>
                    <a:lnTo>
                      <a:pt x="19800" y="76470"/>
                    </a:lnTo>
                    <a:lnTo>
                      <a:pt x="19739" y="78714"/>
                    </a:lnTo>
                    <a:lnTo>
                      <a:pt x="19664" y="80761"/>
                    </a:lnTo>
                    <a:lnTo>
                      <a:pt x="19573" y="82625"/>
                    </a:lnTo>
                    <a:lnTo>
                      <a:pt x="19755" y="82565"/>
                    </a:lnTo>
                    <a:lnTo>
                      <a:pt x="19845" y="82550"/>
                    </a:lnTo>
                    <a:lnTo>
                      <a:pt x="20058" y="82550"/>
                    </a:lnTo>
                    <a:lnTo>
                      <a:pt x="20164" y="82580"/>
                    </a:lnTo>
                    <a:lnTo>
                      <a:pt x="20270" y="82610"/>
                    </a:lnTo>
                    <a:lnTo>
                      <a:pt x="20376" y="82656"/>
                    </a:lnTo>
                    <a:lnTo>
                      <a:pt x="20482" y="82716"/>
                    </a:lnTo>
                    <a:lnTo>
                      <a:pt x="20573" y="82777"/>
                    </a:lnTo>
                    <a:lnTo>
                      <a:pt x="20649" y="82853"/>
                    </a:lnTo>
                    <a:lnTo>
                      <a:pt x="20740" y="82944"/>
                    </a:lnTo>
                    <a:lnTo>
                      <a:pt x="20801" y="83035"/>
                    </a:lnTo>
                    <a:lnTo>
                      <a:pt x="20876" y="83141"/>
                    </a:lnTo>
                    <a:lnTo>
                      <a:pt x="20922" y="83247"/>
                    </a:lnTo>
                    <a:lnTo>
                      <a:pt x="20967" y="83368"/>
                    </a:lnTo>
                    <a:lnTo>
                      <a:pt x="21013" y="83490"/>
                    </a:lnTo>
                    <a:lnTo>
                      <a:pt x="21043" y="83626"/>
                    </a:lnTo>
                    <a:lnTo>
                      <a:pt x="21058" y="83762"/>
                    </a:lnTo>
                    <a:lnTo>
                      <a:pt x="21058" y="83899"/>
                    </a:lnTo>
                    <a:lnTo>
                      <a:pt x="21058" y="84035"/>
                    </a:lnTo>
                    <a:lnTo>
                      <a:pt x="21043" y="84172"/>
                    </a:lnTo>
                    <a:lnTo>
                      <a:pt x="21013" y="84293"/>
                    </a:lnTo>
                    <a:lnTo>
                      <a:pt x="20967" y="84414"/>
                    </a:lnTo>
                    <a:lnTo>
                      <a:pt x="20922" y="84536"/>
                    </a:lnTo>
                    <a:lnTo>
                      <a:pt x="20876" y="84642"/>
                    </a:lnTo>
                    <a:lnTo>
                      <a:pt x="20801" y="84748"/>
                    </a:lnTo>
                    <a:lnTo>
                      <a:pt x="20740" y="84854"/>
                    </a:lnTo>
                    <a:lnTo>
                      <a:pt x="20649" y="84930"/>
                    </a:lnTo>
                    <a:lnTo>
                      <a:pt x="20573" y="85006"/>
                    </a:lnTo>
                    <a:lnTo>
                      <a:pt x="20482" y="85081"/>
                    </a:lnTo>
                    <a:lnTo>
                      <a:pt x="20376" y="85142"/>
                    </a:lnTo>
                    <a:lnTo>
                      <a:pt x="20270" y="85188"/>
                    </a:lnTo>
                    <a:lnTo>
                      <a:pt x="20164" y="85218"/>
                    </a:lnTo>
                    <a:lnTo>
                      <a:pt x="20058" y="85233"/>
                    </a:lnTo>
                    <a:lnTo>
                      <a:pt x="19936" y="85248"/>
                    </a:lnTo>
                    <a:lnTo>
                      <a:pt x="19800" y="85233"/>
                    </a:lnTo>
                    <a:lnTo>
                      <a:pt x="19664" y="85203"/>
                    </a:lnTo>
                    <a:lnTo>
                      <a:pt x="19542" y="85157"/>
                    </a:lnTo>
                    <a:lnTo>
                      <a:pt x="19421" y="85081"/>
                    </a:lnTo>
                    <a:lnTo>
                      <a:pt x="19330" y="85824"/>
                    </a:lnTo>
                    <a:lnTo>
                      <a:pt x="19224" y="86522"/>
                    </a:lnTo>
                    <a:lnTo>
                      <a:pt x="19148" y="86840"/>
                    </a:lnTo>
                    <a:lnTo>
                      <a:pt x="19072" y="87158"/>
                    </a:lnTo>
                    <a:lnTo>
                      <a:pt x="18996" y="87462"/>
                    </a:lnTo>
                    <a:lnTo>
                      <a:pt x="18906" y="87750"/>
                    </a:lnTo>
                    <a:lnTo>
                      <a:pt x="19027" y="87780"/>
                    </a:lnTo>
                    <a:lnTo>
                      <a:pt x="19118" y="87841"/>
                    </a:lnTo>
                    <a:lnTo>
                      <a:pt x="19209" y="87917"/>
                    </a:lnTo>
                    <a:lnTo>
                      <a:pt x="19285" y="88007"/>
                    </a:lnTo>
                    <a:lnTo>
                      <a:pt x="19360" y="88114"/>
                    </a:lnTo>
                    <a:lnTo>
                      <a:pt x="19406" y="88220"/>
                    </a:lnTo>
                    <a:lnTo>
                      <a:pt x="19436" y="88356"/>
                    </a:lnTo>
                    <a:lnTo>
                      <a:pt x="19451" y="88493"/>
                    </a:lnTo>
                    <a:lnTo>
                      <a:pt x="19436" y="88644"/>
                    </a:lnTo>
                    <a:lnTo>
                      <a:pt x="19391" y="88781"/>
                    </a:lnTo>
                    <a:lnTo>
                      <a:pt x="19345" y="88917"/>
                    </a:lnTo>
                    <a:lnTo>
                      <a:pt x="19269" y="89023"/>
                    </a:lnTo>
                    <a:lnTo>
                      <a:pt x="19163" y="89114"/>
                    </a:lnTo>
                    <a:lnTo>
                      <a:pt x="19057" y="89175"/>
                    </a:lnTo>
                    <a:lnTo>
                      <a:pt x="18951" y="89220"/>
                    </a:lnTo>
                    <a:lnTo>
                      <a:pt x="18830" y="89235"/>
                    </a:lnTo>
                    <a:lnTo>
                      <a:pt x="18693" y="89220"/>
                    </a:lnTo>
                    <a:lnTo>
                      <a:pt x="18587" y="89190"/>
                    </a:lnTo>
                    <a:lnTo>
                      <a:pt x="18481" y="89114"/>
                    </a:lnTo>
                    <a:lnTo>
                      <a:pt x="18390" y="89023"/>
                    </a:lnTo>
                    <a:lnTo>
                      <a:pt x="18163" y="89417"/>
                    </a:lnTo>
                    <a:lnTo>
                      <a:pt x="17935" y="89766"/>
                    </a:lnTo>
                    <a:lnTo>
                      <a:pt x="18041" y="89948"/>
                    </a:lnTo>
                    <a:lnTo>
                      <a:pt x="18132" y="90160"/>
                    </a:lnTo>
                    <a:lnTo>
                      <a:pt x="18178" y="90388"/>
                    </a:lnTo>
                    <a:lnTo>
                      <a:pt x="18193" y="90509"/>
                    </a:lnTo>
                    <a:lnTo>
                      <a:pt x="18208" y="90630"/>
                    </a:lnTo>
                    <a:lnTo>
                      <a:pt x="18193" y="90782"/>
                    </a:lnTo>
                    <a:lnTo>
                      <a:pt x="18178" y="90903"/>
                    </a:lnTo>
                    <a:lnTo>
                      <a:pt x="18148" y="91040"/>
                    </a:lnTo>
                    <a:lnTo>
                      <a:pt x="18117" y="91161"/>
                    </a:lnTo>
                    <a:lnTo>
                      <a:pt x="18072" y="91282"/>
                    </a:lnTo>
                    <a:lnTo>
                      <a:pt x="18011" y="91388"/>
                    </a:lnTo>
                    <a:lnTo>
                      <a:pt x="17950" y="91494"/>
                    </a:lnTo>
                    <a:lnTo>
                      <a:pt x="17875" y="91585"/>
                    </a:lnTo>
                    <a:lnTo>
                      <a:pt x="17799" y="91676"/>
                    </a:lnTo>
                    <a:lnTo>
                      <a:pt x="17708" y="91752"/>
                    </a:lnTo>
                    <a:lnTo>
                      <a:pt x="17617" y="91828"/>
                    </a:lnTo>
                    <a:lnTo>
                      <a:pt x="17511" y="91873"/>
                    </a:lnTo>
                    <a:lnTo>
                      <a:pt x="17420" y="91919"/>
                    </a:lnTo>
                    <a:lnTo>
                      <a:pt x="17314" y="91964"/>
                    </a:lnTo>
                    <a:lnTo>
                      <a:pt x="17192" y="91980"/>
                    </a:lnTo>
                    <a:lnTo>
                      <a:pt x="17086" y="91980"/>
                    </a:lnTo>
                    <a:lnTo>
                      <a:pt x="16935" y="91964"/>
                    </a:lnTo>
                    <a:lnTo>
                      <a:pt x="16783" y="91934"/>
                    </a:lnTo>
                    <a:lnTo>
                      <a:pt x="16631" y="91873"/>
                    </a:lnTo>
                    <a:lnTo>
                      <a:pt x="16510" y="91798"/>
                    </a:lnTo>
                    <a:lnTo>
                      <a:pt x="16389" y="91691"/>
                    </a:lnTo>
                    <a:lnTo>
                      <a:pt x="16283" y="91570"/>
                    </a:lnTo>
                    <a:lnTo>
                      <a:pt x="16192" y="91449"/>
                    </a:lnTo>
                    <a:lnTo>
                      <a:pt x="16101" y="91297"/>
                    </a:lnTo>
                    <a:lnTo>
                      <a:pt x="15782" y="91434"/>
                    </a:lnTo>
                    <a:lnTo>
                      <a:pt x="15449" y="91555"/>
                    </a:lnTo>
                    <a:lnTo>
                      <a:pt x="15100" y="91646"/>
                    </a:lnTo>
                    <a:lnTo>
                      <a:pt x="14736" y="91737"/>
                    </a:lnTo>
                    <a:lnTo>
                      <a:pt x="14373" y="91798"/>
                    </a:lnTo>
                    <a:lnTo>
                      <a:pt x="13994" y="91828"/>
                    </a:lnTo>
                    <a:lnTo>
                      <a:pt x="13614" y="91858"/>
                    </a:lnTo>
                    <a:lnTo>
                      <a:pt x="12720" y="91858"/>
                    </a:lnTo>
                    <a:lnTo>
                      <a:pt x="12205" y="91813"/>
                    </a:lnTo>
                    <a:lnTo>
                      <a:pt x="13114" y="92283"/>
                    </a:lnTo>
                    <a:lnTo>
                      <a:pt x="14009" y="92768"/>
                    </a:lnTo>
                    <a:lnTo>
                      <a:pt x="14903" y="93268"/>
                    </a:lnTo>
                    <a:lnTo>
                      <a:pt x="15798" y="93769"/>
                    </a:lnTo>
                    <a:lnTo>
                      <a:pt x="30033" y="93769"/>
                    </a:lnTo>
                    <a:lnTo>
                      <a:pt x="31186" y="93147"/>
                    </a:lnTo>
                    <a:lnTo>
                      <a:pt x="31762" y="92859"/>
                    </a:lnTo>
                    <a:lnTo>
                      <a:pt x="32353" y="92556"/>
                    </a:lnTo>
                    <a:lnTo>
                      <a:pt x="32929" y="92283"/>
                    </a:lnTo>
                    <a:lnTo>
                      <a:pt x="33520" y="92010"/>
                    </a:lnTo>
                    <a:lnTo>
                      <a:pt x="34127" y="91752"/>
                    </a:lnTo>
                    <a:lnTo>
                      <a:pt x="34733" y="91510"/>
                    </a:lnTo>
                    <a:lnTo>
                      <a:pt x="34142" y="91631"/>
                    </a:lnTo>
                    <a:lnTo>
                      <a:pt x="33566" y="91752"/>
                    </a:lnTo>
                    <a:lnTo>
                      <a:pt x="32990" y="91858"/>
                    </a:lnTo>
                    <a:lnTo>
                      <a:pt x="32429" y="91934"/>
                    </a:lnTo>
                    <a:lnTo>
                      <a:pt x="31868" y="92010"/>
                    </a:lnTo>
                    <a:lnTo>
                      <a:pt x="31307" y="92071"/>
                    </a:lnTo>
                    <a:lnTo>
                      <a:pt x="30761" y="92101"/>
                    </a:lnTo>
                    <a:lnTo>
                      <a:pt x="30215" y="92116"/>
                    </a:lnTo>
                    <a:lnTo>
                      <a:pt x="29715" y="92101"/>
                    </a:lnTo>
                    <a:lnTo>
                      <a:pt x="29230" y="92071"/>
                    </a:lnTo>
                    <a:lnTo>
                      <a:pt x="28745" y="92010"/>
                    </a:lnTo>
                    <a:lnTo>
                      <a:pt x="28290" y="91919"/>
                    </a:lnTo>
                    <a:lnTo>
                      <a:pt x="27835" y="91813"/>
                    </a:lnTo>
                    <a:lnTo>
                      <a:pt x="27395" y="91661"/>
                    </a:lnTo>
                    <a:lnTo>
                      <a:pt x="27183" y="91570"/>
                    </a:lnTo>
                    <a:lnTo>
                      <a:pt x="26971" y="91479"/>
                    </a:lnTo>
                    <a:lnTo>
                      <a:pt x="26774" y="91388"/>
                    </a:lnTo>
                    <a:lnTo>
                      <a:pt x="26577" y="91282"/>
                    </a:lnTo>
                    <a:lnTo>
                      <a:pt x="26486" y="91434"/>
                    </a:lnTo>
                    <a:lnTo>
                      <a:pt x="26395" y="91570"/>
                    </a:lnTo>
                    <a:lnTo>
                      <a:pt x="26289" y="91691"/>
                    </a:lnTo>
                    <a:lnTo>
                      <a:pt x="26167" y="91782"/>
                    </a:lnTo>
                    <a:lnTo>
                      <a:pt x="26031" y="91873"/>
                    </a:lnTo>
                    <a:lnTo>
                      <a:pt x="25895" y="91934"/>
                    </a:lnTo>
                    <a:lnTo>
                      <a:pt x="25743" y="91964"/>
                    </a:lnTo>
                    <a:lnTo>
                      <a:pt x="25591" y="91980"/>
                    </a:lnTo>
                    <a:lnTo>
                      <a:pt x="25470" y="91980"/>
                    </a:lnTo>
                    <a:lnTo>
                      <a:pt x="25364" y="91964"/>
                    </a:lnTo>
                    <a:lnTo>
                      <a:pt x="25258" y="91919"/>
                    </a:lnTo>
                    <a:lnTo>
                      <a:pt x="25152" y="91873"/>
                    </a:lnTo>
                    <a:lnTo>
                      <a:pt x="25046" y="91828"/>
                    </a:lnTo>
                    <a:lnTo>
                      <a:pt x="24955" y="91752"/>
                    </a:lnTo>
                    <a:lnTo>
                      <a:pt x="24879" y="91676"/>
                    </a:lnTo>
                    <a:lnTo>
                      <a:pt x="24788" y="91585"/>
                    </a:lnTo>
                    <a:lnTo>
                      <a:pt x="24727" y="91494"/>
                    </a:lnTo>
                    <a:lnTo>
                      <a:pt x="24651" y="91388"/>
                    </a:lnTo>
                    <a:lnTo>
                      <a:pt x="24606" y="91282"/>
                    </a:lnTo>
                    <a:lnTo>
                      <a:pt x="24560" y="91161"/>
                    </a:lnTo>
                    <a:lnTo>
                      <a:pt x="24515" y="91040"/>
                    </a:lnTo>
                    <a:lnTo>
                      <a:pt x="24485" y="90903"/>
                    </a:lnTo>
                    <a:lnTo>
                      <a:pt x="24469" y="90782"/>
                    </a:lnTo>
                    <a:lnTo>
                      <a:pt x="24469" y="90630"/>
                    </a:lnTo>
                    <a:lnTo>
                      <a:pt x="24469" y="90494"/>
                    </a:lnTo>
                    <a:lnTo>
                      <a:pt x="24485" y="90342"/>
                    </a:lnTo>
                    <a:lnTo>
                      <a:pt x="24530" y="90221"/>
                    </a:lnTo>
                    <a:lnTo>
                      <a:pt x="24560" y="90084"/>
                    </a:lnTo>
                    <a:lnTo>
                      <a:pt x="24621" y="89963"/>
                    </a:lnTo>
                    <a:lnTo>
                      <a:pt x="24682" y="89842"/>
                    </a:lnTo>
                    <a:lnTo>
                      <a:pt x="24758" y="89736"/>
                    </a:lnTo>
                    <a:lnTo>
                      <a:pt x="24833" y="89645"/>
                    </a:lnTo>
                    <a:lnTo>
                      <a:pt x="24651" y="89357"/>
                    </a:lnTo>
                    <a:lnTo>
                      <a:pt x="24485" y="89054"/>
                    </a:lnTo>
                    <a:lnTo>
                      <a:pt x="24333" y="88750"/>
                    </a:lnTo>
                    <a:lnTo>
                      <a:pt x="24181" y="88402"/>
                    </a:lnTo>
                    <a:lnTo>
                      <a:pt x="24090" y="88447"/>
                    </a:lnTo>
                    <a:lnTo>
                      <a:pt x="23984" y="88477"/>
                    </a:lnTo>
                    <a:lnTo>
                      <a:pt x="23893" y="88493"/>
                    </a:lnTo>
                    <a:lnTo>
                      <a:pt x="23666" y="88493"/>
                    </a:lnTo>
                    <a:lnTo>
                      <a:pt x="23560" y="88462"/>
                    </a:lnTo>
                    <a:lnTo>
                      <a:pt x="23454" y="88432"/>
                    </a:lnTo>
                    <a:lnTo>
                      <a:pt x="23348" y="88386"/>
                    </a:lnTo>
                    <a:lnTo>
                      <a:pt x="23257" y="88326"/>
                    </a:lnTo>
                    <a:lnTo>
                      <a:pt x="23150" y="88265"/>
                    </a:lnTo>
                    <a:lnTo>
                      <a:pt x="23075" y="88189"/>
                    </a:lnTo>
                    <a:lnTo>
                      <a:pt x="22999" y="88098"/>
                    </a:lnTo>
                    <a:lnTo>
                      <a:pt x="22923" y="88007"/>
                    </a:lnTo>
                    <a:lnTo>
                      <a:pt x="22862" y="87901"/>
                    </a:lnTo>
                    <a:lnTo>
                      <a:pt x="22802" y="87795"/>
                    </a:lnTo>
                    <a:lnTo>
                      <a:pt x="22756" y="87674"/>
                    </a:lnTo>
                    <a:lnTo>
                      <a:pt x="22711" y="87553"/>
                    </a:lnTo>
                    <a:lnTo>
                      <a:pt x="22681" y="87416"/>
                    </a:lnTo>
                    <a:lnTo>
                      <a:pt x="22665" y="87280"/>
                    </a:lnTo>
                    <a:lnTo>
                      <a:pt x="22665" y="87143"/>
                    </a:lnTo>
                    <a:lnTo>
                      <a:pt x="22681" y="86916"/>
                    </a:lnTo>
                    <a:lnTo>
                      <a:pt x="22726" y="86688"/>
                    </a:lnTo>
                    <a:lnTo>
                      <a:pt x="22802" y="86491"/>
                    </a:lnTo>
                    <a:lnTo>
                      <a:pt x="22908" y="86309"/>
                    </a:lnTo>
                    <a:lnTo>
                      <a:pt x="23029" y="86143"/>
                    </a:lnTo>
                    <a:lnTo>
                      <a:pt x="23181" y="86021"/>
                    </a:lnTo>
                    <a:lnTo>
                      <a:pt x="23332" y="85915"/>
                    </a:lnTo>
                    <a:lnTo>
                      <a:pt x="23423" y="85870"/>
                    </a:lnTo>
                    <a:lnTo>
                      <a:pt x="23514" y="85839"/>
                    </a:lnTo>
                    <a:lnTo>
                      <a:pt x="23439" y="85233"/>
                    </a:lnTo>
                    <a:lnTo>
                      <a:pt x="23378" y="84596"/>
                    </a:lnTo>
                    <a:lnTo>
                      <a:pt x="23287" y="83035"/>
                    </a:lnTo>
                    <a:lnTo>
                      <a:pt x="23211" y="81261"/>
                    </a:lnTo>
                    <a:lnTo>
                      <a:pt x="23135" y="79305"/>
                    </a:lnTo>
                    <a:lnTo>
                      <a:pt x="23060" y="77168"/>
                    </a:lnTo>
                    <a:lnTo>
                      <a:pt x="22969" y="77213"/>
                    </a:lnTo>
                    <a:lnTo>
                      <a:pt x="22862" y="77228"/>
                    </a:lnTo>
                    <a:lnTo>
                      <a:pt x="22771" y="77243"/>
                    </a:lnTo>
                    <a:lnTo>
                      <a:pt x="22665" y="77259"/>
                    </a:lnTo>
                    <a:lnTo>
                      <a:pt x="22544" y="77243"/>
                    </a:lnTo>
                    <a:lnTo>
                      <a:pt x="22438" y="77228"/>
                    </a:lnTo>
                    <a:lnTo>
                      <a:pt x="22332" y="77198"/>
                    </a:lnTo>
                    <a:lnTo>
                      <a:pt x="22226" y="77152"/>
                    </a:lnTo>
                    <a:lnTo>
                      <a:pt x="22135" y="77092"/>
                    </a:lnTo>
                    <a:lnTo>
                      <a:pt x="22044" y="77031"/>
                    </a:lnTo>
                    <a:lnTo>
                      <a:pt x="21953" y="76955"/>
                    </a:lnTo>
                    <a:lnTo>
                      <a:pt x="21877" y="76864"/>
                    </a:lnTo>
                    <a:lnTo>
                      <a:pt x="21801" y="76758"/>
                    </a:lnTo>
                    <a:lnTo>
                      <a:pt x="21741" y="76667"/>
                    </a:lnTo>
                    <a:lnTo>
                      <a:pt x="21680" y="76546"/>
                    </a:lnTo>
                    <a:lnTo>
                      <a:pt x="21634" y="76440"/>
                    </a:lnTo>
                    <a:lnTo>
                      <a:pt x="21589" y="76303"/>
                    </a:lnTo>
                    <a:lnTo>
                      <a:pt x="21574" y="76182"/>
                    </a:lnTo>
                    <a:lnTo>
                      <a:pt x="21543" y="76046"/>
                    </a:lnTo>
                    <a:lnTo>
                      <a:pt x="21543" y="75909"/>
                    </a:lnTo>
                    <a:lnTo>
                      <a:pt x="21543" y="75773"/>
                    </a:lnTo>
                    <a:lnTo>
                      <a:pt x="21574" y="75636"/>
                    </a:lnTo>
                    <a:lnTo>
                      <a:pt x="21589" y="75515"/>
                    </a:lnTo>
                    <a:lnTo>
                      <a:pt x="21634" y="75379"/>
                    </a:lnTo>
                    <a:lnTo>
                      <a:pt x="21680" y="75273"/>
                    </a:lnTo>
                    <a:lnTo>
                      <a:pt x="21741" y="75151"/>
                    </a:lnTo>
                    <a:lnTo>
                      <a:pt x="21801" y="75045"/>
                    </a:lnTo>
                    <a:lnTo>
                      <a:pt x="21877" y="74954"/>
                    </a:lnTo>
                    <a:lnTo>
                      <a:pt x="21953" y="74863"/>
                    </a:lnTo>
                    <a:lnTo>
                      <a:pt x="22044" y="74787"/>
                    </a:lnTo>
                    <a:lnTo>
                      <a:pt x="22135" y="74727"/>
                    </a:lnTo>
                    <a:lnTo>
                      <a:pt x="22226" y="74666"/>
                    </a:lnTo>
                    <a:lnTo>
                      <a:pt x="22332" y="74621"/>
                    </a:lnTo>
                    <a:lnTo>
                      <a:pt x="22438" y="74590"/>
                    </a:lnTo>
                    <a:lnTo>
                      <a:pt x="22544" y="74575"/>
                    </a:lnTo>
                    <a:lnTo>
                      <a:pt x="22665" y="74560"/>
                    </a:lnTo>
                    <a:lnTo>
                      <a:pt x="22832" y="74575"/>
                    </a:lnTo>
                    <a:lnTo>
                      <a:pt x="22999" y="74621"/>
                    </a:lnTo>
                    <a:lnTo>
                      <a:pt x="22923" y="71058"/>
                    </a:lnTo>
                    <a:lnTo>
                      <a:pt x="22908" y="71012"/>
                    </a:lnTo>
                    <a:lnTo>
                      <a:pt x="22893" y="70876"/>
                    </a:lnTo>
                    <a:lnTo>
                      <a:pt x="22847" y="70406"/>
                    </a:lnTo>
                    <a:lnTo>
                      <a:pt x="22817" y="69633"/>
                    </a:lnTo>
                    <a:lnTo>
                      <a:pt x="22771" y="68602"/>
                    </a:lnTo>
                    <a:lnTo>
                      <a:pt x="22696" y="65812"/>
                    </a:lnTo>
                    <a:lnTo>
                      <a:pt x="22620" y="62143"/>
                    </a:lnTo>
                    <a:lnTo>
                      <a:pt x="22559" y="57762"/>
                    </a:lnTo>
                    <a:lnTo>
                      <a:pt x="22499" y="52805"/>
                    </a:lnTo>
                    <a:lnTo>
                      <a:pt x="22377" y="41722"/>
                    </a:lnTo>
                    <a:lnTo>
                      <a:pt x="22195" y="41646"/>
                    </a:lnTo>
                    <a:lnTo>
                      <a:pt x="22044" y="41540"/>
                    </a:lnTo>
                    <a:lnTo>
                      <a:pt x="21907" y="41419"/>
                    </a:lnTo>
                    <a:lnTo>
                      <a:pt x="21786" y="41252"/>
                    </a:lnTo>
                    <a:lnTo>
                      <a:pt x="21680" y="41070"/>
                    </a:lnTo>
                    <a:lnTo>
                      <a:pt x="21604" y="40873"/>
                    </a:lnTo>
                    <a:lnTo>
                      <a:pt x="21559" y="40661"/>
                    </a:lnTo>
                    <a:lnTo>
                      <a:pt x="21543" y="40418"/>
                    </a:lnTo>
                    <a:lnTo>
                      <a:pt x="21559" y="40206"/>
                    </a:lnTo>
                    <a:lnTo>
                      <a:pt x="21604" y="39994"/>
                    </a:lnTo>
                    <a:lnTo>
                      <a:pt x="21680" y="39782"/>
                    </a:lnTo>
                    <a:lnTo>
                      <a:pt x="21771" y="39615"/>
                    </a:lnTo>
                    <a:lnTo>
                      <a:pt x="21892" y="39448"/>
                    </a:lnTo>
                    <a:lnTo>
                      <a:pt x="22029" y="39312"/>
                    </a:lnTo>
                    <a:lnTo>
                      <a:pt x="22180" y="39205"/>
                    </a:lnTo>
                    <a:lnTo>
                      <a:pt x="22347" y="39130"/>
                    </a:lnTo>
                    <a:lnTo>
                      <a:pt x="22241" y="25045"/>
                    </a:lnTo>
                    <a:lnTo>
                      <a:pt x="22150" y="12492"/>
                    </a:lnTo>
                    <a:lnTo>
                      <a:pt x="22074" y="0"/>
                    </a:lnTo>
                    <a:close/>
                    <a:moveTo>
                      <a:pt x="36113" y="93420"/>
                    </a:moveTo>
                    <a:lnTo>
                      <a:pt x="35612" y="93435"/>
                    </a:lnTo>
                    <a:lnTo>
                      <a:pt x="35112" y="93465"/>
                    </a:lnTo>
                    <a:lnTo>
                      <a:pt x="34612" y="93511"/>
                    </a:lnTo>
                    <a:lnTo>
                      <a:pt x="34096" y="93556"/>
                    </a:lnTo>
                    <a:lnTo>
                      <a:pt x="33596" y="93617"/>
                    </a:lnTo>
                    <a:lnTo>
                      <a:pt x="33096" y="93693"/>
                    </a:lnTo>
                    <a:lnTo>
                      <a:pt x="32596" y="93769"/>
                    </a:lnTo>
                    <a:lnTo>
                      <a:pt x="40282" y="93769"/>
                    </a:lnTo>
                    <a:lnTo>
                      <a:pt x="39691" y="93662"/>
                    </a:lnTo>
                    <a:lnTo>
                      <a:pt x="38948" y="93556"/>
                    </a:lnTo>
                    <a:lnTo>
                      <a:pt x="38190" y="93480"/>
                    </a:lnTo>
                    <a:lnTo>
                      <a:pt x="37401" y="93435"/>
                    </a:lnTo>
                    <a:lnTo>
                      <a:pt x="36613" y="9342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7"/>
              <p:cNvSpPr/>
              <p:nvPr/>
            </p:nvSpPr>
            <p:spPr>
              <a:xfrm>
                <a:off x="6838443" y="5101853"/>
                <a:ext cx="258860" cy="11786"/>
              </a:xfrm>
              <a:custGeom>
                <a:avLst/>
                <a:gdLst/>
                <a:ahLst/>
                <a:cxnLst/>
                <a:rect l="l" t="t" r="r" b="b"/>
                <a:pathLst>
                  <a:path w="7687" h="350" fill="none" extrusionOk="0">
                    <a:moveTo>
                      <a:pt x="4018" y="1"/>
                    </a:moveTo>
                    <a:lnTo>
                      <a:pt x="4018" y="1"/>
                    </a:lnTo>
                    <a:lnTo>
                      <a:pt x="3518" y="1"/>
                    </a:lnTo>
                    <a:lnTo>
                      <a:pt x="3017" y="16"/>
                    </a:lnTo>
                    <a:lnTo>
                      <a:pt x="2517" y="46"/>
                    </a:lnTo>
                    <a:lnTo>
                      <a:pt x="2017" y="92"/>
                    </a:lnTo>
                    <a:lnTo>
                      <a:pt x="1501" y="137"/>
                    </a:lnTo>
                    <a:lnTo>
                      <a:pt x="1001" y="198"/>
                    </a:lnTo>
                    <a:lnTo>
                      <a:pt x="501" y="274"/>
                    </a:lnTo>
                    <a:lnTo>
                      <a:pt x="1" y="350"/>
                    </a:lnTo>
                    <a:lnTo>
                      <a:pt x="7687" y="350"/>
                    </a:lnTo>
                    <a:lnTo>
                      <a:pt x="7687" y="350"/>
                    </a:lnTo>
                    <a:lnTo>
                      <a:pt x="7096" y="243"/>
                    </a:lnTo>
                    <a:lnTo>
                      <a:pt x="7096" y="243"/>
                    </a:lnTo>
                    <a:lnTo>
                      <a:pt x="6353" y="137"/>
                    </a:lnTo>
                    <a:lnTo>
                      <a:pt x="5595" y="61"/>
                    </a:lnTo>
                    <a:lnTo>
                      <a:pt x="4806" y="16"/>
                    </a:lnTo>
                    <a:lnTo>
                      <a:pt x="401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7"/>
              <p:cNvSpPr/>
              <p:nvPr/>
            </p:nvSpPr>
            <p:spPr>
              <a:xfrm>
                <a:off x="5740771" y="5090639"/>
                <a:ext cx="462055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13721" h="683" fill="none" extrusionOk="0">
                    <a:moveTo>
                      <a:pt x="6807" y="0"/>
                    </a:moveTo>
                    <a:lnTo>
                      <a:pt x="6807" y="0"/>
                    </a:lnTo>
                    <a:lnTo>
                      <a:pt x="5943" y="0"/>
                    </a:lnTo>
                    <a:lnTo>
                      <a:pt x="5064" y="31"/>
                    </a:lnTo>
                    <a:lnTo>
                      <a:pt x="4200" y="91"/>
                    </a:lnTo>
                    <a:lnTo>
                      <a:pt x="3336" y="167"/>
                    </a:lnTo>
                    <a:lnTo>
                      <a:pt x="2487" y="258"/>
                    </a:lnTo>
                    <a:lnTo>
                      <a:pt x="1653" y="379"/>
                    </a:lnTo>
                    <a:lnTo>
                      <a:pt x="819" y="516"/>
                    </a:lnTo>
                    <a:lnTo>
                      <a:pt x="0" y="683"/>
                    </a:lnTo>
                    <a:lnTo>
                      <a:pt x="13721" y="683"/>
                    </a:lnTo>
                    <a:lnTo>
                      <a:pt x="13721" y="683"/>
                    </a:lnTo>
                    <a:lnTo>
                      <a:pt x="12887" y="516"/>
                    </a:lnTo>
                    <a:lnTo>
                      <a:pt x="12038" y="379"/>
                    </a:lnTo>
                    <a:lnTo>
                      <a:pt x="11174" y="258"/>
                    </a:lnTo>
                    <a:lnTo>
                      <a:pt x="10309" y="167"/>
                    </a:lnTo>
                    <a:lnTo>
                      <a:pt x="9445" y="91"/>
                    </a:lnTo>
                    <a:lnTo>
                      <a:pt x="8566" y="46"/>
                    </a:lnTo>
                    <a:lnTo>
                      <a:pt x="7687" y="0"/>
                    </a:lnTo>
                    <a:lnTo>
                      <a:pt x="680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7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fill="none" extrusionOk="0">
                    <a:moveTo>
                      <a:pt x="1122" y="2699"/>
                    </a:moveTo>
                    <a:lnTo>
                      <a:pt x="1122" y="2699"/>
                    </a:lnTo>
                    <a:lnTo>
                      <a:pt x="1001" y="2699"/>
                    </a:lnTo>
                    <a:lnTo>
                      <a:pt x="895" y="2669"/>
                    </a:lnTo>
                    <a:lnTo>
                      <a:pt x="789" y="2638"/>
                    </a:lnTo>
                    <a:lnTo>
                      <a:pt x="683" y="2593"/>
                    </a:lnTo>
                    <a:lnTo>
                      <a:pt x="592" y="2532"/>
                    </a:lnTo>
                    <a:lnTo>
                      <a:pt x="501" y="2471"/>
                    </a:lnTo>
                    <a:lnTo>
                      <a:pt x="410" y="2396"/>
                    </a:lnTo>
                    <a:lnTo>
                      <a:pt x="334" y="2305"/>
                    </a:lnTo>
                    <a:lnTo>
                      <a:pt x="258" y="2214"/>
                    </a:lnTo>
                    <a:lnTo>
                      <a:pt x="198" y="2108"/>
                    </a:lnTo>
                    <a:lnTo>
                      <a:pt x="137" y="2001"/>
                    </a:lnTo>
                    <a:lnTo>
                      <a:pt x="91" y="1880"/>
                    </a:lnTo>
                    <a:lnTo>
                      <a:pt x="46" y="1759"/>
                    </a:lnTo>
                    <a:lnTo>
                      <a:pt x="31" y="1622"/>
                    </a:lnTo>
                    <a:lnTo>
                      <a:pt x="0" y="1486"/>
                    </a:lnTo>
                    <a:lnTo>
                      <a:pt x="0" y="1350"/>
                    </a:lnTo>
                    <a:lnTo>
                      <a:pt x="0" y="1350"/>
                    </a:lnTo>
                    <a:lnTo>
                      <a:pt x="0" y="1213"/>
                    </a:lnTo>
                    <a:lnTo>
                      <a:pt x="31" y="1077"/>
                    </a:lnTo>
                    <a:lnTo>
                      <a:pt x="46" y="955"/>
                    </a:lnTo>
                    <a:lnTo>
                      <a:pt x="91" y="834"/>
                    </a:lnTo>
                    <a:lnTo>
                      <a:pt x="137" y="713"/>
                    </a:lnTo>
                    <a:lnTo>
                      <a:pt x="198" y="607"/>
                    </a:lnTo>
                    <a:lnTo>
                      <a:pt x="258" y="501"/>
                    </a:lnTo>
                    <a:lnTo>
                      <a:pt x="334" y="394"/>
                    </a:lnTo>
                    <a:lnTo>
                      <a:pt x="410" y="319"/>
                    </a:lnTo>
                    <a:lnTo>
                      <a:pt x="501" y="243"/>
                    </a:lnTo>
                    <a:lnTo>
                      <a:pt x="592" y="167"/>
                    </a:lnTo>
                    <a:lnTo>
                      <a:pt x="683" y="106"/>
                    </a:lnTo>
                    <a:lnTo>
                      <a:pt x="789" y="61"/>
                    </a:lnTo>
                    <a:lnTo>
                      <a:pt x="895" y="31"/>
                    </a:lnTo>
                    <a:lnTo>
                      <a:pt x="1001" y="15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228" y="15"/>
                    </a:lnTo>
                    <a:lnTo>
                      <a:pt x="1350" y="31"/>
                    </a:lnTo>
                    <a:lnTo>
                      <a:pt x="1456" y="61"/>
                    </a:lnTo>
                    <a:lnTo>
                      <a:pt x="1562" y="106"/>
                    </a:lnTo>
                    <a:lnTo>
                      <a:pt x="1653" y="167"/>
                    </a:lnTo>
                    <a:lnTo>
                      <a:pt x="1744" y="243"/>
                    </a:lnTo>
                    <a:lnTo>
                      <a:pt x="1835" y="319"/>
                    </a:lnTo>
                    <a:lnTo>
                      <a:pt x="1911" y="394"/>
                    </a:lnTo>
                    <a:lnTo>
                      <a:pt x="1987" y="501"/>
                    </a:lnTo>
                    <a:lnTo>
                      <a:pt x="2047" y="607"/>
                    </a:lnTo>
                    <a:lnTo>
                      <a:pt x="2108" y="713"/>
                    </a:lnTo>
                    <a:lnTo>
                      <a:pt x="2153" y="834"/>
                    </a:lnTo>
                    <a:lnTo>
                      <a:pt x="2184" y="955"/>
                    </a:lnTo>
                    <a:lnTo>
                      <a:pt x="2214" y="1077"/>
                    </a:lnTo>
                    <a:lnTo>
                      <a:pt x="2229" y="1213"/>
                    </a:lnTo>
                    <a:lnTo>
                      <a:pt x="2244" y="1350"/>
                    </a:lnTo>
                    <a:lnTo>
                      <a:pt x="2244" y="1350"/>
                    </a:lnTo>
                    <a:lnTo>
                      <a:pt x="2229" y="1486"/>
                    </a:lnTo>
                    <a:lnTo>
                      <a:pt x="2214" y="1622"/>
                    </a:lnTo>
                    <a:lnTo>
                      <a:pt x="2184" y="1759"/>
                    </a:lnTo>
                    <a:lnTo>
                      <a:pt x="2153" y="1880"/>
                    </a:lnTo>
                    <a:lnTo>
                      <a:pt x="2108" y="2001"/>
                    </a:lnTo>
                    <a:lnTo>
                      <a:pt x="2047" y="2108"/>
                    </a:lnTo>
                    <a:lnTo>
                      <a:pt x="1987" y="2214"/>
                    </a:lnTo>
                    <a:lnTo>
                      <a:pt x="1911" y="2305"/>
                    </a:lnTo>
                    <a:lnTo>
                      <a:pt x="1835" y="2396"/>
                    </a:lnTo>
                    <a:lnTo>
                      <a:pt x="1744" y="2471"/>
                    </a:lnTo>
                    <a:lnTo>
                      <a:pt x="1653" y="2532"/>
                    </a:lnTo>
                    <a:lnTo>
                      <a:pt x="1562" y="2593"/>
                    </a:lnTo>
                    <a:lnTo>
                      <a:pt x="1456" y="2638"/>
                    </a:lnTo>
                    <a:lnTo>
                      <a:pt x="1350" y="2669"/>
                    </a:lnTo>
                    <a:lnTo>
                      <a:pt x="1228" y="2699"/>
                    </a:lnTo>
                    <a:lnTo>
                      <a:pt x="1122" y="2699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7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2"/>
                    </a:moveTo>
                    <a:lnTo>
                      <a:pt x="622" y="1502"/>
                    </a:lnTo>
                    <a:lnTo>
                      <a:pt x="501" y="1486"/>
                    </a:lnTo>
                    <a:lnTo>
                      <a:pt x="380" y="1441"/>
                    </a:lnTo>
                    <a:lnTo>
                      <a:pt x="273" y="1365"/>
                    </a:lnTo>
                    <a:lnTo>
                      <a:pt x="183" y="1274"/>
                    </a:lnTo>
                    <a:lnTo>
                      <a:pt x="107" y="1168"/>
                    </a:lnTo>
                    <a:lnTo>
                      <a:pt x="46" y="1047"/>
                    </a:lnTo>
                    <a:lnTo>
                      <a:pt x="16" y="895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592"/>
                    </a:lnTo>
                    <a:lnTo>
                      <a:pt x="46" y="455"/>
                    </a:lnTo>
                    <a:lnTo>
                      <a:pt x="107" y="334"/>
                    </a:lnTo>
                    <a:lnTo>
                      <a:pt x="183" y="213"/>
                    </a:lnTo>
                    <a:lnTo>
                      <a:pt x="273" y="122"/>
                    </a:lnTo>
                    <a:lnTo>
                      <a:pt x="380" y="61"/>
                    </a:lnTo>
                    <a:lnTo>
                      <a:pt x="501" y="16"/>
                    </a:lnTo>
                    <a:lnTo>
                      <a:pt x="622" y="1"/>
                    </a:lnTo>
                    <a:lnTo>
                      <a:pt x="622" y="1"/>
                    </a:lnTo>
                    <a:lnTo>
                      <a:pt x="743" y="16"/>
                    </a:lnTo>
                    <a:lnTo>
                      <a:pt x="865" y="61"/>
                    </a:lnTo>
                    <a:lnTo>
                      <a:pt x="971" y="122"/>
                    </a:lnTo>
                    <a:lnTo>
                      <a:pt x="1062" y="213"/>
                    </a:lnTo>
                    <a:lnTo>
                      <a:pt x="1138" y="334"/>
                    </a:lnTo>
                    <a:lnTo>
                      <a:pt x="1198" y="455"/>
                    </a:lnTo>
                    <a:lnTo>
                      <a:pt x="1229" y="592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895"/>
                    </a:lnTo>
                    <a:lnTo>
                      <a:pt x="1198" y="1047"/>
                    </a:lnTo>
                    <a:lnTo>
                      <a:pt x="1138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5" y="1441"/>
                    </a:lnTo>
                    <a:lnTo>
                      <a:pt x="743" y="1486"/>
                    </a:lnTo>
                    <a:lnTo>
                      <a:pt x="622" y="150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7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fill="none" extrusionOk="0">
                    <a:moveTo>
                      <a:pt x="622" y="1501"/>
                    </a:moveTo>
                    <a:lnTo>
                      <a:pt x="622" y="1501"/>
                    </a:lnTo>
                    <a:lnTo>
                      <a:pt x="501" y="1486"/>
                    </a:lnTo>
                    <a:lnTo>
                      <a:pt x="380" y="1440"/>
                    </a:lnTo>
                    <a:lnTo>
                      <a:pt x="274" y="1364"/>
                    </a:lnTo>
                    <a:lnTo>
                      <a:pt x="183" y="1274"/>
                    </a:lnTo>
                    <a:lnTo>
                      <a:pt x="107" y="1167"/>
                    </a:lnTo>
                    <a:lnTo>
                      <a:pt x="46" y="1046"/>
                    </a:lnTo>
                    <a:lnTo>
                      <a:pt x="16" y="895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591"/>
                    </a:lnTo>
                    <a:lnTo>
                      <a:pt x="46" y="455"/>
                    </a:lnTo>
                    <a:lnTo>
                      <a:pt x="107" y="334"/>
                    </a:lnTo>
                    <a:lnTo>
                      <a:pt x="183" y="227"/>
                    </a:lnTo>
                    <a:lnTo>
                      <a:pt x="274" y="136"/>
                    </a:lnTo>
                    <a:lnTo>
                      <a:pt x="380" y="61"/>
                    </a:lnTo>
                    <a:lnTo>
                      <a:pt x="501" y="15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4" y="15"/>
                    </a:lnTo>
                    <a:lnTo>
                      <a:pt x="865" y="61"/>
                    </a:lnTo>
                    <a:lnTo>
                      <a:pt x="971" y="136"/>
                    </a:lnTo>
                    <a:lnTo>
                      <a:pt x="1062" y="227"/>
                    </a:lnTo>
                    <a:lnTo>
                      <a:pt x="1138" y="334"/>
                    </a:lnTo>
                    <a:lnTo>
                      <a:pt x="1198" y="455"/>
                    </a:lnTo>
                    <a:lnTo>
                      <a:pt x="1229" y="591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895"/>
                    </a:lnTo>
                    <a:lnTo>
                      <a:pt x="1198" y="1046"/>
                    </a:lnTo>
                    <a:lnTo>
                      <a:pt x="1138" y="1167"/>
                    </a:lnTo>
                    <a:lnTo>
                      <a:pt x="1062" y="1274"/>
                    </a:lnTo>
                    <a:lnTo>
                      <a:pt x="971" y="1364"/>
                    </a:lnTo>
                    <a:lnTo>
                      <a:pt x="865" y="1440"/>
                    </a:lnTo>
                    <a:lnTo>
                      <a:pt x="744" y="1486"/>
                    </a:lnTo>
                    <a:lnTo>
                      <a:pt x="622" y="15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7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fill="none" extrusionOk="0">
                    <a:moveTo>
                      <a:pt x="622" y="1486"/>
                    </a:moveTo>
                    <a:lnTo>
                      <a:pt x="622" y="1486"/>
                    </a:lnTo>
                    <a:lnTo>
                      <a:pt x="501" y="1471"/>
                    </a:lnTo>
                    <a:lnTo>
                      <a:pt x="379" y="1441"/>
                    </a:lnTo>
                    <a:lnTo>
                      <a:pt x="273" y="1365"/>
                    </a:lnTo>
                    <a:lnTo>
                      <a:pt x="182" y="1274"/>
                    </a:lnTo>
                    <a:lnTo>
                      <a:pt x="106" y="1168"/>
                    </a:lnTo>
                    <a:lnTo>
                      <a:pt x="46" y="1031"/>
                    </a:lnTo>
                    <a:lnTo>
                      <a:pt x="15" y="895"/>
                    </a:lnTo>
                    <a:lnTo>
                      <a:pt x="0" y="743"/>
                    </a:lnTo>
                    <a:lnTo>
                      <a:pt x="0" y="743"/>
                    </a:lnTo>
                    <a:lnTo>
                      <a:pt x="15" y="592"/>
                    </a:lnTo>
                    <a:lnTo>
                      <a:pt x="46" y="455"/>
                    </a:lnTo>
                    <a:lnTo>
                      <a:pt x="106" y="334"/>
                    </a:lnTo>
                    <a:lnTo>
                      <a:pt x="182" y="213"/>
                    </a:lnTo>
                    <a:lnTo>
                      <a:pt x="273" y="122"/>
                    </a:lnTo>
                    <a:lnTo>
                      <a:pt x="379" y="61"/>
                    </a:lnTo>
                    <a:lnTo>
                      <a:pt x="501" y="16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3" y="16"/>
                    </a:lnTo>
                    <a:lnTo>
                      <a:pt x="864" y="61"/>
                    </a:lnTo>
                    <a:lnTo>
                      <a:pt x="971" y="122"/>
                    </a:lnTo>
                    <a:lnTo>
                      <a:pt x="1062" y="213"/>
                    </a:lnTo>
                    <a:lnTo>
                      <a:pt x="1137" y="334"/>
                    </a:lnTo>
                    <a:lnTo>
                      <a:pt x="1198" y="455"/>
                    </a:lnTo>
                    <a:lnTo>
                      <a:pt x="1228" y="592"/>
                    </a:lnTo>
                    <a:lnTo>
                      <a:pt x="1243" y="743"/>
                    </a:lnTo>
                    <a:lnTo>
                      <a:pt x="1243" y="743"/>
                    </a:lnTo>
                    <a:lnTo>
                      <a:pt x="1228" y="895"/>
                    </a:lnTo>
                    <a:lnTo>
                      <a:pt x="1198" y="1031"/>
                    </a:lnTo>
                    <a:lnTo>
                      <a:pt x="1137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4" y="1441"/>
                    </a:lnTo>
                    <a:lnTo>
                      <a:pt x="743" y="1471"/>
                    </a:lnTo>
                    <a:lnTo>
                      <a:pt x="622" y="1486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7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2"/>
                    </a:moveTo>
                    <a:lnTo>
                      <a:pt x="622" y="1502"/>
                    </a:lnTo>
                    <a:lnTo>
                      <a:pt x="501" y="1486"/>
                    </a:lnTo>
                    <a:lnTo>
                      <a:pt x="380" y="1441"/>
                    </a:lnTo>
                    <a:lnTo>
                      <a:pt x="274" y="1380"/>
                    </a:lnTo>
                    <a:lnTo>
                      <a:pt x="183" y="1289"/>
                    </a:lnTo>
                    <a:lnTo>
                      <a:pt x="107" y="1168"/>
                    </a:lnTo>
                    <a:lnTo>
                      <a:pt x="61" y="1047"/>
                    </a:lnTo>
                    <a:lnTo>
                      <a:pt x="16" y="910"/>
                    </a:lnTo>
                    <a:lnTo>
                      <a:pt x="1" y="759"/>
                    </a:lnTo>
                    <a:lnTo>
                      <a:pt x="1" y="759"/>
                    </a:lnTo>
                    <a:lnTo>
                      <a:pt x="16" y="607"/>
                    </a:lnTo>
                    <a:lnTo>
                      <a:pt x="61" y="471"/>
                    </a:lnTo>
                    <a:lnTo>
                      <a:pt x="107" y="334"/>
                    </a:lnTo>
                    <a:lnTo>
                      <a:pt x="183" y="228"/>
                    </a:lnTo>
                    <a:lnTo>
                      <a:pt x="274" y="137"/>
                    </a:lnTo>
                    <a:lnTo>
                      <a:pt x="380" y="61"/>
                    </a:lnTo>
                    <a:lnTo>
                      <a:pt x="501" y="16"/>
                    </a:lnTo>
                    <a:lnTo>
                      <a:pt x="622" y="1"/>
                    </a:lnTo>
                    <a:lnTo>
                      <a:pt x="622" y="1"/>
                    </a:lnTo>
                    <a:lnTo>
                      <a:pt x="759" y="16"/>
                    </a:lnTo>
                    <a:lnTo>
                      <a:pt x="865" y="61"/>
                    </a:lnTo>
                    <a:lnTo>
                      <a:pt x="971" y="137"/>
                    </a:lnTo>
                    <a:lnTo>
                      <a:pt x="1062" y="228"/>
                    </a:lnTo>
                    <a:lnTo>
                      <a:pt x="1138" y="334"/>
                    </a:lnTo>
                    <a:lnTo>
                      <a:pt x="1198" y="471"/>
                    </a:lnTo>
                    <a:lnTo>
                      <a:pt x="1229" y="607"/>
                    </a:lnTo>
                    <a:lnTo>
                      <a:pt x="1244" y="759"/>
                    </a:lnTo>
                    <a:lnTo>
                      <a:pt x="1244" y="759"/>
                    </a:lnTo>
                    <a:lnTo>
                      <a:pt x="1229" y="910"/>
                    </a:lnTo>
                    <a:lnTo>
                      <a:pt x="1198" y="1047"/>
                    </a:lnTo>
                    <a:lnTo>
                      <a:pt x="1138" y="1168"/>
                    </a:lnTo>
                    <a:lnTo>
                      <a:pt x="1062" y="1289"/>
                    </a:lnTo>
                    <a:lnTo>
                      <a:pt x="971" y="1380"/>
                    </a:lnTo>
                    <a:lnTo>
                      <a:pt x="865" y="1441"/>
                    </a:lnTo>
                    <a:lnTo>
                      <a:pt x="759" y="1486"/>
                    </a:lnTo>
                    <a:lnTo>
                      <a:pt x="622" y="150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7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501"/>
                    </a:moveTo>
                    <a:lnTo>
                      <a:pt x="622" y="1501"/>
                    </a:lnTo>
                    <a:lnTo>
                      <a:pt x="501" y="1486"/>
                    </a:lnTo>
                    <a:lnTo>
                      <a:pt x="379" y="1441"/>
                    </a:lnTo>
                    <a:lnTo>
                      <a:pt x="273" y="1365"/>
                    </a:lnTo>
                    <a:lnTo>
                      <a:pt x="182" y="1274"/>
                    </a:lnTo>
                    <a:lnTo>
                      <a:pt x="106" y="1168"/>
                    </a:lnTo>
                    <a:lnTo>
                      <a:pt x="46" y="1046"/>
                    </a:lnTo>
                    <a:lnTo>
                      <a:pt x="15" y="910"/>
                    </a:lnTo>
                    <a:lnTo>
                      <a:pt x="0" y="758"/>
                    </a:lnTo>
                    <a:lnTo>
                      <a:pt x="0" y="758"/>
                    </a:lnTo>
                    <a:lnTo>
                      <a:pt x="15" y="607"/>
                    </a:lnTo>
                    <a:lnTo>
                      <a:pt x="46" y="455"/>
                    </a:lnTo>
                    <a:lnTo>
                      <a:pt x="106" y="334"/>
                    </a:lnTo>
                    <a:lnTo>
                      <a:pt x="182" y="228"/>
                    </a:lnTo>
                    <a:lnTo>
                      <a:pt x="273" y="137"/>
                    </a:lnTo>
                    <a:lnTo>
                      <a:pt x="379" y="61"/>
                    </a:lnTo>
                    <a:lnTo>
                      <a:pt x="501" y="16"/>
                    </a:lnTo>
                    <a:lnTo>
                      <a:pt x="622" y="0"/>
                    </a:lnTo>
                    <a:lnTo>
                      <a:pt x="622" y="0"/>
                    </a:lnTo>
                    <a:lnTo>
                      <a:pt x="743" y="16"/>
                    </a:lnTo>
                    <a:lnTo>
                      <a:pt x="864" y="61"/>
                    </a:lnTo>
                    <a:lnTo>
                      <a:pt x="971" y="137"/>
                    </a:lnTo>
                    <a:lnTo>
                      <a:pt x="1062" y="228"/>
                    </a:lnTo>
                    <a:lnTo>
                      <a:pt x="1137" y="334"/>
                    </a:lnTo>
                    <a:lnTo>
                      <a:pt x="1198" y="455"/>
                    </a:lnTo>
                    <a:lnTo>
                      <a:pt x="1228" y="607"/>
                    </a:lnTo>
                    <a:lnTo>
                      <a:pt x="1243" y="758"/>
                    </a:lnTo>
                    <a:lnTo>
                      <a:pt x="1243" y="758"/>
                    </a:lnTo>
                    <a:lnTo>
                      <a:pt x="1228" y="910"/>
                    </a:lnTo>
                    <a:lnTo>
                      <a:pt x="1198" y="1046"/>
                    </a:lnTo>
                    <a:lnTo>
                      <a:pt x="1137" y="1168"/>
                    </a:lnTo>
                    <a:lnTo>
                      <a:pt x="1062" y="1274"/>
                    </a:lnTo>
                    <a:lnTo>
                      <a:pt x="971" y="1365"/>
                    </a:lnTo>
                    <a:lnTo>
                      <a:pt x="864" y="1441"/>
                    </a:lnTo>
                    <a:lnTo>
                      <a:pt x="743" y="1486"/>
                    </a:lnTo>
                    <a:lnTo>
                      <a:pt x="622" y="15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7"/>
              <p:cNvSpPr/>
              <p:nvPr/>
            </p:nvSpPr>
            <p:spPr>
              <a:xfrm>
                <a:off x="6151754" y="1955861"/>
                <a:ext cx="758698" cy="3157671"/>
              </a:xfrm>
              <a:custGeom>
                <a:avLst/>
                <a:gdLst/>
                <a:ahLst/>
                <a:cxnLst/>
                <a:rect l="l" t="t" r="r" b="b"/>
                <a:pathLst>
                  <a:path w="22530" h="93769" fill="none" extrusionOk="0">
                    <a:moveTo>
                      <a:pt x="9870" y="0"/>
                    </a:moveTo>
                    <a:lnTo>
                      <a:pt x="7444" y="0"/>
                    </a:lnTo>
                    <a:lnTo>
                      <a:pt x="7444" y="0"/>
                    </a:lnTo>
                    <a:lnTo>
                      <a:pt x="7490" y="3047"/>
                    </a:lnTo>
                    <a:lnTo>
                      <a:pt x="7596" y="11234"/>
                    </a:lnTo>
                    <a:lnTo>
                      <a:pt x="7657" y="16783"/>
                    </a:lnTo>
                    <a:lnTo>
                      <a:pt x="7717" y="23075"/>
                    </a:lnTo>
                    <a:lnTo>
                      <a:pt x="7778" y="29912"/>
                    </a:lnTo>
                    <a:lnTo>
                      <a:pt x="7823" y="37098"/>
                    </a:lnTo>
                    <a:lnTo>
                      <a:pt x="7823" y="37098"/>
                    </a:lnTo>
                    <a:lnTo>
                      <a:pt x="7930" y="37128"/>
                    </a:lnTo>
                    <a:lnTo>
                      <a:pt x="8036" y="37189"/>
                    </a:lnTo>
                    <a:lnTo>
                      <a:pt x="8127" y="37265"/>
                    </a:lnTo>
                    <a:lnTo>
                      <a:pt x="8202" y="37356"/>
                    </a:lnTo>
                    <a:lnTo>
                      <a:pt x="8263" y="37462"/>
                    </a:lnTo>
                    <a:lnTo>
                      <a:pt x="8324" y="37583"/>
                    </a:lnTo>
                    <a:lnTo>
                      <a:pt x="8354" y="37705"/>
                    </a:lnTo>
                    <a:lnTo>
                      <a:pt x="8354" y="37841"/>
                    </a:lnTo>
                    <a:lnTo>
                      <a:pt x="8354" y="37841"/>
                    </a:lnTo>
                    <a:lnTo>
                      <a:pt x="8354" y="37993"/>
                    </a:lnTo>
                    <a:lnTo>
                      <a:pt x="8324" y="38114"/>
                    </a:lnTo>
                    <a:lnTo>
                      <a:pt x="8263" y="38235"/>
                    </a:lnTo>
                    <a:lnTo>
                      <a:pt x="8202" y="38341"/>
                    </a:lnTo>
                    <a:lnTo>
                      <a:pt x="8127" y="38432"/>
                    </a:lnTo>
                    <a:lnTo>
                      <a:pt x="8036" y="38508"/>
                    </a:lnTo>
                    <a:lnTo>
                      <a:pt x="7930" y="38554"/>
                    </a:lnTo>
                    <a:lnTo>
                      <a:pt x="7823" y="38584"/>
                    </a:lnTo>
                    <a:lnTo>
                      <a:pt x="7823" y="38584"/>
                    </a:lnTo>
                    <a:lnTo>
                      <a:pt x="7839" y="45103"/>
                    </a:lnTo>
                    <a:lnTo>
                      <a:pt x="7854" y="51607"/>
                    </a:lnTo>
                    <a:lnTo>
                      <a:pt x="7854" y="51607"/>
                    </a:lnTo>
                    <a:lnTo>
                      <a:pt x="7975" y="51546"/>
                    </a:lnTo>
                    <a:lnTo>
                      <a:pt x="8096" y="51501"/>
                    </a:lnTo>
                    <a:lnTo>
                      <a:pt x="8218" y="51470"/>
                    </a:lnTo>
                    <a:lnTo>
                      <a:pt x="8354" y="51455"/>
                    </a:lnTo>
                    <a:lnTo>
                      <a:pt x="8354" y="51455"/>
                    </a:lnTo>
                    <a:lnTo>
                      <a:pt x="8475" y="51470"/>
                    </a:lnTo>
                    <a:lnTo>
                      <a:pt x="8581" y="51486"/>
                    </a:lnTo>
                    <a:lnTo>
                      <a:pt x="8688" y="51516"/>
                    </a:lnTo>
                    <a:lnTo>
                      <a:pt x="8794" y="51561"/>
                    </a:lnTo>
                    <a:lnTo>
                      <a:pt x="8900" y="51622"/>
                    </a:lnTo>
                    <a:lnTo>
                      <a:pt x="8991" y="51683"/>
                    </a:lnTo>
                    <a:lnTo>
                      <a:pt x="9067" y="51758"/>
                    </a:lnTo>
                    <a:lnTo>
                      <a:pt x="9158" y="51849"/>
                    </a:lnTo>
                    <a:lnTo>
                      <a:pt x="9218" y="51940"/>
                    </a:lnTo>
                    <a:lnTo>
                      <a:pt x="9294" y="52046"/>
                    </a:lnTo>
                    <a:lnTo>
                      <a:pt x="9339" y="52168"/>
                    </a:lnTo>
                    <a:lnTo>
                      <a:pt x="9385" y="52274"/>
                    </a:lnTo>
                    <a:lnTo>
                      <a:pt x="9430" y="52410"/>
                    </a:lnTo>
                    <a:lnTo>
                      <a:pt x="9461" y="52532"/>
                    </a:lnTo>
                    <a:lnTo>
                      <a:pt x="9476" y="52668"/>
                    </a:lnTo>
                    <a:lnTo>
                      <a:pt x="9476" y="52805"/>
                    </a:lnTo>
                    <a:lnTo>
                      <a:pt x="9476" y="52805"/>
                    </a:lnTo>
                    <a:lnTo>
                      <a:pt x="9476" y="52941"/>
                    </a:lnTo>
                    <a:lnTo>
                      <a:pt x="9461" y="53077"/>
                    </a:lnTo>
                    <a:lnTo>
                      <a:pt x="9430" y="53199"/>
                    </a:lnTo>
                    <a:lnTo>
                      <a:pt x="9385" y="53335"/>
                    </a:lnTo>
                    <a:lnTo>
                      <a:pt x="9339" y="53441"/>
                    </a:lnTo>
                    <a:lnTo>
                      <a:pt x="9294" y="53563"/>
                    </a:lnTo>
                    <a:lnTo>
                      <a:pt x="9218" y="53654"/>
                    </a:lnTo>
                    <a:lnTo>
                      <a:pt x="9158" y="53760"/>
                    </a:lnTo>
                    <a:lnTo>
                      <a:pt x="9067" y="53851"/>
                    </a:lnTo>
                    <a:lnTo>
                      <a:pt x="8991" y="53926"/>
                    </a:lnTo>
                    <a:lnTo>
                      <a:pt x="8900" y="53987"/>
                    </a:lnTo>
                    <a:lnTo>
                      <a:pt x="8794" y="54048"/>
                    </a:lnTo>
                    <a:lnTo>
                      <a:pt x="8688" y="54093"/>
                    </a:lnTo>
                    <a:lnTo>
                      <a:pt x="8581" y="54123"/>
                    </a:lnTo>
                    <a:lnTo>
                      <a:pt x="8475" y="54139"/>
                    </a:lnTo>
                    <a:lnTo>
                      <a:pt x="8354" y="54154"/>
                    </a:lnTo>
                    <a:lnTo>
                      <a:pt x="8354" y="54154"/>
                    </a:lnTo>
                    <a:lnTo>
                      <a:pt x="8218" y="54139"/>
                    </a:lnTo>
                    <a:lnTo>
                      <a:pt x="8096" y="54108"/>
                    </a:lnTo>
                    <a:lnTo>
                      <a:pt x="7960" y="54063"/>
                    </a:lnTo>
                    <a:lnTo>
                      <a:pt x="7854" y="54002"/>
                    </a:lnTo>
                    <a:lnTo>
                      <a:pt x="7854" y="54002"/>
                    </a:lnTo>
                    <a:lnTo>
                      <a:pt x="7839" y="57717"/>
                    </a:lnTo>
                    <a:lnTo>
                      <a:pt x="7839" y="57717"/>
                    </a:lnTo>
                    <a:lnTo>
                      <a:pt x="7945" y="57732"/>
                    </a:lnTo>
                    <a:lnTo>
                      <a:pt x="8051" y="57762"/>
                    </a:lnTo>
                    <a:lnTo>
                      <a:pt x="8142" y="57792"/>
                    </a:lnTo>
                    <a:lnTo>
                      <a:pt x="8233" y="57853"/>
                    </a:lnTo>
                    <a:lnTo>
                      <a:pt x="8324" y="57914"/>
                    </a:lnTo>
                    <a:lnTo>
                      <a:pt x="8415" y="57974"/>
                    </a:lnTo>
                    <a:lnTo>
                      <a:pt x="8490" y="58050"/>
                    </a:lnTo>
                    <a:lnTo>
                      <a:pt x="8566" y="58141"/>
                    </a:lnTo>
                    <a:lnTo>
                      <a:pt x="8627" y="58232"/>
                    </a:lnTo>
                    <a:lnTo>
                      <a:pt x="8688" y="58338"/>
                    </a:lnTo>
                    <a:lnTo>
                      <a:pt x="8733" y="58444"/>
                    </a:lnTo>
                    <a:lnTo>
                      <a:pt x="8779" y="58550"/>
                    </a:lnTo>
                    <a:lnTo>
                      <a:pt x="8809" y="58672"/>
                    </a:lnTo>
                    <a:lnTo>
                      <a:pt x="8839" y="58793"/>
                    </a:lnTo>
                    <a:lnTo>
                      <a:pt x="8854" y="58929"/>
                    </a:lnTo>
                    <a:lnTo>
                      <a:pt x="8854" y="59051"/>
                    </a:lnTo>
                    <a:lnTo>
                      <a:pt x="8854" y="59051"/>
                    </a:lnTo>
                    <a:lnTo>
                      <a:pt x="8854" y="59187"/>
                    </a:lnTo>
                    <a:lnTo>
                      <a:pt x="8839" y="59308"/>
                    </a:lnTo>
                    <a:lnTo>
                      <a:pt x="8809" y="59445"/>
                    </a:lnTo>
                    <a:lnTo>
                      <a:pt x="8779" y="59551"/>
                    </a:lnTo>
                    <a:lnTo>
                      <a:pt x="8733" y="59672"/>
                    </a:lnTo>
                    <a:lnTo>
                      <a:pt x="8688" y="59778"/>
                    </a:lnTo>
                    <a:lnTo>
                      <a:pt x="8627" y="59885"/>
                    </a:lnTo>
                    <a:lnTo>
                      <a:pt x="8551" y="59975"/>
                    </a:lnTo>
                    <a:lnTo>
                      <a:pt x="8490" y="60066"/>
                    </a:lnTo>
                    <a:lnTo>
                      <a:pt x="8400" y="60142"/>
                    </a:lnTo>
                    <a:lnTo>
                      <a:pt x="8324" y="60203"/>
                    </a:lnTo>
                    <a:lnTo>
                      <a:pt x="8233" y="60264"/>
                    </a:lnTo>
                    <a:lnTo>
                      <a:pt x="8142" y="60324"/>
                    </a:lnTo>
                    <a:lnTo>
                      <a:pt x="8036" y="60355"/>
                    </a:lnTo>
                    <a:lnTo>
                      <a:pt x="7930" y="60385"/>
                    </a:lnTo>
                    <a:lnTo>
                      <a:pt x="7823" y="60400"/>
                    </a:lnTo>
                    <a:lnTo>
                      <a:pt x="7823" y="60400"/>
                    </a:lnTo>
                    <a:lnTo>
                      <a:pt x="7778" y="66752"/>
                    </a:lnTo>
                    <a:lnTo>
                      <a:pt x="7732" y="69739"/>
                    </a:lnTo>
                    <a:lnTo>
                      <a:pt x="7687" y="72589"/>
                    </a:lnTo>
                    <a:lnTo>
                      <a:pt x="7687" y="72589"/>
                    </a:lnTo>
                    <a:lnTo>
                      <a:pt x="7732" y="72589"/>
                    </a:lnTo>
                    <a:lnTo>
                      <a:pt x="7732" y="72589"/>
                    </a:lnTo>
                    <a:lnTo>
                      <a:pt x="7869" y="72604"/>
                    </a:lnTo>
                    <a:lnTo>
                      <a:pt x="7975" y="72650"/>
                    </a:lnTo>
                    <a:lnTo>
                      <a:pt x="8081" y="72710"/>
                    </a:lnTo>
                    <a:lnTo>
                      <a:pt x="8172" y="72801"/>
                    </a:lnTo>
                    <a:lnTo>
                      <a:pt x="8248" y="72907"/>
                    </a:lnTo>
                    <a:lnTo>
                      <a:pt x="8309" y="73044"/>
                    </a:lnTo>
                    <a:lnTo>
                      <a:pt x="8354" y="73180"/>
                    </a:lnTo>
                    <a:lnTo>
                      <a:pt x="8354" y="73332"/>
                    </a:lnTo>
                    <a:lnTo>
                      <a:pt x="8354" y="73332"/>
                    </a:lnTo>
                    <a:lnTo>
                      <a:pt x="8354" y="73484"/>
                    </a:lnTo>
                    <a:lnTo>
                      <a:pt x="8309" y="73620"/>
                    </a:lnTo>
                    <a:lnTo>
                      <a:pt x="8248" y="73741"/>
                    </a:lnTo>
                    <a:lnTo>
                      <a:pt x="8172" y="73863"/>
                    </a:lnTo>
                    <a:lnTo>
                      <a:pt x="8081" y="73954"/>
                    </a:lnTo>
                    <a:lnTo>
                      <a:pt x="7975" y="74014"/>
                    </a:lnTo>
                    <a:lnTo>
                      <a:pt x="7869" y="74060"/>
                    </a:lnTo>
                    <a:lnTo>
                      <a:pt x="7732" y="74075"/>
                    </a:lnTo>
                    <a:lnTo>
                      <a:pt x="7732" y="74075"/>
                    </a:lnTo>
                    <a:lnTo>
                      <a:pt x="7657" y="74075"/>
                    </a:lnTo>
                    <a:lnTo>
                      <a:pt x="7657" y="74075"/>
                    </a:lnTo>
                    <a:lnTo>
                      <a:pt x="7596" y="76470"/>
                    </a:lnTo>
                    <a:lnTo>
                      <a:pt x="7535" y="78714"/>
                    </a:lnTo>
                    <a:lnTo>
                      <a:pt x="7460" y="80761"/>
                    </a:lnTo>
                    <a:lnTo>
                      <a:pt x="7369" y="82625"/>
                    </a:lnTo>
                    <a:lnTo>
                      <a:pt x="7369" y="82625"/>
                    </a:lnTo>
                    <a:lnTo>
                      <a:pt x="7551" y="82565"/>
                    </a:lnTo>
                    <a:lnTo>
                      <a:pt x="7641" y="82550"/>
                    </a:lnTo>
                    <a:lnTo>
                      <a:pt x="7732" y="82550"/>
                    </a:lnTo>
                    <a:lnTo>
                      <a:pt x="7732" y="82550"/>
                    </a:lnTo>
                    <a:lnTo>
                      <a:pt x="7854" y="82550"/>
                    </a:lnTo>
                    <a:lnTo>
                      <a:pt x="7960" y="82580"/>
                    </a:lnTo>
                    <a:lnTo>
                      <a:pt x="8066" y="82610"/>
                    </a:lnTo>
                    <a:lnTo>
                      <a:pt x="8172" y="82656"/>
                    </a:lnTo>
                    <a:lnTo>
                      <a:pt x="8278" y="82716"/>
                    </a:lnTo>
                    <a:lnTo>
                      <a:pt x="8369" y="82777"/>
                    </a:lnTo>
                    <a:lnTo>
                      <a:pt x="8445" y="82853"/>
                    </a:lnTo>
                    <a:lnTo>
                      <a:pt x="8536" y="82944"/>
                    </a:lnTo>
                    <a:lnTo>
                      <a:pt x="8597" y="83035"/>
                    </a:lnTo>
                    <a:lnTo>
                      <a:pt x="8672" y="83141"/>
                    </a:lnTo>
                    <a:lnTo>
                      <a:pt x="8718" y="83247"/>
                    </a:lnTo>
                    <a:lnTo>
                      <a:pt x="8763" y="83368"/>
                    </a:lnTo>
                    <a:lnTo>
                      <a:pt x="8809" y="83490"/>
                    </a:lnTo>
                    <a:lnTo>
                      <a:pt x="8839" y="83626"/>
                    </a:lnTo>
                    <a:lnTo>
                      <a:pt x="8854" y="83762"/>
                    </a:lnTo>
                    <a:lnTo>
                      <a:pt x="8854" y="83899"/>
                    </a:lnTo>
                    <a:lnTo>
                      <a:pt x="8854" y="83899"/>
                    </a:lnTo>
                    <a:lnTo>
                      <a:pt x="8854" y="84035"/>
                    </a:lnTo>
                    <a:lnTo>
                      <a:pt x="8839" y="84172"/>
                    </a:lnTo>
                    <a:lnTo>
                      <a:pt x="8809" y="84293"/>
                    </a:lnTo>
                    <a:lnTo>
                      <a:pt x="8763" y="84414"/>
                    </a:lnTo>
                    <a:lnTo>
                      <a:pt x="8718" y="84536"/>
                    </a:lnTo>
                    <a:lnTo>
                      <a:pt x="8672" y="84642"/>
                    </a:lnTo>
                    <a:lnTo>
                      <a:pt x="8597" y="84748"/>
                    </a:lnTo>
                    <a:lnTo>
                      <a:pt x="8536" y="84854"/>
                    </a:lnTo>
                    <a:lnTo>
                      <a:pt x="8445" y="84930"/>
                    </a:lnTo>
                    <a:lnTo>
                      <a:pt x="8369" y="85006"/>
                    </a:lnTo>
                    <a:lnTo>
                      <a:pt x="8278" y="85081"/>
                    </a:lnTo>
                    <a:lnTo>
                      <a:pt x="8172" y="85142"/>
                    </a:lnTo>
                    <a:lnTo>
                      <a:pt x="8066" y="85188"/>
                    </a:lnTo>
                    <a:lnTo>
                      <a:pt x="7960" y="85218"/>
                    </a:lnTo>
                    <a:lnTo>
                      <a:pt x="7854" y="85233"/>
                    </a:lnTo>
                    <a:lnTo>
                      <a:pt x="7732" y="85248"/>
                    </a:lnTo>
                    <a:lnTo>
                      <a:pt x="7732" y="85248"/>
                    </a:lnTo>
                    <a:lnTo>
                      <a:pt x="7596" y="85233"/>
                    </a:lnTo>
                    <a:lnTo>
                      <a:pt x="7460" y="85203"/>
                    </a:lnTo>
                    <a:lnTo>
                      <a:pt x="7338" y="85157"/>
                    </a:lnTo>
                    <a:lnTo>
                      <a:pt x="7217" y="85081"/>
                    </a:lnTo>
                    <a:lnTo>
                      <a:pt x="7217" y="85081"/>
                    </a:lnTo>
                    <a:lnTo>
                      <a:pt x="7126" y="85824"/>
                    </a:lnTo>
                    <a:lnTo>
                      <a:pt x="7020" y="86522"/>
                    </a:lnTo>
                    <a:lnTo>
                      <a:pt x="6944" y="86840"/>
                    </a:lnTo>
                    <a:lnTo>
                      <a:pt x="6868" y="87158"/>
                    </a:lnTo>
                    <a:lnTo>
                      <a:pt x="6792" y="87462"/>
                    </a:lnTo>
                    <a:lnTo>
                      <a:pt x="6702" y="87750"/>
                    </a:lnTo>
                    <a:lnTo>
                      <a:pt x="6702" y="87750"/>
                    </a:lnTo>
                    <a:lnTo>
                      <a:pt x="6823" y="87780"/>
                    </a:lnTo>
                    <a:lnTo>
                      <a:pt x="6914" y="87841"/>
                    </a:lnTo>
                    <a:lnTo>
                      <a:pt x="7005" y="87917"/>
                    </a:lnTo>
                    <a:lnTo>
                      <a:pt x="7081" y="88007"/>
                    </a:lnTo>
                    <a:lnTo>
                      <a:pt x="7156" y="88114"/>
                    </a:lnTo>
                    <a:lnTo>
                      <a:pt x="7202" y="88220"/>
                    </a:lnTo>
                    <a:lnTo>
                      <a:pt x="7232" y="88356"/>
                    </a:lnTo>
                    <a:lnTo>
                      <a:pt x="7247" y="88493"/>
                    </a:lnTo>
                    <a:lnTo>
                      <a:pt x="7247" y="88493"/>
                    </a:lnTo>
                    <a:lnTo>
                      <a:pt x="7232" y="88644"/>
                    </a:lnTo>
                    <a:lnTo>
                      <a:pt x="7187" y="88781"/>
                    </a:lnTo>
                    <a:lnTo>
                      <a:pt x="7141" y="88917"/>
                    </a:lnTo>
                    <a:lnTo>
                      <a:pt x="7065" y="89023"/>
                    </a:lnTo>
                    <a:lnTo>
                      <a:pt x="6959" y="89114"/>
                    </a:lnTo>
                    <a:lnTo>
                      <a:pt x="6853" y="89175"/>
                    </a:lnTo>
                    <a:lnTo>
                      <a:pt x="6747" y="89220"/>
                    </a:lnTo>
                    <a:lnTo>
                      <a:pt x="6626" y="89235"/>
                    </a:lnTo>
                    <a:lnTo>
                      <a:pt x="6626" y="89235"/>
                    </a:lnTo>
                    <a:lnTo>
                      <a:pt x="6489" y="89220"/>
                    </a:lnTo>
                    <a:lnTo>
                      <a:pt x="6383" y="89190"/>
                    </a:lnTo>
                    <a:lnTo>
                      <a:pt x="6277" y="89114"/>
                    </a:lnTo>
                    <a:lnTo>
                      <a:pt x="6186" y="89023"/>
                    </a:lnTo>
                    <a:lnTo>
                      <a:pt x="6186" y="89023"/>
                    </a:lnTo>
                    <a:lnTo>
                      <a:pt x="5959" y="89417"/>
                    </a:lnTo>
                    <a:lnTo>
                      <a:pt x="5731" y="89766"/>
                    </a:lnTo>
                    <a:lnTo>
                      <a:pt x="5731" y="89766"/>
                    </a:lnTo>
                    <a:lnTo>
                      <a:pt x="5837" y="89948"/>
                    </a:lnTo>
                    <a:lnTo>
                      <a:pt x="5928" y="90160"/>
                    </a:lnTo>
                    <a:lnTo>
                      <a:pt x="5974" y="90388"/>
                    </a:lnTo>
                    <a:lnTo>
                      <a:pt x="5989" y="90509"/>
                    </a:lnTo>
                    <a:lnTo>
                      <a:pt x="6004" y="90630"/>
                    </a:lnTo>
                    <a:lnTo>
                      <a:pt x="6004" y="90630"/>
                    </a:lnTo>
                    <a:lnTo>
                      <a:pt x="5989" y="90782"/>
                    </a:lnTo>
                    <a:lnTo>
                      <a:pt x="5974" y="90903"/>
                    </a:lnTo>
                    <a:lnTo>
                      <a:pt x="5944" y="91040"/>
                    </a:lnTo>
                    <a:lnTo>
                      <a:pt x="5913" y="91161"/>
                    </a:lnTo>
                    <a:lnTo>
                      <a:pt x="5868" y="91282"/>
                    </a:lnTo>
                    <a:lnTo>
                      <a:pt x="5807" y="91388"/>
                    </a:lnTo>
                    <a:lnTo>
                      <a:pt x="5746" y="91494"/>
                    </a:lnTo>
                    <a:lnTo>
                      <a:pt x="5671" y="91585"/>
                    </a:lnTo>
                    <a:lnTo>
                      <a:pt x="5595" y="91676"/>
                    </a:lnTo>
                    <a:lnTo>
                      <a:pt x="5504" y="91752"/>
                    </a:lnTo>
                    <a:lnTo>
                      <a:pt x="5413" y="91828"/>
                    </a:lnTo>
                    <a:lnTo>
                      <a:pt x="5307" y="91873"/>
                    </a:lnTo>
                    <a:lnTo>
                      <a:pt x="5216" y="91919"/>
                    </a:lnTo>
                    <a:lnTo>
                      <a:pt x="5110" y="91964"/>
                    </a:lnTo>
                    <a:lnTo>
                      <a:pt x="4988" y="91980"/>
                    </a:lnTo>
                    <a:lnTo>
                      <a:pt x="4882" y="91980"/>
                    </a:lnTo>
                    <a:lnTo>
                      <a:pt x="4882" y="91980"/>
                    </a:lnTo>
                    <a:lnTo>
                      <a:pt x="4731" y="91964"/>
                    </a:lnTo>
                    <a:lnTo>
                      <a:pt x="4579" y="91934"/>
                    </a:lnTo>
                    <a:lnTo>
                      <a:pt x="4427" y="91873"/>
                    </a:lnTo>
                    <a:lnTo>
                      <a:pt x="4306" y="91798"/>
                    </a:lnTo>
                    <a:lnTo>
                      <a:pt x="4185" y="91691"/>
                    </a:lnTo>
                    <a:lnTo>
                      <a:pt x="4079" y="91570"/>
                    </a:lnTo>
                    <a:lnTo>
                      <a:pt x="3988" y="91449"/>
                    </a:lnTo>
                    <a:lnTo>
                      <a:pt x="3897" y="91297"/>
                    </a:lnTo>
                    <a:lnTo>
                      <a:pt x="3897" y="91297"/>
                    </a:lnTo>
                    <a:lnTo>
                      <a:pt x="3578" y="91434"/>
                    </a:lnTo>
                    <a:lnTo>
                      <a:pt x="3245" y="91555"/>
                    </a:lnTo>
                    <a:lnTo>
                      <a:pt x="2896" y="91646"/>
                    </a:lnTo>
                    <a:lnTo>
                      <a:pt x="2532" y="91737"/>
                    </a:lnTo>
                    <a:lnTo>
                      <a:pt x="2169" y="91798"/>
                    </a:lnTo>
                    <a:lnTo>
                      <a:pt x="1790" y="91828"/>
                    </a:lnTo>
                    <a:lnTo>
                      <a:pt x="1410" y="91858"/>
                    </a:lnTo>
                    <a:lnTo>
                      <a:pt x="1016" y="91858"/>
                    </a:lnTo>
                    <a:lnTo>
                      <a:pt x="1016" y="91858"/>
                    </a:lnTo>
                    <a:lnTo>
                      <a:pt x="516" y="91858"/>
                    </a:lnTo>
                    <a:lnTo>
                      <a:pt x="1" y="91813"/>
                    </a:lnTo>
                    <a:lnTo>
                      <a:pt x="1" y="91813"/>
                    </a:lnTo>
                    <a:lnTo>
                      <a:pt x="910" y="92283"/>
                    </a:lnTo>
                    <a:lnTo>
                      <a:pt x="1805" y="92768"/>
                    </a:lnTo>
                    <a:lnTo>
                      <a:pt x="2699" y="93268"/>
                    </a:lnTo>
                    <a:lnTo>
                      <a:pt x="3594" y="93769"/>
                    </a:lnTo>
                    <a:lnTo>
                      <a:pt x="17829" y="93769"/>
                    </a:lnTo>
                    <a:lnTo>
                      <a:pt x="17829" y="93769"/>
                    </a:lnTo>
                    <a:lnTo>
                      <a:pt x="18982" y="93147"/>
                    </a:lnTo>
                    <a:lnTo>
                      <a:pt x="19558" y="92859"/>
                    </a:lnTo>
                    <a:lnTo>
                      <a:pt x="20149" y="92556"/>
                    </a:lnTo>
                    <a:lnTo>
                      <a:pt x="20725" y="92283"/>
                    </a:lnTo>
                    <a:lnTo>
                      <a:pt x="21316" y="92010"/>
                    </a:lnTo>
                    <a:lnTo>
                      <a:pt x="21923" y="91752"/>
                    </a:lnTo>
                    <a:lnTo>
                      <a:pt x="22529" y="91510"/>
                    </a:lnTo>
                    <a:lnTo>
                      <a:pt x="22529" y="91510"/>
                    </a:lnTo>
                    <a:lnTo>
                      <a:pt x="21938" y="91631"/>
                    </a:lnTo>
                    <a:lnTo>
                      <a:pt x="21362" y="91752"/>
                    </a:lnTo>
                    <a:lnTo>
                      <a:pt x="20786" y="91858"/>
                    </a:lnTo>
                    <a:lnTo>
                      <a:pt x="20225" y="91934"/>
                    </a:lnTo>
                    <a:lnTo>
                      <a:pt x="19664" y="92010"/>
                    </a:lnTo>
                    <a:lnTo>
                      <a:pt x="19103" y="92071"/>
                    </a:lnTo>
                    <a:lnTo>
                      <a:pt x="18557" y="92101"/>
                    </a:lnTo>
                    <a:lnTo>
                      <a:pt x="18011" y="92116"/>
                    </a:lnTo>
                    <a:lnTo>
                      <a:pt x="18011" y="92116"/>
                    </a:lnTo>
                    <a:lnTo>
                      <a:pt x="17511" y="92101"/>
                    </a:lnTo>
                    <a:lnTo>
                      <a:pt x="17026" y="92071"/>
                    </a:lnTo>
                    <a:lnTo>
                      <a:pt x="16541" y="92010"/>
                    </a:lnTo>
                    <a:lnTo>
                      <a:pt x="16086" y="91919"/>
                    </a:lnTo>
                    <a:lnTo>
                      <a:pt x="15631" y="91813"/>
                    </a:lnTo>
                    <a:lnTo>
                      <a:pt x="15191" y="91661"/>
                    </a:lnTo>
                    <a:lnTo>
                      <a:pt x="14979" y="91570"/>
                    </a:lnTo>
                    <a:lnTo>
                      <a:pt x="14767" y="91479"/>
                    </a:lnTo>
                    <a:lnTo>
                      <a:pt x="14570" y="91388"/>
                    </a:lnTo>
                    <a:lnTo>
                      <a:pt x="14373" y="91282"/>
                    </a:lnTo>
                    <a:lnTo>
                      <a:pt x="14373" y="91282"/>
                    </a:lnTo>
                    <a:lnTo>
                      <a:pt x="14282" y="91434"/>
                    </a:lnTo>
                    <a:lnTo>
                      <a:pt x="14191" y="91570"/>
                    </a:lnTo>
                    <a:lnTo>
                      <a:pt x="14085" y="91691"/>
                    </a:lnTo>
                    <a:lnTo>
                      <a:pt x="13963" y="91782"/>
                    </a:lnTo>
                    <a:lnTo>
                      <a:pt x="13827" y="91873"/>
                    </a:lnTo>
                    <a:lnTo>
                      <a:pt x="13691" y="91934"/>
                    </a:lnTo>
                    <a:lnTo>
                      <a:pt x="13539" y="91964"/>
                    </a:lnTo>
                    <a:lnTo>
                      <a:pt x="13387" y="91980"/>
                    </a:lnTo>
                    <a:lnTo>
                      <a:pt x="13387" y="91980"/>
                    </a:lnTo>
                    <a:lnTo>
                      <a:pt x="13266" y="91980"/>
                    </a:lnTo>
                    <a:lnTo>
                      <a:pt x="13160" y="91964"/>
                    </a:lnTo>
                    <a:lnTo>
                      <a:pt x="13054" y="91919"/>
                    </a:lnTo>
                    <a:lnTo>
                      <a:pt x="12948" y="91873"/>
                    </a:lnTo>
                    <a:lnTo>
                      <a:pt x="12842" y="91828"/>
                    </a:lnTo>
                    <a:lnTo>
                      <a:pt x="12751" y="91752"/>
                    </a:lnTo>
                    <a:lnTo>
                      <a:pt x="12675" y="91676"/>
                    </a:lnTo>
                    <a:lnTo>
                      <a:pt x="12584" y="91585"/>
                    </a:lnTo>
                    <a:lnTo>
                      <a:pt x="12523" y="91494"/>
                    </a:lnTo>
                    <a:lnTo>
                      <a:pt x="12447" y="91388"/>
                    </a:lnTo>
                    <a:lnTo>
                      <a:pt x="12402" y="91282"/>
                    </a:lnTo>
                    <a:lnTo>
                      <a:pt x="12356" y="91161"/>
                    </a:lnTo>
                    <a:lnTo>
                      <a:pt x="12311" y="91040"/>
                    </a:lnTo>
                    <a:lnTo>
                      <a:pt x="12281" y="90903"/>
                    </a:lnTo>
                    <a:lnTo>
                      <a:pt x="12265" y="90782"/>
                    </a:lnTo>
                    <a:lnTo>
                      <a:pt x="12265" y="90630"/>
                    </a:lnTo>
                    <a:lnTo>
                      <a:pt x="12265" y="90630"/>
                    </a:lnTo>
                    <a:lnTo>
                      <a:pt x="12265" y="90494"/>
                    </a:lnTo>
                    <a:lnTo>
                      <a:pt x="12281" y="90342"/>
                    </a:lnTo>
                    <a:lnTo>
                      <a:pt x="12326" y="90221"/>
                    </a:lnTo>
                    <a:lnTo>
                      <a:pt x="12356" y="90084"/>
                    </a:lnTo>
                    <a:lnTo>
                      <a:pt x="12417" y="89963"/>
                    </a:lnTo>
                    <a:lnTo>
                      <a:pt x="12478" y="89842"/>
                    </a:lnTo>
                    <a:lnTo>
                      <a:pt x="12554" y="89736"/>
                    </a:lnTo>
                    <a:lnTo>
                      <a:pt x="12629" y="89645"/>
                    </a:lnTo>
                    <a:lnTo>
                      <a:pt x="12629" y="89645"/>
                    </a:lnTo>
                    <a:lnTo>
                      <a:pt x="12447" y="89357"/>
                    </a:lnTo>
                    <a:lnTo>
                      <a:pt x="12281" y="89054"/>
                    </a:lnTo>
                    <a:lnTo>
                      <a:pt x="12129" y="88750"/>
                    </a:lnTo>
                    <a:lnTo>
                      <a:pt x="11977" y="88402"/>
                    </a:lnTo>
                    <a:lnTo>
                      <a:pt x="11977" y="88402"/>
                    </a:lnTo>
                    <a:lnTo>
                      <a:pt x="11886" y="88447"/>
                    </a:lnTo>
                    <a:lnTo>
                      <a:pt x="11780" y="88477"/>
                    </a:lnTo>
                    <a:lnTo>
                      <a:pt x="11689" y="88493"/>
                    </a:lnTo>
                    <a:lnTo>
                      <a:pt x="11583" y="88493"/>
                    </a:lnTo>
                    <a:lnTo>
                      <a:pt x="11583" y="88493"/>
                    </a:lnTo>
                    <a:lnTo>
                      <a:pt x="11462" y="88493"/>
                    </a:lnTo>
                    <a:lnTo>
                      <a:pt x="11356" y="88462"/>
                    </a:lnTo>
                    <a:lnTo>
                      <a:pt x="11250" y="88432"/>
                    </a:lnTo>
                    <a:lnTo>
                      <a:pt x="11144" y="88386"/>
                    </a:lnTo>
                    <a:lnTo>
                      <a:pt x="11053" y="88326"/>
                    </a:lnTo>
                    <a:lnTo>
                      <a:pt x="10946" y="88265"/>
                    </a:lnTo>
                    <a:lnTo>
                      <a:pt x="10871" y="88189"/>
                    </a:lnTo>
                    <a:lnTo>
                      <a:pt x="10795" y="88098"/>
                    </a:lnTo>
                    <a:lnTo>
                      <a:pt x="10719" y="88007"/>
                    </a:lnTo>
                    <a:lnTo>
                      <a:pt x="10658" y="87901"/>
                    </a:lnTo>
                    <a:lnTo>
                      <a:pt x="10598" y="87795"/>
                    </a:lnTo>
                    <a:lnTo>
                      <a:pt x="10552" y="87674"/>
                    </a:lnTo>
                    <a:lnTo>
                      <a:pt x="10507" y="87553"/>
                    </a:lnTo>
                    <a:lnTo>
                      <a:pt x="10477" y="87416"/>
                    </a:lnTo>
                    <a:lnTo>
                      <a:pt x="10461" y="87280"/>
                    </a:lnTo>
                    <a:lnTo>
                      <a:pt x="10461" y="87143"/>
                    </a:lnTo>
                    <a:lnTo>
                      <a:pt x="10461" y="87143"/>
                    </a:lnTo>
                    <a:lnTo>
                      <a:pt x="10477" y="86916"/>
                    </a:lnTo>
                    <a:lnTo>
                      <a:pt x="10522" y="86688"/>
                    </a:lnTo>
                    <a:lnTo>
                      <a:pt x="10598" y="86491"/>
                    </a:lnTo>
                    <a:lnTo>
                      <a:pt x="10704" y="86309"/>
                    </a:lnTo>
                    <a:lnTo>
                      <a:pt x="10825" y="86143"/>
                    </a:lnTo>
                    <a:lnTo>
                      <a:pt x="10977" y="86021"/>
                    </a:lnTo>
                    <a:lnTo>
                      <a:pt x="11128" y="85915"/>
                    </a:lnTo>
                    <a:lnTo>
                      <a:pt x="11219" y="85870"/>
                    </a:lnTo>
                    <a:lnTo>
                      <a:pt x="11310" y="85839"/>
                    </a:lnTo>
                    <a:lnTo>
                      <a:pt x="11310" y="85839"/>
                    </a:lnTo>
                    <a:lnTo>
                      <a:pt x="11235" y="85233"/>
                    </a:lnTo>
                    <a:lnTo>
                      <a:pt x="11174" y="84596"/>
                    </a:lnTo>
                    <a:lnTo>
                      <a:pt x="11174" y="84596"/>
                    </a:lnTo>
                    <a:lnTo>
                      <a:pt x="11083" y="83035"/>
                    </a:lnTo>
                    <a:lnTo>
                      <a:pt x="11007" y="81261"/>
                    </a:lnTo>
                    <a:lnTo>
                      <a:pt x="10931" y="79305"/>
                    </a:lnTo>
                    <a:lnTo>
                      <a:pt x="10856" y="77168"/>
                    </a:lnTo>
                    <a:lnTo>
                      <a:pt x="10856" y="77168"/>
                    </a:lnTo>
                    <a:lnTo>
                      <a:pt x="10765" y="77213"/>
                    </a:lnTo>
                    <a:lnTo>
                      <a:pt x="10658" y="77228"/>
                    </a:lnTo>
                    <a:lnTo>
                      <a:pt x="10567" y="77243"/>
                    </a:lnTo>
                    <a:lnTo>
                      <a:pt x="10461" y="77259"/>
                    </a:lnTo>
                    <a:lnTo>
                      <a:pt x="10461" y="77259"/>
                    </a:lnTo>
                    <a:lnTo>
                      <a:pt x="10340" y="77243"/>
                    </a:lnTo>
                    <a:lnTo>
                      <a:pt x="10234" y="77228"/>
                    </a:lnTo>
                    <a:lnTo>
                      <a:pt x="10128" y="77198"/>
                    </a:lnTo>
                    <a:lnTo>
                      <a:pt x="10022" y="77152"/>
                    </a:lnTo>
                    <a:lnTo>
                      <a:pt x="9931" y="77092"/>
                    </a:lnTo>
                    <a:lnTo>
                      <a:pt x="9840" y="77031"/>
                    </a:lnTo>
                    <a:lnTo>
                      <a:pt x="9749" y="76955"/>
                    </a:lnTo>
                    <a:lnTo>
                      <a:pt x="9673" y="76864"/>
                    </a:lnTo>
                    <a:lnTo>
                      <a:pt x="9597" y="76758"/>
                    </a:lnTo>
                    <a:lnTo>
                      <a:pt x="9537" y="76667"/>
                    </a:lnTo>
                    <a:lnTo>
                      <a:pt x="9476" y="76546"/>
                    </a:lnTo>
                    <a:lnTo>
                      <a:pt x="9430" y="76440"/>
                    </a:lnTo>
                    <a:lnTo>
                      <a:pt x="9385" y="76303"/>
                    </a:lnTo>
                    <a:lnTo>
                      <a:pt x="9370" y="76182"/>
                    </a:lnTo>
                    <a:lnTo>
                      <a:pt x="9339" y="76046"/>
                    </a:lnTo>
                    <a:lnTo>
                      <a:pt x="9339" y="75909"/>
                    </a:lnTo>
                    <a:lnTo>
                      <a:pt x="9339" y="75909"/>
                    </a:lnTo>
                    <a:lnTo>
                      <a:pt x="9339" y="75773"/>
                    </a:lnTo>
                    <a:lnTo>
                      <a:pt x="9370" y="75636"/>
                    </a:lnTo>
                    <a:lnTo>
                      <a:pt x="9385" y="75515"/>
                    </a:lnTo>
                    <a:lnTo>
                      <a:pt x="9430" y="75379"/>
                    </a:lnTo>
                    <a:lnTo>
                      <a:pt x="9476" y="75273"/>
                    </a:lnTo>
                    <a:lnTo>
                      <a:pt x="9537" y="75151"/>
                    </a:lnTo>
                    <a:lnTo>
                      <a:pt x="9597" y="75045"/>
                    </a:lnTo>
                    <a:lnTo>
                      <a:pt x="9673" y="74954"/>
                    </a:lnTo>
                    <a:lnTo>
                      <a:pt x="9749" y="74863"/>
                    </a:lnTo>
                    <a:lnTo>
                      <a:pt x="9840" y="74787"/>
                    </a:lnTo>
                    <a:lnTo>
                      <a:pt x="9931" y="74727"/>
                    </a:lnTo>
                    <a:lnTo>
                      <a:pt x="10022" y="74666"/>
                    </a:lnTo>
                    <a:lnTo>
                      <a:pt x="10128" y="74621"/>
                    </a:lnTo>
                    <a:lnTo>
                      <a:pt x="10234" y="74590"/>
                    </a:lnTo>
                    <a:lnTo>
                      <a:pt x="10340" y="74575"/>
                    </a:lnTo>
                    <a:lnTo>
                      <a:pt x="10461" y="74560"/>
                    </a:lnTo>
                    <a:lnTo>
                      <a:pt x="10461" y="74560"/>
                    </a:lnTo>
                    <a:lnTo>
                      <a:pt x="10628" y="74575"/>
                    </a:lnTo>
                    <a:lnTo>
                      <a:pt x="10795" y="74621"/>
                    </a:lnTo>
                    <a:lnTo>
                      <a:pt x="10795" y="74621"/>
                    </a:lnTo>
                    <a:lnTo>
                      <a:pt x="10719" y="71058"/>
                    </a:lnTo>
                    <a:lnTo>
                      <a:pt x="10719" y="71058"/>
                    </a:lnTo>
                    <a:lnTo>
                      <a:pt x="10704" y="71012"/>
                    </a:lnTo>
                    <a:lnTo>
                      <a:pt x="10689" y="70876"/>
                    </a:lnTo>
                    <a:lnTo>
                      <a:pt x="10643" y="70406"/>
                    </a:lnTo>
                    <a:lnTo>
                      <a:pt x="10613" y="69633"/>
                    </a:lnTo>
                    <a:lnTo>
                      <a:pt x="10567" y="68602"/>
                    </a:lnTo>
                    <a:lnTo>
                      <a:pt x="10492" y="65812"/>
                    </a:lnTo>
                    <a:lnTo>
                      <a:pt x="10416" y="62143"/>
                    </a:lnTo>
                    <a:lnTo>
                      <a:pt x="10355" y="57762"/>
                    </a:lnTo>
                    <a:lnTo>
                      <a:pt x="10295" y="52805"/>
                    </a:lnTo>
                    <a:lnTo>
                      <a:pt x="10173" y="41722"/>
                    </a:lnTo>
                    <a:lnTo>
                      <a:pt x="10173" y="41722"/>
                    </a:lnTo>
                    <a:lnTo>
                      <a:pt x="9991" y="41646"/>
                    </a:lnTo>
                    <a:lnTo>
                      <a:pt x="9840" y="41540"/>
                    </a:lnTo>
                    <a:lnTo>
                      <a:pt x="9703" y="41419"/>
                    </a:lnTo>
                    <a:lnTo>
                      <a:pt x="9582" y="41252"/>
                    </a:lnTo>
                    <a:lnTo>
                      <a:pt x="9476" y="41070"/>
                    </a:lnTo>
                    <a:lnTo>
                      <a:pt x="9400" y="40873"/>
                    </a:lnTo>
                    <a:lnTo>
                      <a:pt x="9355" y="40661"/>
                    </a:lnTo>
                    <a:lnTo>
                      <a:pt x="9339" y="40418"/>
                    </a:lnTo>
                    <a:lnTo>
                      <a:pt x="9339" y="40418"/>
                    </a:lnTo>
                    <a:lnTo>
                      <a:pt x="9355" y="40206"/>
                    </a:lnTo>
                    <a:lnTo>
                      <a:pt x="9400" y="39994"/>
                    </a:lnTo>
                    <a:lnTo>
                      <a:pt x="9476" y="39782"/>
                    </a:lnTo>
                    <a:lnTo>
                      <a:pt x="9567" y="39615"/>
                    </a:lnTo>
                    <a:lnTo>
                      <a:pt x="9688" y="39448"/>
                    </a:lnTo>
                    <a:lnTo>
                      <a:pt x="9825" y="39312"/>
                    </a:lnTo>
                    <a:lnTo>
                      <a:pt x="9976" y="39205"/>
                    </a:lnTo>
                    <a:lnTo>
                      <a:pt x="10143" y="39130"/>
                    </a:lnTo>
                    <a:lnTo>
                      <a:pt x="10143" y="39130"/>
                    </a:lnTo>
                    <a:lnTo>
                      <a:pt x="10037" y="25045"/>
                    </a:lnTo>
                    <a:lnTo>
                      <a:pt x="9946" y="12492"/>
                    </a:lnTo>
                    <a:lnTo>
                      <a:pt x="987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7"/>
              <p:cNvSpPr/>
              <p:nvPr/>
            </p:nvSpPr>
            <p:spPr>
              <a:xfrm>
                <a:off x="4925405" y="5113606"/>
                <a:ext cx="815373" cy="393156"/>
              </a:xfrm>
              <a:custGeom>
                <a:avLst/>
                <a:gdLst/>
                <a:ahLst/>
                <a:cxnLst/>
                <a:rect l="l" t="t" r="r" b="b"/>
                <a:pathLst>
                  <a:path w="24213" h="11675" extrusionOk="0">
                    <a:moveTo>
                      <a:pt x="19270" y="1"/>
                    </a:moveTo>
                    <a:lnTo>
                      <a:pt x="18527" y="319"/>
                    </a:lnTo>
                    <a:lnTo>
                      <a:pt x="17784" y="652"/>
                    </a:lnTo>
                    <a:lnTo>
                      <a:pt x="17072" y="1031"/>
                    </a:lnTo>
                    <a:lnTo>
                      <a:pt x="16374" y="1426"/>
                    </a:lnTo>
                    <a:lnTo>
                      <a:pt x="15692" y="1850"/>
                    </a:lnTo>
                    <a:lnTo>
                      <a:pt x="15040" y="2305"/>
                    </a:lnTo>
                    <a:lnTo>
                      <a:pt x="14722" y="2547"/>
                    </a:lnTo>
                    <a:lnTo>
                      <a:pt x="14419" y="2790"/>
                    </a:lnTo>
                    <a:lnTo>
                      <a:pt x="14100" y="3048"/>
                    </a:lnTo>
                    <a:lnTo>
                      <a:pt x="13812" y="3306"/>
                    </a:lnTo>
                    <a:lnTo>
                      <a:pt x="13509" y="3578"/>
                    </a:lnTo>
                    <a:lnTo>
                      <a:pt x="13221" y="3851"/>
                    </a:lnTo>
                    <a:lnTo>
                      <a:pt x="12948" y="4124"/>
                    </a:lnTo>
                    <a:lnTo>
                      <a:pt x="12675" y="4412"/>
                    </a:lnTo>
                    <a:lnTo>
                      <a:pt x="12402" y="4715"/>
                    </a:lnTo>
                    <a:lnTo>
                      <a:pt x="12144" y="5019"/>
                    </a:lnTo>
                    <a:lnTo>
                      <a:pt x="11887" y="5322"/>
                    </a:lnTo>
                    <a:lnTo>
                      <a:pt x="11644" y="5640"/>
                    </a:lnTo>
                    <a:lnTo>
                      <a:pt x="11417" y="5974"/>
                    </a:lnTo>
                    <a:lnTo>
                      <a:pt x="11189" y="6307"/>
                    </a:lnTo>
                    <a:lnTo>
                      <a:pt x="10962" y="6641"/>
                    </a:lnTo>
                    <a:lnTo>
                      <a:pt x="10750" y="6990"/>
                    </a:lnTo>
                    <a:lnTo>
                      <a:pt x="10553" y="7338"/>
                    </a:lnTo>
                    <a:lnTo>
                      <a:pt x="10356" y="7702"/>
                    </a:lnTo>
                    <a:lnTo>
                      <a:pt x="10158" y="8066"/>
                    </a:lnTo>
                    <a:lnTo>
                      <a:pt x="9992" y="8445"/>
                    </a:lnTo>
                    <a:lnTo>
                      <a:pt x="9461" y="8293"/>
                    </a:lnTo>
                    <a:lnTo>
                      <a:pt x="8915" y="8142"/>
                    </a:lnTo>
                    <a:lnTo>
                      <a:pt x="8370" y="8005"/>
                    </a:lnTo>
                    <a:lnTo>
                      <a:pt x="7793" y="7869"/>
                    </a:lnTo>
                    <a:lnTo>
                      <a:pt x="7232" y="7763"/>
                    </a:lnTo>
                    <a:lnTo>
                      <a:pt x="6656" y="7657"/>
                    </a:lnTo>
                    <a:lnTo>
                      <a:pt x="6080" y="7550"/>
                    </a:lnTo>
                    <a:lnTo>
                      <a:pt x="5489" y="7460"/>
                    </a:lnTo>
                    <a:lnTo>
                      <a:pt x="4322" y="7308"/>
                    </a:lnTo>
                    <a:lnTo>
                      <a:pt x="3139" y="7187"/>
                    </a:lnTo>
                    <a:lnTo>
                      <a:pt x="1987" y="7081"/>
                    </a:lnTo>
                    <a:lnTo>
                      <a:pt x="850" y="7005"/>
                    </a:lnTo>
                    <a:lnTo>
                      <a:pt x="668" y="7520"/>
                    </a:lnTo>
                    <a:lnTo>
                      <a:pt x="516" y="8051"/>
                    </a:lnTo>
                    <a:lnTo>
                      <a:pt x="365" y="8581"/>
                    </a:lnTo>
                    <a:lnTo>
                      <a:pt x="259" y="9112"/>
                    </a:lnTo>
                    <a:lnTo>
                      <a:pt x="152" y="9658"/>
                    </a:lnTo>
                    <a:lnTo>
                      <a:pt x="77" y="10204"/>
                    </a:lnTo>
                    <a:lnTo>
                      <a:pt x="31" y="10749"/>
                    </a:lnTo>
                    <a:lnTo>
                      <a:pt x="1" y="11310"/>
                    </a:lnTo>
                    <a:lnTo>
                      <a:pt x="971" y="11265"/>
                    </a:lnTo>
                    <a:lnTo>
                      <a:pt x="1957" y="11235"/>
                    </a:lnTo>
                    <a:lnTo>
                      <a:pt x="2972" y="11204"/>
                    </a:lnTo>
                    <a:lnTo>
                      <a:pt x="3988" y="11189"/>
                    </a:lnTo>
                    <a:lnTo>
                      <a:pt x="4731" y="11204"/>
                    </a:lnTo>
                    <a:lnTo>
                      <a:pt x="5489" y="11219"/>
                    </a:lnTo>
                    <a:lnTo>
                      <a:pt x="6232" y="11250"/>
                    </a:lnTo>
                    <a:lnTo>
                      <a:pt x="6975" y="11295"/>
                    </a:lnTo>
                    <a:lnTo>
                      <a:pt x="7702" y="11356"/>
                    </a:lnTo>
                    <a:lnTo>
                      <a:pt x="8430" y="11447"/>
                    </a:lnTo>
                    <a:lnTo>
                      <a:pt x="9143" y="11538"/>
                    </a:lnTo>
                    <a:lnTo>
                      <a:pt x="9840" y="11674"/>
                    </a:lnTo>
                    <a:lnTo>
                      <a:pt x="10022" y="11144"/>
                    </a:lnTo>
                    <a:lnTo>
                      <a:pt x="10219" y="10628"/>
                    </a:lnTo>
                    <a:lnTo>
                      <a:pt x="10431" y="10128"/>
                    </a:lnTo>
                    <a:lnTo>
                      <a:pt x="10659" y="9627"/>
                    </a:lnTo>
                    <a:lnTo>
                      <a:pt x="10901" y="9158"/>
                    </a:lnTo>
                    <a:lnTo>
                      <a:pt x="11174" y="8688"/>
                    </a:lnTo>
                    <a:lnTo>
                      <a:pt x="11447" y="8218"/>
                    </a:lnTo>
                    <a:lnTo>
                      <a:pt x="11735" y="7778"/>
                    </a:lnTo>
                    <a:lnTo>
                      <a:pt x="12054" y="7338"/>
                    </a:lnTo>
                    <a:lnTo>
                      <a:pt x="12372" y="6914"/>
                    </a:lnTo>
                    <a:lnTo>
                      <a:pt x="12705" y="6504"/>
                    </a:lnTo>
                    <a:lnTo>
                      <a:pt x="13054" y="6095"/>
                    </a:lnTo>
                    <a:lnTo>
                      <a:pt x="13418" y="5716"/>
                    </a:lnTo>
                    <a:lnTo>
                      <a:pt x="13797" y="5337"/>
                    </a:lnTo>
                    <a:lnTo>
                      <a:pt x="14176" y="4958"/>
                    </a:lnTo>
                    <a:lnTo>
                      <a:pt x="14570" y="4609"/>
                    </a:lnTo>
                    <a:lnTo>
                      <a:pt x="14980" y="4261"/>
                    </a:lnTo>
                    <a:lnTo>
                      <a:pt x="15404" y="3927"/>
                    </a:lnTo>
                    <a:lnTo>
                      <a:pt x="15844" y="3609"/>
                    </a:lnTo>
                    <a:lnTo>
                      <a:pt x="16283" y="3306"/>
                    </a:lnTo>
                    <a:lnTo>
                      <a:pt x="16723" y="3002"/>
                    </a:lnTo>
                    <a:lnTo>
                      <a:pt x="17193" y="2714"/>
                    </a:lnTo>
                    <a:lnTo>
                      <a:pt x="17663" y="2441"/>
                    </a:lnTo>
                    <a:lnTo>
                      <a:pt x="18133" y="2184"/>
                    </a:lnTo>
                    <a:lnTo>
                      <a:pt x="18618" y="1926"/>
                    </a:lnTo>
                    <a:lnTo>
                      <a:pt x="19118" y="1698"/>
                    </a:lnTo>
                    <a:lnTo>
                      <a:pt x="19619" y="1471"/>
                    </a:lnTo>
                    <a:lnTo>
                      <a:pt x="20119" y="1259"/>
                    </a:lnTo>
                    <a:lnTo>
                      <a:pt x="20634" y="1047"/>
                    </a:lnTo>
                    <a:lnTo>
                      <a:pt x="21165" y="865"/>
                    </a:lnTo>
                    <a:lnTo>
                      <a:pt x="21680" y="683"/>
                    </a:lnTo>
                    <a:lnTo>
                      <a:pt x="22226" y="516"/>
                    </a:lnTo>
                    <a:lnTo>
                      <a:pt x="22711" y="380"/>
                    </a:lnTo>
                    <a:lnTo>
                      <a:pt x="23212" y="243"/>
                    </a:lnTo>
                    <a:lnTo>
                      <a:pt x="23712" y="122"/>
                    </a:lnTo>
                    <a:lnTo>
                      <a:pt x="24212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7"/>
              <p:cNvSpPr/>
              <p:nvPr/>
            </p:nvSpPr>
            <p:spPr>
              <a:xfrm>
                <a:off x="4925405" y="5113606"/>
                <a:ext cx="815373" cy="393156"/>
              </a:xfrm>
              <a:custGeom>
                <a:avLst/>
                <a:gdLst/>
                <a:ahLst/>
                <a:cxnLst/>
                <a:rect l="l" t="t" r="r" b="b"/>
                <a:pathLst>
                  <a:path w="24213" h="11675" fill="none" extrusionOk="0">
                    <a:moveTo>
                      <a:pt x="24212" y="1"/>
                    </a:moveTo>
                    <a:lnTo>
                      <a:pt x="19270" y="1"/>
                    </a:lnTo>
                    <a:lnTo>
                      <a:pt x="19270" y="1"/>
                    </a:lnTo>
                    <a:lnTo>
                      <a:pt x="18527" y="319"/>
                    </a:lnTo>
                    <a:lnTo>
                      <a:pt x="17784" y="652"/>
                    </a:lnTo>
                    <a:lnTo>
                      <a:pt x="17072" y="1031"/>
                    </a:lnTo>
                    <a:lnTo>
                      <a:pt x="16374" y="1426"/>
                    </a:lnTo>
                    <a:lnTo>
                      <a:pt x="15692" y="1850"/>
                    </a:lnTo>
                    <a:lnTo>
                      <a:pt x="15040" y="2305"/>
                    </a:lnTo>
                    <a:lnTo>
                      <a:pt x="14722" y="2547"/>
                    </a:lnTo>
                    <a:lnTo>
                      <a:pt x="14419" y="2790"/>
                    </a:lnTo>
                    <a:lnTo>
                      <a:pt x="14100" y="3048"/>
                    </a:lnTo>
                    <a:lnTo>
                      <a:pt x="13812" y="3306"/>
                    </a:lnTo>
                    <a:lnTo>
                      <a:pt x="13509" y="3578"/>
                    </a:lnTo>
                    <a:lnTo>
                      <a:pt x="13221" y="3851"/>
                    </a:lnTo>
                    <a:lnTo>
                      <a:pt x="12948" y="4124"/>
                    </a:lnTo>
                    <a:lnTo>
                      <a:pt x="12675" y="4412"/>
                    </a:lnTo>
                    <a:lnTo>
                      <a:pt x="12402" y="4715"/>
                    </a:lnTo>
                    <a:lnTo>
                      <a:pt x="12144" y="5019"/>
                    </a:lnTo>
                    <a:lnTo>
                      <a:pt x="11887" y="5322"/>
                    </a:lnTo>
                    <a:lnTo>
                      <a:pt x="11644" y="5640"/>
                    </a:lnTo>
                    <a:lnTo>
                      <a:pt x="11417" y="5974"/>
                    </a:lnTo>
                    <a:lnTo>
                      <a:pt x="11189" y="6307"/>
                    </a:lnTo>
                    <a:lnTo>
                      <a:pt x="10962" y="6641"/>
                    </a:lnTo>
                    <a:lnTo>
                      <a:pt x="10750" y="6990"/>
                    </a:lnTo>
                    <a:lnTo>
                      <a:pt x="10553" y="7338"/>
                    </a:lnTo>
                    <a:lnTo>
                      <a:pt x="10356" y="7702"/>
                    </a:lnTo>
                    <a:lnTo>
                      <a:pt x="10158" y="8066"/>
                    </a:lnTo>
                    <a:lnTo>
                      <a:pt x="9992" y="8445"/>
                    </a:lnTo>
                    <a:lnTo>
                      <a:pt x="9992" y="8445"/>
                    </a:lnTo>
                    <a:lnTo>
                      <a:pt x="9461" y="8293"/>
                    </a:lnTo>
                    <a:lnTo>
                      <a:pt x="8915" y="8142"/>
                    </a:lnTo>
                    <a:lnTo>
                      <a:pt x="8370" y="8005"/>
                    </a:lnTo>
                    <a:lnTo>
                      <a:pt x="7793" y="7869"/>
                    </a:lnTo>
                    <a:lnTo>
                      <a:pt x="7232" y="7763"/>
                    </a:lnTo>
                    <a:lnTo>
                      <a:pt x="6656" y="7657"/>
                    </a:lnTo>
                    <a:lnTo>
                      <a:pt x="6080" y="7550"/>
                    </a:lnTo>
                    <a:lnTo>
                      <a:pt x="5489" y="7460"/>
                    </a:lnTo>
                    <a:lnTo>
                      <a:pt x="4322" y="7308"/>
                    </a:lnTo>
                    <a:lnTo>
                      <a:pt x="3139" y="7187"/>
                    </a:lnTo>
                    <a:lnTo>
                      <a:pt x="1987" y="7081"/>
                    </a:lnTo>
                    <a:lnTo>
                      <a:pt x="850" y="7005"/>
                    </a:lnTo>
                    <a:lnTo>
                      <a:pt x="850" y="7005"/>
                    </a:lnTo>
                    <a:lnTo>
                      <a:pt x="668" y="7520"/>
                    </a:lnTo>
                    <a:lnTo>
                      <a:pt x="516" y="8051"/>
                    </a:lnTo>
                    <a:lnTo>
                      <a:pt x="365" y="8581"/>
                    </a:lnTo>
                    <a:lnTo>
                      <a:pt x="259" y="9112"/>
                    </a:lnTo>
                    <a:lnTo>
                      <a:pt x="152" y="9658"/>
                    </a:lnTo>
                    <a:lnTo>
                      <a:pt x="77" y="10204"/>
                    </a:lnTo>
                    <a:lnTo>
                      <a:pt x="31" y="10749"/>
                    </a:lnTo>
                    <a:lnTo>
                      <a:pt x="1" y="11310"/>
                    </a:lnTo>
                    <a:lnTo>
                      <a:pt x="1" y="11310"/>
                    </a:lnTo>
                    <a:lnTo>
                      <a:pt x="971" y="11265"/>
                    </a:lnTo>
                    <a:lnTo>
                      <a:pt x="1957" y="11235"/>
                    </a:lnTo>
                    <a:lnTo>
                      <a:pt x="2972" y="11204"/>
                    </a:lnTo>
                    <a:lnTo>
                      <a:pt x="3988" y="11189"/>
                    </a:lnTo>
                    <a:lnTo>
                      <a:pt x="3988" y="11189"/>
                    </a:lnTo>
                    <a:lnTo>
                      <a:pt x="4731" y="11204"/>
                    </a:lnTo>
                    <a:lnTo>
                      <a:pt x="5489" y="11219"/>
                    </a:lnTo>
                    <a:lnTo>
                      <a:pt x="6232" y="11250"/>
                    </a:lnTo>
                    <a:lnTo>
                      <a:pt x="6975" y="11295"/>
                    </a:lnTo>
                    <a:lnTo>
                      <a:pt x="7702" y="11356"/>
                    </a:lnTo>
                    <a:lnTo>
                      <a:pt x="8430" y="11447"/>
                    </a:lnTo>
                    <a:lnTo>
                      <a:pt x="9143" y="11538"/>
                    </a:lnTo>
                    <a:lnTo>
                      <a:pt x="9840" y="11674"/>
                    </a:lnTo>
                    <a:lnTo>
                      <a:pt x="9840" y="11674"/>
                    </a:lnTo>
                    <a:lnTo>
                      <a:pt x="10022" y="11144"/>
                    </a:lnTo>
                    <a:lnTo>
                      <a:pt x="10219" y="10628"/>
                    </a:lnTo>
                    <a:lnTo>
                      <a:pt x="10431" y="10128"/>
                    </a:lnTo>
                    <a:lnTo>
                      <a:pt x="10659" y="9627"/>
                    </a:lnTo>
                    <a:lnTo>
                      <a:pt x="10901" y="9158"/>
                    </a:lnTo>
                    <a:lnTo>
                      <a:pt x="11174" y="8688"/>
                    </a:lnTo>
                    <a:lnTo>
                      <a:pt x="11447" y="8218"/>
                    </a:lnTo>
                    <a:lnTo>
                      <a:pt x="11735" y="7778"/>
                    </a:lnTo>
                    <a:lnTo>
                      <a:pt x="12054" y="7338"/>
                    </a:lnTo>
                    <a:lnTo>
                      <a:pt x="12372" y="6914"/>
                    </a:lnTo>
                    <a:lnTo>
                      <a:pt x="12705" y="6504"/>
                    </a:lnTo>
                    <a:lnTo>
                      <a:pt x="13054" y="6095"/>
                    </a:lnTo>
                    <a:lnTo>
                      <a:pt x="13418" y="5716"/>
                    </a:lnTo>
                    <a:lnTo>
                      <a:pt x="13797" y="5337"/>
                    </a:lnTo>
                    <a:lnTo>
                      <a:pt x="14176" y="4958"/>
                    </a:lnTo>
                    <a:lnTo>
                      <a:pt x="14570" y="4609"/>
                    </a:lnTo>
                    <a:lnTo>
                      <a:pt x="14980" y="4261"/>
                    </a:lnTo>
                    <a:lnTo>
                      <a:pt x="15404" y="3927"/>
                    </a:lnTo>
                    <a:lnTo>
                      <a:pt x="15844" y="3609"/>
                    </a:lnTo>
                    <a:lnTo>
                      <a:pt x="16283" y="3306"/>
                    </a:lnTo>
                    <a:lnTo>
                      <a:pt x="16723" y="3002"/>
                    </a:lnTo>
                    <a:lnTo>
                      <a:pt x="17193" y="2714"/>
                    </a:lnTo>
                    <a:lnTo>
                      <a:pt x="17663" y="2441"/>
                    </a:lnTo>
                    <a:lnTo>
                      <a:pt x="18133" y="2184"/>
                    </a:lnTo>
                    <a:lnTo>
                      <a:pt x="18618" y="1926"/>
                    </a:lnTo>
                    <a:lnTo>
                      <a:pt x="19118" y="1698"/>
                    </a:lnTo>
                    <a:lnTo>
                      <a:pt x="19619" y="1471"/>
                    </a:lnTo>
                    <a:lnTo>
                      <a:pt x="20119" y="1259"/>
                    </a:lnTo>
                    <a:lnTo>
                      <a:pt x="20634" y="1047"/>
                    </a:lnTo>
                    <a:lnTo>
                      <a:pt x="21165" y="865"/>
                    </a:lnTo>
                    <a:lnTo>
                      <a:pt x="21680" y="683"/>
                    </a:lnTo>
                    <a:lnTo>
                      <a:pt x="22226" y="516"/>
                    </a:lnTo>
                    <a:lnTo>
                      <a:pt x="22226" y="516"/>
                    </a:lnTo>
                    <a:lnTo>
                      <a:pt x="22711" y="380"/>
                    </a:lnTo>
                    <a:lnTo>
                      <a:pt x="23212" y="243"/>
                    </a:lnTo>
                    <a:lnTo>
                      <a:pt x="23712" y="122"/>
                    </a:lnTo>
                    <a:lnTo>
                      <a:pt x="2421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7"/>
              <p:cNvSpPr/>
              <p:nvPr/>
            </p:nvSpPr>
            <p:spPr>
              <a:xfrm>
                <a:off x="5574310" y="5105962"/>
                <a:ext cx="21485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638" h="228" extrusionOk="0">
                    <a:moveTo>
                      <a:pt x="638" y="0"/>
                    </a:moveTo>
                    <a:lnTo>
                      <a:pt x="1" y="228"/>
                    </a:lnTo>
                    <a:lnTo>
                      <a:pt x="638" y="228"/>
                    </a:lnTo>
                    <a:lnTo>
                      <a:pt x="638" y="0"/>
                    </a:lnTo>
                    <a:close/>
                  </a:path>
                </a:pathLst>
              </a:custGeom>
              <a:solidFill>
                <a:srgbClr val="93CC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7"/>
              <p:cNvSpPr/>
              <p:nvPr/>
            </p:nvSpPr>
            <p:spPr>
              <a:xfrm>
                <a:off x="5574310" y="5105962"/>
                <a:ext cx="166489" cy="7678"/>
              </a:xfrm>
              <a:custGeom>
                <a:avLst/>
                <a:gdLst/>
                <a:ahLst/>
                <a:cxnLst/>
                <a:rect l="l" t="t" r="r" b="b"/>
                <a:pathLst>
                  <a:path w="4944" h="228" fill="none" extrusionOk="0">
                    <a:moveTo>
                      <a:pt x="638" y="0"/>
                    </a:moveTo>
                    <a:lnTo>
                      <a:pt x="638" y="0"/>
                    </a:lnTo>
                    <a:lnTo>
                      <a:pt x="1" y="228"/>
                    </a:lnTo>
                    <a:lnTo>
                      <a:pt x="4943" y="228"/>
                    </a:lnTo>
                    <a:lnTo>
                      <a:pt x="4943" y="228"/>
                    </a:lnTo>
                    <a:lnTo>
                      <a:pt x="638" y="228"/>
                    </a:lnTo>
                    <a:lnTo>
                      <a:pt x="638" y="228"/>
                    </a:lnTo>
                    <a:lnTo>
                      <a:pt x="63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7"/>
              <p:cNvSpPr/>
              <p:nvPr/>
            </p:nvSpPr>
            <p:spPr>
              <a:xfrm>
                <a:off x="6202807" y="5113606"/>
                <a:ext cx="102641" cy="27614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820" extrusionOk="0">
                    <a:moveTo>
                      <a:pt x="1" y="1"/>
                    </a:moveTo>
                    <a:lnTo>
                      <a:pt x="789" y="182"/>
                    </a:lnTo>
                    <a:lnTo>
                      <a:pt x="1547" y="364"/>
                    </a:lnTo>
                    <a:lnTo>
                      <a:pt x="2305" y="592"/>
                    </a:lnTo>
                    <a:lnTo>
                      <a:pt x="3048" y="819"/>
                    </a:lnTo>
                    <a:lnTo>
                      <a:pt x="1774" y="258"/>
                    </a:lnTo>
                    <a:lnTo>
                      <a:pt x="1016" y="1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7"/>
              <p:cNvSpPr/>
              <p:nvPr/>
            </p:nvSpPr>
            <p:spPr>
              <a:xfrm>
                <a:off x="6202807" y="5113606"/>
                <a:ext cx="102641" cy="27614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820" fill="none" extrusionOk="0">
                    <a:moveTo>
                      <a:pt x="1016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789" y="182"/>
                    </a:lnTo>
                    <a:lnTo>
                      <a:pt x="1547" y="364"/>
                    </a:lnTo>
                    <a:lnTo>
                      <a:pt x="2305" y="592"/>
                    </a:lnTo>
                    <a:lnTo>
                      <a:pt x="3048" y="819"/>
                    </a:lnTo>
                    <a:lnTo>
                      <a:pt x="3048" y="819"/>
                    </a:lnTo>
                    <a:lnTo>
                      <a:pt x="1774" y="258"/>
                    </a:lnTo>
                    <a:lnTo>
                      <a:pt x="1774" y="258"/>
                    </a:lnTo>
                    <a:lnTo>
                      <a:pt x="10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7"/>
              <p:cNvSpPr/>
              <p:nvPr/>
            </p:nvSpPr>
            <p:spPr>
              <a:xfrm>
                <a:off x="5595761" y="5058983"/>
                <a:ext cx="641273" cy="54655"/>
              </a:xfrm>
              <a:custGeom>
                <a:avLst/>
                <a:gdLst/>
                <a:ahLst/>
                <a:cxnLst/>
                <a:rect l="l" t="t" r="r" b="b"/>
                <a:pathLst>
                  <a:path w="19043" h="1623" extrusionOk="0">
                    <a:moveTo>
                      <a:pt x="8582" y="0"/>
                    </a:moveTo>
                    <a:lnTo>
                      <a:pt x="7945" y="15"/>
                    </a:lnTo>
                    <a:lnTo>
                      <a:pt x="7323" y="31"/>
                    </a:lnTo>
                    <a:lnTo>
                      <a:pt x="6687" y="61"/>
                    </a:lnTo>
                    <a:lnTo>
                      <a:pt x="6080" y="106"/>
                    </a:lnTo>
                    <a:lnTo>
                      <a:pt x="5459" y="167"/>
                    </a:lnTo>
                    <a:lnTo>
                      <a:pt x="4852" y="243"/>
                    </a:lnTo>
                    <a:lnTo>
                      <a:pt x="4261" y="319"/>
                    </a:lnTo>
                    <a:lnTo>
                      <a:pt x="3670" y="410"/>
                    </a:lnTo>
                    <a:lnTo>
                      <a:pt x="3200" y="501"/>
                    </a:lnTo>
                    <a:lnTo>
                      <a:pt x="2730" y="607"/>
                    </a:lnTo>
                    <a:lnTo>
                      <a:pt x="2260" y="713"/>
                    </a:lnTo>
                    <a:lnTo>
                      <a:pt x="1805" y="834"/>
                    </a:lnTo>
                    <a:lnTo>
                      <a:pt x="1350" y="955"/>
                    </a:lnTo>
                    <a:lnTo>
                      <a:pt x="895" y="1092"/>
                    </a:lnTo>
                    <a:lnTo>
                      <a:pt x="440" y="1228"/>
                    </a:lnTo>
                    <a:lnTo>
                      <a:pt x="1" y="1395"/>
                    </a:lnTo>
                    <a:lnTo>
                      <a:pt x="1" y="1623"/>
                    </a:lnTo>
                    <a:lnTo>
                      <a:pt x="4306" y="1623"/>
                    </a:lnTo>
                    <a:lnTo>
                      <a:pt x="5125" y="1456"/>
                    </a:lnTo>
                    <a:lnTo>
                      <a:pt x="5959" y="1319"/>
                    </a:lnTo>
                    <a:lnTo>
                      <a:pt x="6793" y="1198"/>
                    </a:lnTo>
                    <a:lnTo>
                      <a:pt x="7642" y="1107"/>
                    </a:lnTo>
                    <a:lnTo>
                      <a:pt x="8506" y="1031"/>
                    </a:lnTo>
                    <a:lnTo>
                      <a:pt x="9370" y="971"/>
                    </a:lnTo>
                    <a:lnTo>
                      <a:pt x="10249" y="940"/>
                    </a:lnTo>
                    <a:lnTo>
                      <a:pt x="11993" y="940"/>
                    </a:lnTo>
                    <a:lnTo>
                      <a:pt x="12872" y="986"/>
                    </a:lnTo>
                    <a:lnTo>
                      <a:pt x="13751" y="1031"/>
                    </a:lnTo>
                    <a:lnTo>
                      <a:pt x="14615" y="1107"/>
                    </a:lnTo>
                    <a:lnTo>
                      <a:pt x="15480" y="1198"/>
                    </a:lnTo>
                    <a:lnTo>
                      <a:pt x="16344" y="1319"/>
                    </a:lnTo>
                    <a:lnTo>
                      <a:pt x="17193" y="1456"/>
                    </a:lnTo>
                    <a:lnTo>
                      <a:pt x="18027" y="1623"/>
                    </a:lnTo>
                    <a:lnTo>
                      <a:pt x="19042" y="1623"/>
                    </a:lnTo>
                    <a:lnTo>
                      <a:pt x="18421" y="1425"/>
                    </a:lnTo>
                    <a:lnTo>
                      <a:pt x="17784" y="1259"/>
                    </a:lnTo>
                    <a:lnTo>
                      <a:pt x="17162" y="1092"/>
                    </a:lnTo>
                    <a:lnTo>
                      <a:pt x="16511" y="925"/>
                    </a:lnTo>
                    <a:lnTo>
                      <a:pt x="15859" y="789"/>
                    </a:lnTo>
                    <a:lnTo>
                      <a:pt x="15207" y="652"/>
                    </a:lnTo>
                    <a:lnTo>
                      <a:pt x="14555" y="531"/>
                    </a:lnTo>
                    <a:lnTo>
                      <a:pt x="13888" y="425"/>
                    </a:lnTo>
                    <a:lnTo>
                      <a:pt x="13236" y="319"/>
                    </a:lnTo>
                    <a:lnTo>
                      <a:pt x="12569" y="243"/>
                    </a:lnTo>
                    <a:lnTo>
                      <a:pt x="11902" y="167"/>
                    </a:lnTo>
                    <a:lnTo>
                      <a:pt x="11235" y="106"/>
                    </a:lnTo>
                    <a:lnTo>
                      <a:pt x="10568" y="61"/>
                    </a:lnTo>
                    <a:lnTo>
                      <a:pt x="9901" y="31"/>
                    </a:lnTo>
                    <a:lnTo>
                      <a:pt x="9249" y="15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7"/>
              <p:cNvSpPr/>
              <p:nvPr/>
            </p:nvSpPr>
            <p:spPr>
              <a:xfrm>
                <a:off x="5595761" y="5058983"/>
                <a:ext cx="641273" cy="54655"/>
              </a:xfrm>
              <a:custGeom>
                <a:avLst/>
                <a:gdLst/>
                <a:ahLst/>
                <a:cxnLst/>
                <a:rect l="l" t="t" r="r" b="b"/>
                <a:pathLst>
                  <a:path w="19043" h="1623" fill="none" extrusionOk="0">
                    <a:moveTo>
                      <a:pt x="8582" y="0"/>
                    </a:moveTo>
                    <a:lnTo>
                      <a:pt x="8582" y="0"/>
                    </a:lnTo>
                    <a:lnTo>
                      <a:pt x="7945" y="15"/>
                    </a:lnTo>
                    <a:lnTo>
                      <a:pt x="7323" y="31"/>
                    </a:lnTo>
                    <a:lnTo>
                      <a:pt x="6687" y="61"/>
                    </a:lnTo>
                    <a:lnTo>
                      <a:pt x="6080" y="106"/>
                    </a:lnTo>
                    <a:lnTo>
                      <a:pt x="5459" y="167"/>
                    </a:lnTo>
                    <a:lnTo>
                      <a:pt x="4852" y="243"/>
                    </a:lnTo>
                    <a:lnTo>
                      <a:pt x="4261" y="319"/>
                    </a:lnTo>
                    <a:lnTo>
                      <a:pt x="3670" y="410"/>
                    </a:lnTo>
                    <a:lnTo>
                      <a:pt x="3670" y="410"/>
                    </a:lnTo>
                    <a:lnTo>
                      <a:pt x="3200" y="501"/>
                    </a:lnTo>
                    <a:lnTo>
                      <a:pt x="2730" y="607"/>
                    </a:lnTo>
                    <a:lnTo>
                      <a:pt x="2260" y="713"/>
                    </a:lnTo>
                    <a:lnTo>
                      <a:pt x="1805" y="834"/>
                    </a:lnTo>
                    <a:lnTo>
                      <a:pt x="1350" y="955"/>
                    </a:lnTo>
                    <a:lnTo>
                      <a:pt x="895" y="1092"/>
                    </a:lnTo>
                    <a:lnTo>
                      <a:pt x="440" y="1228"/>
                    </a:lnTo>
                    <a:lnTo>
                      <a:pt x="1" y="1395"/>
                    </a:lnTo>
                    <a:lnTo>
                      <a:pt x="1" y="1395"/>
                    </a:lnTo>
                    <a:lnTo>
                      <a:pt x="1" y="1623"/>
                    </a:lnTo>
                    <a:lnTo>
                      <a:pt x="4306" y="1623"/>
                    </a:lnTo>
                    <a:lnTo>
                      <a:pt x="4306" y="1623"/>
                    </a:lnTo>
                    <a:lnTo>
                      <a:pt x="5125" y="1456"/>
                    </a:lnTo>
                    <a:lnTo>
                      <a:pt x="5959" y="1319"/>
                    </a:lnTo>
                    <a:lnTo>
                      <a:pt x="6793" y="1198"/>
                    </a:lnTo>
                    <a:lnTo>
                      <a:pt x="7642" y="1107"/>
                    </a:lnTo>
                    <a:lnTo>
                      <a:pt x="8506" y="1031"/>
                    </a:lnTo>
                    <a:lnTo>
                      <a:pt x="9370" y="971"/>
                    </a:lnTo>
                    <a:lnTo>
                      <a:pt x="10249" y="940"/>
                    </a:lnTo>
                    <a:lnTo>
                      <a:pt x="11113" y="940"/>
                    </a:lnTo>
                    <a:lnTo>
                      <a:pt x="11113" y="940"/>
                    </a:lnTo>
                    <a:lnTo>
                      <a:pt x="11993" y="940"/>
                    </a:lnTo>
                    <a:lnTo>
                      <a:pt x="12872" y="986"/>
                    </a:lnTo>
                    <a:lnTo>
                      <a:pt x="13751" y="1031"/>
                    </a:lnTo>
                    <a:lnTo>
                      <a:pt x="14615" y="1107"/>
                    </a:lnTo>
                    <a:lnTo>
                      <a:pt x="15480" y="1198"/>
                    </a:lnTo>
                    <a:lnTo>
                      <a:pt x="16344" y="1319"/>
                    </a:lnTo>
                    <a:lnTo>
                      <a:pt x="17193" y="1456"/>
                    </a:lnTo>
                    <a:lnTo>
                      <a:pt x="18027" y="1623"/>
                    </a:lnTo>
                    <a:lnTo>
                      <a:pt x="19042" y="1623"/>
                    </a:lnTo>
                    <a:lnTo>
                      <a:pt x="19042" y="1623"/>
                    </a:lnTo>
                    <a:lnTo>
                      <a:pt x="18421" y="1425"/>
                    </a:lnTo>
                    <a:lnTo>
                      <a:pt x="17784" y="1259"/>
                    </a:lnTo>
                    <a:lnTo>
                      <a:pt x="17162" y="1092"/>
                    </a:lnTo>
                    <a:lnTo>
                      <a:pt x="16511" y="925"/>
                    </a:lnTo>
                    <a:lnTo>
                      <a:pt x="15859" y="789"/>
                    </a:lnTo>
                    <a:lnTo>
                      <a:pt x="15207" y="652"/>
                    </a:lnTo>
                    <a:lnTo>
                      <a:pt x="14555" y="531"/>
                    </a:lnTo>
                    <a:lnTo>
                      <a:pt x="13888" y="425"/>
                    </a:lnTo>
                    <a:lnTo>
                      <a:pt x="13236" y="319"/>
                    </a:lnTo>
                    <a:lnTo>
                      <a:pt x="12569" y="243"/>
                    </a:lnTo>
                    <a:lnTo>
                      <a:pt x="11902" y="167"/>
                    </a:lnTo>
                    <a:lnTo>
                      <a:pt x="11235" y="106"/>
                    </a:lnTo>
                    <a:lnTo>
                      <a:pt x="10568" y="61"/>
                    </a:lnTo>
                    <a:lnTo>
                      <a:pt x="9901" y="31"/>
                    </a:lnTo>
                    <a:lnTo>
                      <a:pt x="9249" y="15"/>
                    </a:lnTo>
                    <a:lnTo>
                      <a:pt x="858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7"/>
              <p:cNvSpPr/>
              <p:nvPr/>
            </p:nvSpPr>
            <p:spPr>
              <a:xfrm>
                <a:off x="4934094" y="5113606"/>
                <a:ext cx="1411656" cy="235893"/>
              </a:xfrm>
              <a:custGeom>
                <a:avLst/>
                <a:gdLst/>
                <a:ahLst/>
                <a:cxnLst/>
                <a:rect l="l" t="t" r="r" b="b"/>
                <a:pathLst>
                  <a:path w="41920" h="7005" extrusionOk="0">
                    <a:moveTo>
                      <a:pt x="38857" y="1"/>
                    </a:moveTo>
                    <a:lnTo>
                      <a:pt x="39448" y="258"/>
                    </a:lnTo>
                    <a:lnTo>
                      <a:pt x="40085" y="486"/>
                    </a:lnTo>
                    <a:lnTo>
                      <a:pt x="40707" y="728"/>
                    </a:lnTo>
                    <a:lnTo>
                      <a:pt x="41313" y="986"/>
                    </a:lnTo>
                    <a:lnTo>
                      <a:pt x="41920" y="1259"/>
                    </a:lnTo>
                    <a:lnTo>
                      <a:pt x="40843" y="622"/>
                    </a:lnTo>
                    <a:lnTo>
                      <a:pt x="39752" y="1"/>
                    </a:lnTo>
                    <a:close/>
                    <a:moveTo>
                      <a:pt x="3139" y="1"/>
                    </a:moveTo>
                    <a:lnTo>
                      <a:pt x="2836" y="380"/>
                    </a:lnTo>
                    <a:lnTo>
                      <a:pt x="2548" y="774"/>
                    </a:lnTo>
                    <a:lnTo>
                      <a:pt x="2275" y="1168"/>
                    </a:lnTo>
                    <a:lnTo>
                      <a:pt x="2017" y="1577"/>
                    </a:lnTo>
                    <a:lnTo>
                      <a:pt x="1774" y="1987"/>
                    </a:lnTo>
                    <a:lnTo>
                      <a:pt x="1532" y="2411"/>
                    </a:lnTo>
                    <a:lnTo>
                      <a:pt x="1304" y="2836"/>
                    </a:lnTo>
                    <a:lnTo>
                      <a:pt x="1107" y="3275"/>
                    </a:lnTo>
                    <a:lnTo>
                      <a:pt x="910" y="3715"/>
                    </a:lnTo>
                    <a:lnTo>
                      <a:pt x="728" y="4155"/>
                    </a:lnTo>
                    <a:lnTo>
                      <a:pt x="577" y="4609"/>
                    </a:lnTo>
                    <a:lnTo>
                      <a:pt x="425" y="5079"/>
                    </a:lnTo>
                    <a:lnTo>
                      <a:pt x="289" y="5534"/>
                    </a:lnTo>
                    <a:lnTo>
                      <a:pt x="183" y="6004"/>
                    </a:lnTo>
                    <a:lnTo>
                      <a:pt x="76" y="6474"/>
                    </a:lnTo>
                    <a:lnTo>
                      <a:pt x="1" y="6959"/>
                    </a:lnTo>
                    <a:lnTo>
                      <a:pt x="592" y="7005"/>
                    </a:lnTo>
                    <a:lnTo>
                      <a:pt x="789" y="6504"/>
                    </a:lnTo>
                    <a:lnTo>
                      <a:pt x="1001" y="6004"/>
                    </a:lnTo>
                    <a:lnTo>
                      <a:pt x="1229" y="5519"/>
                    </a:lnTo>
                    <a:lnTo>
                      <a:pt x="1471" y="5034"/>
                    </a:lnTo>
                    <a:lnTo>
                      <a:pt x="1744" y="4564"/>
                    </a:lnTo>
                    <a:lnTo>
                      <a:pt x="2017" y="4094"/>
                    </a:lnTo>
                    <a:lnTo>
                      <a:pt x="2320" y="3639"/>
                    </a:lnTo>
                    <a:lnTo>
                      <a:pt x="2623" y="3199"/>
                    </a:lnTo>
                    <a:lnTo>
                      <a:pt x="2942" y="2760"/>
                    </a:lnTo>
                    <a:lnTo>
                      <a:pt x="3290" y="2335"/>
                    </a:lnTo>
                    <a:lnTo>
                      <a:pt x="3639" y="1911"/>
                    </a:lnTo>
                    <a:lnTo>
                      <a:pt x="4003" y="1517"/>
                    </a:lnTo>
                    <a:lnTo>
                      <a:pt x="4382" y="1122"/>
                    </a:lnTo>
                    <a:lnTo>
                      <a:pt x="4761" y="728"/>
                    </a:lnTo>
                    <a:lnTo>
                      <a:pt x="5170" y="364"/>
                    </a:lnTo>
                    <a:lnTo>
                      <a:pt x="5580" y="1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7"/>
              <p:cNvSpPr/>
              <p:nvPr/>
            </p:nvSpPr>
            <p:spPr>
              <a:xfrm>
                <a:off x="4934094" y="5113606"/>
                <a:ext cx="187907" cy="235893"/>
              </a:xfrm>
              <a:custGeom>
                <a:avLst/>
                <a:gdLst/>
                <a:ahLst/>
                <a:cxnLst/>
                <a:rect l="l" t="t" r="r" b="b"/>
                <a:pathLst>
                  <a:path w="5580" h="7005" fill="none" extrusionOk="0">
                    <a:moveTo>
                      <a:pt x="5580" y="1"/>
                    </a:moveTo>
                    <a:lnTo>
                      <a:pt x="3139" y="1"/>
                    </a:lnTo>
                    <a:lnTo>
                      <a:pt x="3139" y="1"/>
                    </a:lnTo>
                    <a:lnTo>
                      <a:pt x="2836" y="380"/>
                    </a:lnTo>
                    <a:lnTo>
                      <a:pt x="2548" y="774"/>
                    </a:lnTo>
                    <a:lnTo>
                      <a:pt x="2275" y="1168"/>
                    </a:lnTo>
                    <a:lnTo>
                      <a:pt x="2017" y="1577"/>
                    </a:lnTo>
                    <a:lnTo>
                      <a:pt x="1774" y="1987"/>
                    </a:lnTo>
                    <a:lnTo>
                      <a:pt x="1532" y="2411"/>
                    </a:lnTo>
                    <a:lnTo>
                      <a:pt x="1304" y="2836"/>
                    </a:lnTo>
                    <a:lnTo>
                      <a:pt x="1107" y="3275"/>
                    </a:lnTo>
                    <a:lnTo>
                      <a:pt x="910" y="3715"/>
                    </a:lnTo>
                    <a:lnTo>
                      <a:pt x="728" y="4155"/>
                    </a:lnTo>
                    <a:lnTo>
                      <a:pt x="577" y="4609"/>
                    </a:lnTo>
                    <a:lnTo>
                      <a:pt x="425" y="5079"/>
                    </a:lnTo>
                    <a:lnTo>
                      <a:pt x="289" y="5534"/>
                    </a:lnTo>
                    <a:lnTo>
                      <a:pt x="183" y="6004"/>
                    </a:lnTo>
                    <a:lnTo>
                      <a:pt x="76" y="6474"/>
                    </a:lnTo>
                    <a:lnTo>
                      <a:pt x="1" y="6959"/>
                    </a:lnTo>
                    <a:lnTo>
                      <a:pt x="1" y="6959"/>
                    </a:lnTo>
                    <a:lnTo>
                      <a:pt x="592" y="7005"/>
                    </a:lnTo>
                    <a:lnTo>
                      <a:pt x="592" y="7005"/>
                    </a:lnTo>
                    <a:lnTo>
                      <a:pt x="789" y="6504"/>
                    </a:lnTo>
                    <a:lnTo>
                      <a:pt x="1001" y="6004"/>
                    </a:lnTo>
                    <a:lnTo>
                      <a:pt x="1229" y="5519"/>
                    </a:lnTo>
                    <a:lnTo>
                      <a:pt x="1471" y="5034"/>
                    </a:lnTo>
                    <a:lnTo>
                      <a:pt x="1744" y="4564"/>
                    </a:lnTo>
                    <a:lnTo>
                      <a:pt x="2017" y="4094"/>
                    </a:lnTo>
                    <a:lnTo>
                      <a:pt x="2320" y="3639"/>
                    </a:lnTo>
                    <a:lnTo>
                      <a:pt x="2623" y="3199"/>
                    </a:lnTo>
                    <a:lnTo>
                      <a:pt x="2942" y="2760"/>
                    </a:lnTo>
                    <a:lnTo>
                      <a:pt x="3290" y="2335"/>
                    </a:lnTo>
                    <a:lnTo>
                      <a:pt x="3639" y="1911"/>
                    </a:lnTo>
                    <a:lnTo>
                      <a:pt x="4003" y="1517"/>
                    </a:lnTo>
                    <a:lnTo>
                      <a:pt x="4382" y="1122"/>
                    </a:lnTo>
                    <a:lnTo>
                      <a:pt x="4761" y="728"/>
                    </a:lnTo>
                    <a:lnTo>
                      <a:pt x="5170" y="364"/>
                    </a:lnTo>
                    <a:lnTo>
                      <a:pt x="558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7"/>
              <p:cNvSpPr/>
              <p:nvPr/>
            </p:nvSpPr>
            <p:spPr>
              <a:xfrm>
                <a:off x="5039769" y="4882823"/>
                <a:ext cx="1111982" cy="230808"/>
              </a:xfrm>
              <a:custGeom>
                <a:avLst/>
                <a:gdLst/>
                <a:ahLst/>
                <a:cxnLst/>
                <a:rect l="l" t="t" r="r" b="b"/>
                <a:pathLst>
                  <a:path w="33021" h="6854" extrusionOk="0">
                    <a:moveTo>
                      <a:pt x="15070" y="1"/>
                    </a:moveTo>
                    <a:lnTo>
                      <a:pt x="14525" y="16"/>
                    </a:lnTo>
                    <a:lnTo>
                      <a:pt x="13994" y="46"/>
                    </a:lnTo>
                    <a:lnTo>
                      <a:pt x="13448" y="92"/>
                    </a:lnTo>
                    <a:lnTo>
                      <a:pt x="12918" y="137"/>
                    </a:lnTo>
                    <a:lnTo>
                      <a:pt x="12372" y="198"/>
                    </a:lnTo>
                    <a:lnTo>
                      <a:pt x="11841" y="274"/>
                    </a:lnTo>
                    <a:lnTo>
                      <a:pt x="11311" y="365"/>
                    </a:lnTo>
                    <a:lnTo>
                      <a:pt x="10780" y="471"/>
                    </a:lnTo>
                    <a:lnTo>
                      <a:pt x="10249" y="592"/>
                    </a:lnTo>
                    <a:lnTo>
                      <a:pt x="9734" y="713"/>
                    </a:lnTo>
                    <a:lnTo>
                      <a:pt x="9203" y="850"/>
                    </a:lnTo>
                    <a:lnTo>
                      <a:pt x="8688" y="1017"/>
                    </a:lnTo>
                    <a:lnTo>
                      <a:pt x="8172" y="1183"/>
                    </a:lnTo>
                    <a:lnTo>
                      <a:pt x="7672" y="1365"/>
                    </a:lnTo>
                    <a:lnTo>
                      <a:pt x="7172" y="1562"/>
                    </a:lnTo>
                    <a:lnTo>
                      <a:pt x="6641" y="1775"/>
                    </a:lnTo>
                    <a:lnTo>
                      <a:pt x="6141" y="2017"/>
                    </a:lnTo>
                    <a:lnTo>
                      <a:pt x="5641" y="2260"/>
                    </a:lnTo>
                    <a:lnTo>
                      <a:pt x="5140" y="2533"/>
                    </a:lnTo>
                    <a:lnTo>
                      <a:pt x="4655" y="2821"/>
                    </a:lnTo>
                    <a:lnTo>
                      <a:pt x="4170" y="3109"/>
                    </a:lnTo>
                    <a:lnTo>
                      <a:pt x="3700" y="3427"/>
                    </a:lnTo>
                    <a:lnTo>
                      <a:pt x="3245" y="3761"/>
                    </a:lnTo>
                    <a:lnTo>
                      <a:pt x="2790" y="4094"/>
                    </a:lnTo>
                    <a:lnTo>
                      <a:pt x="2366" y="4458"/>
                    </a:lnTo>
                    <a:lnTo>
                      <a:pt x="1941" y="4822"/>
                    </a:lnTo>
                    <a:lnTo>
                      <a:pt x="1517" y="5201"/>
                    </a:lnTo>
                    <a:lnTo>
                      <a:pt x="1123" y="5595"/>
                    </a:lnTo>
                    <a:lnTo>
                      <a:pt x="729" y="6005"/>
                    </a:lnTo>
                    <a:lnTo>
                      <a:pt x="365" y="6429"/>
                    </a:lnTo>
                    <a:lnTo>
                      <a:pt x="1" y="6854"/>
                    </a:lnTo>
                    <a:lnTo>
                      <a:pt x="2442" y="6854"/>
                    </a:lnTo>
                    <a:lnTo>
                      <a:pt x="2790" y="6565"/>
                    </a:lnTo>
                    <a:lnTo>
                      <a:pt x="3154" y="6293"/>
                    </a:lnTo>
                    <a:lnTo>
                      <a:pt x="3518" y="6020"/>
                    </a:lnTo>
                    <a:lnTo>
                      <a:pt x="3882" y="5747"/>
                    </a:lnTo>
                    <a:lnTo>
                      <a:pt x="4261" y="5504"/>
                    </a:lnTo>
                    <a:lnTo>
                      <a:pt x="4640" y="5262"/>
                    </a:lnTo>
                    <a:lnTo>
                      <a:pt x="5034" y="5019"/>
                    </a:lnTo>
                    <a:lnTo>
                      <a:pt x="5428" y="4807"/>
                    </a:lnTo>
                    <a:lnTo>
                      <a:pt x="6080" y="4458"/>
                    </a:lnTo>
                    <a:lnTo>
                      <a:pt x="6747" y="4140"/>
                    </a:lnTo>
                    <a:lnTo>
                      <a:pt x="7430" y="3852"/>
                    </a:lnTo>
                    <a:lnTo>
                      <a:pt x="8127" y="3579"/>
                    </a:lnTo>
                    <a:lnTo>
                      <a:pt x="8824" y="3336"/>
                    </a:lnTo>
                    <a:lnTo>
                      <a:pt x="9522" y="3109"/>
                    </a:lnTo>
                    <a:lnTo>
                      <a:pt x="10249" y="2912"/>
                    </a:lnTo>
                    <a:lnTo>
                      <a:pt x="10962" y="2730"/>
                    </a:lnTo>
                    <a:lnTo>
                      <a:pt x="11690" y="2578"/>
                    </a:lnTo>
                    <a:lnTo>
                      <a:pt x="12417" y="2442"/>
                    </a:lnTo>
                    <a:lnTo>
                      <a:pt x="13160" y="2336"/>
                    </a:lnTo>
                    <a:lnTo>
                      <a:pt x="13903" y="2245"/>
                    </a:lnTo>
                    <a:lnTo>
                      <a:pt x="14646" y="2184"/>
                    </a:lnTo>
                    <a:lnTo>
                      <a:pt x="15389" y="2139"/>
                    </a:lnTo>
                    <a:lnTo>
                      <a:pt x="16132" y="2108"/>
                    </a:lnTo>
                    <a:lnTo>
                      <a:pt x="16890" y="2093"/>
                    </a:lnTo>
                    <a:lnTo>
                      <a:pt x="17572" y="2108"/>
                    </a:lnTo>
                    <a:lnTo>
                      <a:pt x="18269" y="2123"/>
                    </a:lnTo>
                    <a:lnTo>
                      <a:pt x="18952" y="2169"/>
                    </a:lnTo>
                    <a:lnTo>
                      <a:pt x="19634" y="2214"/>
                    </a:lnTo>
                    <a:lnTo>
                      <a:pt x="20013" y="2184"/>
                    </a:lnTo>
                    <a:lnTo>
                      <a:pt x="20392" y="2169"/>
                    </a:lnTo>
                    <a:lnTo>
                      <a:pt x="20741" y="2184"/>
                    </a:lnTo>
                    <a:lnTo>
                      <a:pt x="21104" y="2199"/>
                    </a:lnTo>
                    <a:lnTo>
                      <a:pt x="21483" y="2245"/>
                    </a:lnTo>
                    <a:lnTo>
                      <a:pt x="21862" y="2290"/>
                    </a:lnTo>
                    <a:lnTo>
                      <a:pt x="22257" y="2351"/>
                    </a:lnTo>
                    <a:lnTo>
                      <a:pt x="22651" y="2427"/>
                    </a:lnTo>
                    <a:lnTo>
                      <a:pt x="23469" y="2609"/>
                    </a:lnTo>
                    <a:lnTo>
                      <a:pt x="24318" y="2821"/>
                    </a:lnTo>
                    <a:lnTo>
                      <a:pt x="25198" y="3048"/>
                    </a:lnTo>
                    <a:lnTo>
                      <a:pt x="26987" y="3564"/>
                    </a:lnTo>
                    <a:lnTo>
                      <a:pt x="28518" y="3988"/>
                    </a:lnTo>
                    <a:lnTo>
                      <a:pt x="29291" y="4200"/>
                    </a:lnTo>
                    <a:lnTo>
                      <a:pt x="30049" y="4382"/>
                    </a:lnTo>
                    <a:lnTo>
                      <a:pt x="30807" y="4564"/>
                    </a:lnTo>
                    <a:lnTo>
                      <a:pt x="31565" y="4701"/>
                    </a:lnTo>
                    <a:lnTo>
                      <a:pt x="32293" y="4822"/>
                    </a:lnTo>
                    <a:lnTo>
                      <a:pt x="33021" y="4898"/>
                    </a:lnTo>
                    <a:lnTo>
                      <a:pt x="31884" y="4337"/>
                    </a:lnTo>
                    <a:lnTo>
                      <a:pt x="30731" y="3776"/>
                    </a:lnTo>
                    <a:lnTo>
                      <a:pt x="29579" y="3260"/>
                    </a:lnTo>
                    <a:lnTo>
                      <a:pt x="28412" y="2760"/>
                    </a:lnTo>
                    <a:lnTo>
                      <a:pt x="27229" y="2305"/>
                    </a:lnTo>
                    <a:lnTo>
                      <a:pt x="26638" y="2078"/>
                    </a:lnTo>
                    <a:lnTo>
                      <a:pt x="26032" y="1866"/>
                    </a:lnTo>
                    <a:lnTo>
                      <a:pt x="25440" y="1669"/>
                    </a:lnTo>
                    <a:lnTo>
                      <a:pt x="24834" y="1471"/>
                    </a:lnTo>
                    <a:lnTo>
                      <a:pt x="24227" y="1290"/>
                    </a:lnTo>
                    <a:lnTo>
                      <a:pt x="23621" y="1123"/>
                    </a:lnTo>
                    <a:lnTo>
                      <a:pt x="22636" y="865"/>
                    </a:lnTo>
                    <a:lnTo>
                      <a:pt x="21650" y="638"/>
                    </a:lnTo>
                    <a:lnTo>
                      <a:pt x="20650" y="456"/>
                    </a:lnTo>
                    <a:lnTo>
                      <a:pt x="19649" y="289"/>
                    </a:lnTo>
                    <a:lnTo>
                      <a:pt x="18648" y="168"/>
                    </a:lnTo>
                    <a:lnTo>
                      <a:pt x="17633" y="77"/>
                    </a:lnTo>
                    <a:lnTo>
                      <a:pt x="17132" y="31"/>
                    </a:lnTo>
                    <a:lnTo>
                      <a:pt x="16632" y="16"/>
                    </a:lnTo>
                    <a:lnTo>
                      <a:pt x="161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7"/>
              <p:cNvSpPr/>
              <p:nvPr/>
            </p:nvSpPr>
            <p:spPr>
              <a:xfrm>
                <a:off x="5039769" y="4882823"/>
                <a:ext cx="1111982" cy="230808"/>
              </a:xfrm>
              <a:custGeom>
                <a:avLst/>
                <a:gdLst/>
                <a:ahLst/>
                <a:cxnLst/>
                <a:rect l="l" t="t" r="r" b="b"/>
                <a:pathLst>
                  <a:path w="33021" h="6854" fill="none" extrusionOk="0">
                    <a:moveTo>
                      <a:pt x="15616" y="1"/>
                    </a:moveTo>
                    <a:lnTo>
                      <a:pt x="15616" y="1"/>
                    </a:lnTo>
                    <a:lnTo>
                      <a:pt x="15070" y="1"/>
                    </a:lnTo>
                    <a:lnTo>
                      <a:pt x="14525" y="16"/>
                    </a:lnTo>
                    <a:lnTo>
                      <a:pt x="13994" y="46"/>
                    </a:lnTo>
                    <a:lnTo>
                      <a:pt x="13448" y="92"/>
                    </a:lnTo>
                    <a:lnTo>
                      <a:pt x="12918" y="137"/>
                    </a:lnTo>
                    <a:lnTo>
                      <a:pt x="12372" y="198"/>
                    </a:lnTo>
                    <a:lnTo>
                      <a:pt x="11841" y="274"/>
                    </a:lnTo>
                    <a:lnTo>
                      <a:pt x="11311" y="365"/>
                    </a:lnTo>
                    <a:lnTo>
                      <a:pt x="10780" y="471"/>
                    </a:lnTo>
                    <a:lnTo>
                      <a:pt x="10249" y="592"/>
                    </a:lnTo>
                    <a:lnTo>
                      <a:pt x="9734" y="713"/>
                    </a:lnTo>
                    <a:lnTo>
                      <a:pt x="9203" y="850"/>
                    </a:lnTo>
                    <a:lnTo>
                      <a:pt x="8688" y="1017"/>
                    </a:lnTo>
                    <a:lnTo>
                      <a:pt x="8172" y="1183"/>
                    </a:lnTo>
                    <a:lnTo>
                      <a:pt x="7672" y="1365"/>
                    </a:lnTo>
                    <a:lnTo>
                      <a:pt x="7172" y="1562"/>
                    </a:lnTo>
                    <a:lnTo>
                      <a:pt x="7172" y="1562"/>
                    </a:lnTo>
                    <a:lnTo>
                      <a:pt x="6641" y="1775"/>
                    </a:lnTo>
                    <a:lnTo>
                      <a:pt x="6141" y="2017"/>
                    </a:lnTo>
                    <a:lnTo>
                      <a:pt x="5641" y="2260"/>
                    </a:lnTo>
                    <a:lnTo>
                      <a:pt x="5140" y="2533"/>
                    </a:lnTo>
                    <a:lnTo>
                      <a:pt x="4655" y="2821"/>
                    </a:lnTo>
                    <a:lnTo>
                      <a:pt x="4170" y="3109"/>
                    </a:lnTo>
                    <a:lnTo>
                      <a:pt x="3700" y="3427"/>
                    </a:lnTo>
                    <a:lnTo>
                      <a:pt x="3245" y="3761"/>
                    </a:lnTo>
                    <a:lnTo>
                      <a:pt x="2790" y="4094"/>
                    </a:lnTo>
                    <a:lnTo>
                      <a:pt x="2366" y="4458"/>
                    </a:lnTo>
                    <a:lnTo>
                      <a:pt x="1941" y="4822"/>
                    </a:lnTo>
                    <a:lnTo>
                      <a:pt x="1517" y="5201"/>
                    </a:lnTo>
                    <a:lnTo>
                      <a:pt x="1123" y="5595"/>
                    </a:lnTo>
                    <a:lnTo>
                      <a:pt x="729" y="6005"/>
                    </a:lnTo>
                    <a:lnTo>
                      <a:pt x="365" y="6429"/>
                    </a:lnTo>
                    <a:lnTo>
                      <a:pt x="1" y="6854"/>
                    </a:lnTo>
                    <a:lnTo>
                      <a:pt x="2442" y="6854"/>
                    </a:lnTo>
                    <a:lnTo>
                      <a:pt x="2442" y="6854"/>
                    </a:lnTo>
                    <a:lnTo>
                      <a:pt x="2790" y="6565"/>
                    </a:lnTo>
                    <a:lnTo>
                      <a:pt x="3154" y="6293"/>
                    </a:lnTo>
                    <a:lnTo>
                      <a:pt x="3518" y="6020"/>
                    </a:lnTo>
                    <a:lnTo>
                      <a:pt x="3882" y="5747"/>
                    </a:lnTo>
                    <a:lnTo>
                      <a:pt x="4261" y="5504"/>
                    </a:lnTo>
                    <a:lnTo>
                      <a:pt x="4640" y="5262"/>
                    </a:lnTo>
                    <a:lnTo>
                      <a:pt x="5034" y="5019"/>
                    </a:lnTo>
                    <a:lnTo>
                      <a:pt x="5428" y="4807"/>
                    </a:lnTo>
                    <a:lnTo>
                      <a:pt x="5428" y="4807"/>
                    </a:lnTo>
                    <a:lnTo>
                      <a:pt x="6080" y="4458"/>
                    </a:lnTo>
                    <a:lnTo>
                      <a:pt x="6747" y="4140"/>
                    </a:lnTo>
                    <a:lnTo>
                      <a:pt x="7430" y="3852"/>
                    </a:lnTo>
                    <a:lnTo>
                      <a:pt x="8127" y="3579"/>
                    </a:lnTo>
                    <a:lnTo>
                      <a:pt x="8824" y="3336"/>
                    </a:lnTo>
                    <a:lnTo>
                      <a:pt x="9522" y="3109"/>
                    </a:lnTo>
                    <a:lnTo>
                      <a:pt x="10249" y="2912"/>
                    </a:lnTo>
                    <a:lnTo>
                      <a:pt x="10962" y="2730"/>
                    </a:lnTo>
                    <a:lnTo>
                      <a:pt x="11690" y="2578"/>
                    </a:lnTo>
                    <a:lnTo>
                      <a:pt x="12417" y="2442"/>
                    </a:lnTo>
                    <a:lnTo>
                      <a:pt x="13160" y="2336"/>
                    </a:lnTo>
                    <a:lnTo>
                      <a:pt x="13903" y="2245"/>
                    </a:lnTo>
                    <a:lnTo>
                      <a:pt x="14646" y="2184"/>
                    </a:lnTo>
                    <a:lnTo>
                      <a:pt x="15389" y="2139"/>
                    </a:lnTo>
                    <a:lnTo>
                      <a:pt x="16132" y="2108"/>
                    </a:lnTo>
                    <a:lnTo>
                      <a:pt x="16890" y="2093"/>
                    </a:lnTo>
                    <a:lnTo>
                      <a:pt x="16890" y="2093"/>
                    </a:lnTo>
                    <a:lnTo>
                      <a:pt x="17572" y="2108"/>
                    </a:lnTo>
                    <a:lnTo>
                      <a:pt x="18269" y="2123"/>
                    </a:lnTo>
                    <a:lnTo>
                      <a:pt x="18952" y="2169"/>
                    </a:lnTo>
                    <a:lnTo>
                      <a:pt x="19634" y="2214"/>
                    </a:lnTo>
                    <a:lnTo>
                      <a:pt x="19634" y="2214"/>
                    </a:lnTo>
                    <a:lnTo>
                      <a:pt x="20013" y="2184"/>
                    </a:lnTo>
                    <a:lnTo>
                      <a:pt x="20392" y="2169"/>
                    </a:lnTo>
                    <a:lnTo>
                      <a:pt x="20392" y="2169"/>
                    </a:lnTo>
                    <a:lnTo>
                      <a:pt x="20741" y="2184"/>
                    </a:lnTo>
                    <a:lnTo>
                      <a:pt x="21104" y="2199"/>
                    </a:lnTo>
                    <a:lnTo>
                      <a:pt x="21483" y="2245"/>
                    </a:lnTo>
                    <a:lnTo>
                      <a:pt x="21862" y="2290"/>
                    </a:lnTo>
                    <a:lnTo>
                      <a:pt x="22257" y="2351"/>
                    </a:lnTo>
                    <a:lnTo>
                      <a:pt x="22651" y="2427"/>
                    </a:lnTo>
                    <a:lnTo>
                      <a:pt x="23469" y="2609"/>
                    </a:lnTo>
                    <a:lnTo>
                      <a:pt x="24318" y="2821"/>
                    </a:lnTo>
                    <a:lnTo>
                      <a:pt x="25198" y="3048"/>
                    </a:lnTo>
                    <a:lnTo>
                      <a:pt x="26987" y="3564"/>
                    </a:lnTo>
                    <a:lnTo>
                      <a:pt x="26987" y="3564"/>
                    </a:lnTo>
                    <a:lnTo>
                      <a:pt x="28518" y="3988"/>
                    </a:lnTo>
                    <a:lnTo>
                      <a:pt x="29291" y="4200"/>
                    </a:lnTo>
                    <a:lnTo>
                      <a:pt x="30049" y="4382"/>
                    </a:lnTo>
                    <a:lnTo>
                      <a:pt x="30807" y="4564"/>
                    </a:lnTo>
                    <a:lnTo>
                      <a:pt x="31565" y="4701"/>
                    </a:lnTo>
                    <a:lnTo>
                      <a:pt x="32293" y="4822"/>
                    </a:lnTo>
                    <a:lnTo>
                      <a:pt x="33021" y="4898"/>
                    </a:lnTo>
                    <a:lnTo>
                      <a:pt x="33021" y="4898"/>
                    </a:lnTo>
                    <a:lnTo>
                      <a:pt x="31884" y="4337"/>
                    </a:lnTo>
                    <a:lnTo>
                      <a:pt x="30731" y="3776"/>
                    </a:lnTo>
                    <a:lnTo>
                      <a:pt x="29579" y="3260"/>
                    </a:lnTo>
                    <a:lnTo>
                      <a:pt x="28412" y="2760"/>
                    </a:lnTo>
                    <a:lnTo>
                      <a:pt x="27229" y="2305"/>
                    </a:lnTo>
                    <a:lnTo>
                      <a:pt x="26638" y="2078"/>
                    </a:lnTo>
                    <a:lnTo>
                      <a:pt x="26032" y="1866"/>
                    </a:lnTo>
                    <a:lnTo>
                      <a:pt x="25440" y="1669"/>
                    </a:lnTo>
                    <a:lnTo>
                      <a:pt x="24834" y="1471"/>
                    </a:lnTo>
                    <a:lnTo>
                      <a:pt x="24227" y="1290"/>
                    </a:lnTo>
                    <a:lnTo>
                      <a:pt x="23621" y="1123"/>
                    </a:lnTo>
                    <a:lnTo>
                      <a:pt x="23621" y="1123"/>
                    </a:lnTo>
                    <a:lnTo>
                      <a:pt x="22636" y="865"/>
                    </a:lnTo>
                    <a:lnTo>
                      <a:pt x="21650" y="638"/>
                    </a:lnTo>
                    <a:lnTo>
                      <a:pt x="20650" y="456"/>
                    </a:lnTo>
                    <a:lnTo>
                      <a:pt x="19649" y="289"/>
                    </a:lnTo>
                    <a:lnTo>
                      <a:pt x="18648" y="168"/>
                    </a:lnTo>
                    <a:lnTo>
                      <a:pt x="17633" y="77"/>
                    </a:lnTo>
                    <a:lnTo>
                      <a:pt x="17132" y="31"/>
                    </a:lnTo>
                    <a:lnTo>
                      <a:pt x="16632" y="16"/>
                    </a:lnTo>
                    <a:lnTo>
                      <a:pt x="16117" y="1"/>
                    </a:lnTo>
                    <a:lnTo>
                      <a:pt x="156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7"/>
              <p:cNvSpPr/>
              <p:nvPr/>
            </p:nvSpPr>
            <p:spPr>
              <a:xfrm>
                <a:off x="5700932" y="4955833"/>
                <a:ext cx="571835" cy="157801"/>
              </a:xfrm>
              <a:custGeom>
                <a:avLst/>
                <a:gdLst/>
                <a:ahLst/>
                <a:cxnLst/>
                <a:rect l="l" t="t" r="r" b="b"/>
                <a:pathLst>
                  <a:path w="16981" h="4686" extrusionOk="0">
                    <a:moveTo>
                      <a:pt x="759" y="1"/>
                    </a:moveTo>
                    <a:lnTo>
                      <a:pt x="380" y="16"/>
                    </a:lnTo>
                    <a:lnTo>
                      <a:pt x="1" y="46"/>
                    </a:lnTo>
                    <a:lnTo>
                      <a:pt x="1047" y="152"/>
                    </a:lnTo>
                    <a:lnTo>
                      <a:pt x="2078" y="304"/>
                    </a:lnTo>
                    <a:lnTo>
                      <a:pt x="2987" y="456"/>
                    </a:lnTo>
                    <a:lnTo>
                      <a:pt x="3897" y="622"/>
                    </a:lnTo>
                    <a:lnTo>
                      <a:pt x="4792" y="820"/>
                    </a:lnTo>
                    <a:lnTo>
                      <a:pt x="5686" y="1032"/>
                    </a:lnTo>
                    <a:lnTo>
                      <a:pt x="6565" y="1259"/>
                    </a:lnTo>
                    <a:lnTo>
                      <a:pt x="7460" y="1502"/>
                    </a:lnTo>
                    <a:lnTo>
                      <a:pt x="8339" y="1760"/>
                    </a:lnTo>
                    <a:lnTo>
                      <a:pt x="9203" y="2048"/>
                    </a:lnTo>
                    <a:lnTo>
                      <a:pt x="10083" y="2336"/>
                    </a:lnTo>
                    <a:lnTo>
                      <a:pt x="10947" y="2639"/>
                    </a:lnTo>
                    <a:lnTo>
                      <a:pt x="11811" y="2957"/>
                    </a:lnTo>
                    <a:lnTo>
                      <a:pt x="12675" y="3291"/>
                    </a:lnTo>
                    <a:lnTo>
                      <a:pt x="13539" y="3624"/>
                    </a:lnTo>
                    <a:lnTo>
                      <a:pt x="14388" y="3973"/>
                    </a:lnTo>
                    <a:lnTo>
                      <a:pt x="16086" y="4686"/>
                    </a:lnTo>
                    <a:lnTo>
                      <a:pt x="16981" y="4686"/>
                    </a:lnTo>
                    <a:lnTo>
                      <a:pt x="16086" y="4185"/>
                    </a:lnTo>
                    <a:lnTo>
                      <a:pt x="15192" y="3685"/>
                    </a:lnTo>
                    <a:lnTo>
                      <a:pt x="14297" y="3200"/>
                    </a:lnTo>
                    <a:lnTo>
                      <a:pt x="13388" y="2730"/>
                    </a:lnTo>
                    <a:lnTo>
                      <a:pt x="12660" y="2654"/>
                    </a:lnTo>
                    <a:lnTo>
                      <a:pt x="11932" y="2533"/>
                    </a:lnTo>
                    <a:lnTo>
                      <a:pt x="11174" y="2396"/>
                    </a:lnTo>
                    <a:lnTo>
                      <a:pt x="10416" y="2214"/>
                    </a:lnTo>
                    <a:lnTo>
                      <a:pt x="9658" y="2032"/>
                    </a:lnTo>
                    <a:lnTo>
                      <a:pt x="8885" y="1820"/>
                    </a:lnTo>
                    <a:lnTo>
                      <a:pt x="7354" y="1396"/>
                    </a:lnTo>
                    <a:lnTo>
                      <a:pt x="5565" y="880"/>
                    </a:lnTo>
                    <a:lnTo>
                      <a:pt x="4685" y="653"/>
                    </a:lnTo>
                    <a:lnTo>
                      <a:pt x="3836" y="441"/>
                    </a:lnTo>
                    <a:lnTo>
                      <a:pt x="3018" y="259"/>
                    </a:lnTo>
                    <a:lnTo>
                      <a:pt x="2624" y="183"/>
                    </a:lnTo>
                    <a:lnTo>
                      <a:pt x="2229" y="122"/>
                    </a:lnTo>
                    <a:lnTo>
                      <a:pt x="1850" y="77"/>
                    </a:lnTo>
                    <a:lnTo>
                      <a:pt x="1471" y="31"/>
                    </a:lnTo>
                    <a:lnTo>
                      <a:pt x="1108" y="16"/>
                    </a:ln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7"/>
              <p:cNvSpPr/>
              <p:nvPr/>
            </p:nvSpPr>
            <p:spPr>
              <a:xfrm>
                <a:off x="5700932" y="4955833"/>
                <a:ext cx="571835" cy="157801"/>
              </a:xfrm>
              <a:custGeom>
                <a:avLst/>
                <a:gdLst/>
                <a:ahLst/>
                <a:cxnLst/>
                <a:rect l="l" t="t" r="r" b="b"/>
                <a:pathLst>
                  <a:path w="16981" h="4686" fill="none" extrusionOk="0">
                    <a:moveTo>
                      <a:pt x="759" y="1"/>
                    </a:moveTo>
                    <a:lnTo>
                      <a:pt x="759" y="1"/>
                    </a:lnTo>
                    <a:lnTo>
                      <a:pt x="380" y="16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1047" y="152"/>
                    </a:lnTo>
                    <a:lnTo>
                      <a:pt x="2078" y="304"/>
                    </a:lnTo>
                    <a:lnTo>
                      <a:pt x="2078" y="304"/>
                    </a:lnTo>
                    <a:lnTo>
                      <a:pt x="2987" y="456"/>
                    </a:lnTo>
                    <a:lnTo>
                      <a:pt x="3897" y="622"/>
                    </a:lnTo>
                    <a:lnTo>
                      <a:pt x="4792" y="820"/>
                    </a:lnTo>
                    <a:lnTo>
                      <a:pt x="5686" y="1032"/>
                    </a:lnTo>
                    <a:lnTo>
                      <a:pt x="6565" y="1259"/>
                    </a:lnTo>
                    <a:lnTo>
                      <a:pt x="7460" y="1502"/>
                    </a:lnTo>
                    <a:lnTo>
                      <a:pt x="8339" y="1760"/>
                    </a:lnTo>
                    <a:lnTo>
                      <a:pt x="9203" y="2048"/>
                    </a:lnTo>
                    <a:lnTo>
                      <a:pt x="10083" y="2336"/>
                    </a:lnTo>
                    <a:lnTo>
                      <a:pt x="10947" y="2639"/>
                    </a:lnTo>
                    <a:lnTo>
                      <a:pt x="11811" y="2957"/>
                    </a:lnTo>
                    <a:lnTo>
                      <a:pt x="12675" y="3291"/>
                    </a:lnTo>
                    <a:lnTo>
                      <a:pt x="13539" y="3624"/>
                    </a:lnTo>
                    <a:lnTo>
                      <a:pt x="14388" y="3973"/>
                    </a:lnTo>
                    <a:lnTo>
                      <a:pt x="16086" y="4686"/>
                    </a:lnTo>
                    <a:lnTo>
                      <a:pt x="16981" y="4686"/>
                    </a:lnTo>
                    <a:lnTo>
                      <a:pt x="16981" y="4686"/>
                    </a:lnTo>
                    <a:lnTo>
                      <a:pt x="16086" y="4185"/>
                    </a:lnTo>
                    <a:lnTo>
                      <a:pt x="15192" y="3685"/>
                    </a:lnTo>
                    <a:lnTo>
                      <a:pt x="14297" y="3200"/>
                    </a:lnTo>
                    <a:lnTo>
                      <a:pt x="13388" y="2730"/>
                    </a:lnTo>
                    <a:lnTo>
                      <a:pt x="13388" y="2730"/>
                    </a:lnTo>
                    <a:lnTo>
                      <a:pt x="12660" y="2654"/>
                    </a:lnTo>
                    <a:lnTo>
                      <a:pt x="11932" y="2533"/>
                    </a:lnTo>
                    <a:lnTo>
                      <a:pt x="11174" y="2396"/>
                    </a:lnTo>
                    <a:lnTo>
                      <a:pt x="10416" y="2214"/>
                    </a:lnTo>
                    <a:lnTo>
                      <a:pt x="9658" y="2032"/>
                    </a:lnTo>
                    <a:lnTo>
                      <a:pt x="8885" y="1820"/>
                    </a:lnTo>
                    <a:lnTo>
                      <a:pt x="7354" y="1396"/>
                    </a:lnTo>
                    <a:lnTo>
                      <a:pt x="7354" y="1396"/>
                    </a:lnTo>
                    <a:lnTo>
                      <a:pt x="5565" y="880"/>
                    </a:lnTo>
                    <a:lnTo>
                      <a:pt x="4685" y="653"/>
                    </a:lnTo>
                    <a:lnTo>
                      <a:pt x="3836" y="441"/>
                    </a:lnTo>
                    <a:lnTo>
                      <a:pt x="3018" y="259"/>
                    </a:lnTo>
                    <a:lnTo>
                      <a:pt x="2624" y="183"/>
                    </a:lnTo>
                    <a:lnTo>
                      <a:pt x="2229" y="122"/>
                    </a:lnTo>
                    <a:lnTo>
                      <a:pt x="1850" y="77"/>
                    </a:lnTo>
                    <a:lnTo>
                      <a:pt x="1471" y="31"/>
                    </a:lnTo>
                    <a:lnTo>
                      <a:pt x="1108" y="16"/>
                    </a:lnTo>
                    <a:lnTo>
                      <a:pt x="7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7"/>
              <p:cNvSpPr/>
              <p:nvPr/>
            </p:nvSpPr>
            <p:spPr>
              <a:xfrm>
                <a:off x="4953996" y="5113606"/>
                <a:ext cx="620327" cy="284385"/>
              </a:xfrm>
              <a:custGeom>
                <a:avLst/>
                <a:gdLst/>
                <a:ahLst/>
                <a:cxnLst/>
                <a:rect l="l" t="t" r="r" b="b"/>
                <a:pathLst>
                  <a:path w="18421" h="8445" extrusionOk="0">
                    <a:moveTo>
                      <a:pt x="4989" y="1"/>
                    </a:moveTo>
                    <a:lnTo>
                      <a:pt x="4579" y="364"/>
                    </a:lnTo>
                    <a:lnTo>
                      <a:pt x="4170" y="728"/>
                    </a:lnTo>
                    <a:lnTo>
                      <a:pt x="3791" y="1122"/>
                    </a:lnTo>
                    <a:lnTo>
                      <a:pt x="3412" y="1517"/>
                    </a:lnTo>
                    <a:lnTo>
                      <a:pt x="3048" y="1911"/>
                    </a:lnTo>
                    <a:lnTo>
                      <a:pt x="2699" y="2335"/>
                    </a:lnTo>
                    <a:lnTo>
                      <a:pt x="2351" y="2760"/>
                    </a:lnTo>
                    <a:lnTo>
                      <a:pt x="2032" y="3199"/>
                    </a:lnTo>
                    <a:lnTo>
                      <a:pt x="1729" y="3639"/>
                    </a:lnTo>
                    <a:lnTo>
                      <a:pt x="1426" y="4094"/>
                    </a:lnTo>
                    <a:lnTo>
                      <a:pt x="1153" y="4564"/>
                    </a:lnTo>
                    <a:lnTo>
                      <a:pt x="880" y="5034"/>
                    </a:lnTo>
                    <a:lnTo>
                      <a:pt x="638" y="5519"/>
                    </a:lnTo>
                    <a:lnTo>
                      <a:pt x="410" y="6004"/>
                    </a:lnTo>
                    <a:lnTo>
                      <a:pt x="198" y="6504"/>
                    </a:lnTo>
                    <a:lnTo>
                      <a:pt x="1" y="7005"/>
                    </a:lnTo>
                    <a:lnTo>
                      <a:pt x="1138" y="7081"/>
                    </a:lnTo>
                    <a:lnTo>
                      <a:pt x="2290" y="7187"/>
                    </a:lnTo>
                    <a:lnTo>
                      <a:pt x="3473" y="7308"/>
                    </a:lnTo>
                    <a:lnTo>
                      <a:pt x="4640" y="7460"/>
                    </a:lnTo>
                    <a:lnTo>
                      <a:pt x="5231" y="7550"/>
                    </a:lnTo>
                    <a:lnTo>
                      <a:pt x="5807" y="7657"/>
                    </a:lnTo>
                    <a:lnTo>
                      <a:pt x="6383" y="7763"/>
                    </a:lnTo>
                    <a:lnTo>
                      <a:pt x="6944" y="7869"/>
                    </a:lnTo>
                    <a:lnTo>
                      <a:pt x="7521" y="8005"/>
                    </a:lnTo>
                    <a:lnTo>
                      <a:pt x="8066" y="8142"/>
                    </a:lnTo>
                    <a:lnTo>
                      <a:pt x="8612" y="8293"/>
                    </a:lnTo>
                    <a:lnTo>
                      <a:pt x="9143" y="8445"/>
                    </a:lnTo>
                    <a:lnTo>
                      <a:pt x="9309" y="8066"/>
                    </a:lnTo>
                    <a:lnTo>
                      <a:pt x="9507" y="7702"/>
                    </a:lnTo>
                    <a:lnTo>
                      <a:pt x="9704" y="7338"/>
                    </a:lnTo>
                    <a:lnTo>
                      <a:pt x="9901" y="6990"/>
                    </a:lnTo>
                    <a:lnTo>
                      <a:pt x="10113" y="6641"/>
                    </a:lnTo>
                    <a:lnTo>
                      <a:pt x="10340" y="6307"/>
                    </a:lnTo>
                    <a:lnTo>
                      <a:pt x="10568" y="5974"/>
                    </a:lnTo>
                    <a:lnTo>
                      <a:pt x="10795" y="5640"/>
                    </a:lnTo>
                    <a:lnTo>
                      <a:pt x="11038" y="5322"/>
                    </a:lnTo>
                    <a:lnTo>
                      <a:pt x="11295" y="5019"/>
                    </a:lnTo>
                    <a:lnTo>
                      <a:pt x="11553" y="4715"/>
                    </a:lnTo>
                    <a:lnTo>
                      <a:pt x="11826" y="4412"/>
                    </a:lnTo>
                    <a:lnTo>
                      <a:pt x="12099" y="4124"/>
                    </a:lnTo>
                    <a:lnTo>
                      <a:pt x="12372" y="3851"/>
                    </a:lnTo>
                    <a:lnTo>
                      <a:pt x="12660" y="3578"/>
                    </a:lnTo>
                    <a:lnTo>
                      <a:pt x="12963" y="3306"/>
                    </a:lnTo>
                    <a:lnTo>
                      <a:pt x="13251" y="3048"/>
                    </a:lnTo>
                    <a:lnTo>
                      <a:pt x="13570" y="2790"/>
                    </a:lnTo>
                    <a:lnTo>
                      <a:pt x="13873" y="2547"/>
                    </a:lnTo>
                    <a:lnTo>
                      <a:pt x="14191" y="2305"/>
                    </a:lnTo>
                    <a:lnTo>
                      <a:pt x="14525" y="2078"/>
                    </a:lnTo>
                    <a:lnTo>
                      <a:pt x="14843" y="1850"/>
                    </a:lnTo>
                    <a:lnTo>
                      <a:pt x="15525" y="1426"/>
                    </a:lnTo>
                    <a:lnTo>
                      <a:pt x="16223" y="1031"/>
                    </a:lnTo>
                    <a:lnTo>
                      <a:pt x="16935" y="652"/>
                    </a:lnTo>
                    <a:lnTo>
                      <a:pt x="17678" y="319"/>
                    </a:lnTo>
                    <a:lnTo>
                      <a:pt x="18421" y="1"/>
                    </a:lnTo>
                    <a:close/>
                  </a:path>
                </a:pathLst>
              </a:custGeom>
              <a:solidFill>
                <a:srgbClr val="A5D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7"/>
              <p:cNvSpPr/>
              <p:nvPr/>
            </p:nvSpPr>
            <p:spPr>
              <a:xfrm>
                <a:off x="4953996" y="5113606"/>
                <a:ext cx="620327" cy="284385"/>
              </a:xfrm>
              <a:custGeom>
                <a:avLst/>
                <a:gdLst/>
                <a:ahLst/>
                <a:cxnLst/>
                <a:rect l="l" t="t" r="r" b="b"/>
                <a:pathLst>
                  <a:path w="18421" h="8445" fill="none" extrusionOk="0">
                    <a:moveTo>
                      <a:pt x="18421" y="1"/>
                    </a:moveTo>
                    <a:lnTo>
                      <a:pt x="4989" y="1"/>
                    </a:lnTo>
                    <a:lnTo>
                      <a:pt x="4989" y="1"/>
                    </a:lnTo>
                    <a:lnTo>
                      <a:pt x="4579" y="364"/>
                    </a:lnTo>
                    <a:lnTo>
                      <a:pt x="4170" y="728"/>
                    </a:lnTo>
                    <a:lnTo>
                      <a:pt x="3791" y="1122"/>
                    </a:lnTo>
                    <a:lnTo>
                      <a:pt x="3412" y="1517"/>
                    </a:lnTo>
                    <a:lnTo>
                      <a:pt x="3048" y="1911"/>
                    </a:lnTo>
                    <a:lnTo>
                      <a:pt x="2699" y="2335"/>
                    </a:lnTo>
                    <a:lnTo>
                      <a:pt x="2351" y="2760"/>
                    </a:lnTo>
                    <a:lnTo>
                      <a:pt x="2032" y="3199"/>
                    </a:lnTo>
                    <a:lnTo>
                      <a:pt x="1729" y="3639"/>
                    </a:lnTo>
                    <a:lnTo>
                      <a:pt x="1426" y="4094"/>
                    </a:lnTo>
                    <a:lnTo>
                      <a:pt x="1153" y="4564"/>
                    </a:lnTo>
                    <a:lnTo>
                      <a:pt x="880" y="5034"/>
                    </a:lnTo>
                    <a:lnTo>
                      <a:pt x="638" y="5519"/>
                    </a:lnTo>
                    <a:lnTo>
                      <a:pt x="410" y="6004"/>
                    </a:lnTo>
                    <a:lnTo>
                      <a:pt x="198" y="6504"/>
                    </a:lnTo>
                    <a:lnTo>
                      <a:pt x="1" y="7005"/>
                    </a:lnTo>
                    <a:lnTo>
                      <a:pt x="1" y="7005"/>
                    </a:lnTo>
                    <a:lnTo>
                      <a:pt x="1138" y="7081"/>
                    </a:lnTo>
                    <a:lnTo>
                      <a:pt x="2290" y="7187"/>
                    </a:lnTo>
                    <a:lnTo>
                      <a:pt x="3473" y="7308"/>
                    </a:lnTo>
                    <a:lnTo>
                      <a:pt x="4640" y="7460"/>
                    </a:lnTo>
                    <a:lnTo>
                      <a:pt x="5231" y="7550"/>
                    </a:lnTo>
                    <a:lnTo>
                      <a:pt x="5807" y="7657"/>
                    </a:lnTo>
                    <a:lnTo>
                      <a:pt x="6383" y="7763"/>
                    </a:lnTo>
                    <a:lnTo>
                      <a:pt x="6944" y="7869"/>
                    </a:lnTo>
                    <a:lnTo>
                      <a:pt x="7521" y="8005"/>
                    </a:lnTo>
                    <a:lnTo>
                      <a:pt x="8066" y="8142"/>
                    </a:lnTo>
                    <a:lnTo>
                      <a:pt x="8612" y="8293"/>
                    </a:lnTo>
                    <a:lnTo>
                      <a:pt x="9143" y="8445"/>
                    </a:lnTo>
                    <a:lnTo>
                      <a:pt x="9143" y="8445"/>
                    </a:lnTo>
                    <a:lnTo>
                      <a:pt x="9309" y="8066"/>
                    </a:lnTo>
                    <a:lnTo>
                      <a:pt x="9507" y="7702"/>
                    </a:lnTo>
                    <a:lnTo>
                      <a:pt x="9704" y="7338"/>
                    </a:lnTo>
                    <a:lnTo>
                      <a:pt x="9901" y="6990"/>
                    </a:lnTo>
                    <a:lnTo>
                      <a:pt x="10113" y="6641"/>
                    </a:lnTo>
                    <a:lnTo>
                      <a:pt x="10340" y="6307"/>
                    </a:lnTo>
                    <a:lnTo>
                      <a:pt x="10568" y="5974"/>
                    </a:lnTo>
                    <a:lnTo>
                      <a:pt x="10795" y="5640"/>
                    </a:lnTo>
                    <a:lnTo>
                      <a:pt x="11038" y="5322"/>
                    </a:lnTo>
                    <a:lnTo>
                      <a:pt x="11295" y="5019"/>
                    </a:lnTo>
                    <a:lnTo>
                      <a:pt x="11553" y="4715"/>
                    </a:lnTo>
                    <a:lnTo>
                      <a:pt x="11826" y="4412"/>
                    </a:lnTo>
                    <a:lnTo>
                      <a:pt x="12099" y="4124"/>
                    </a:lnTo>
                    <a:lnTo>
                      <a:pt x="12372" y="3851"/>
                    </a:lnTo>
                    <a:lnTo>
                      <a:pt x="12660" y="3578"/>
                    </a:lnTo>
                    <a:lnTo>
                      <a:pt x="12963" y="3306"/>
                    </a:lnTo>
                    <a:lnTo>
                      <a:pt x="13251" y="3048"/>
                    </a:lnTo>
                    <a:lnTo>
                      <a:pt x="13570" y="2790"/>
                    </a:lnTo>
                    <a:lnTo>
                      <a:pt x="13873" y="2547"/>
                    </a:lnTo>
                    <a:lnTo>
                      <a:pt x="14191" y="2305"/>
                    </a:lnTo>
                    <a:lnTo>
                      <a:pt x="14525" y="2078"/>
                    </a:lnTo>
                    <a:lnTo>
                      <a:pt x="14843" y="1850"/>
                    </a:lnTo>
                    <a:lnTo>
                      <a:pt x="15525" y="1426"/>
                    </a:lnTo>
                    <a:lnTo>
                      <a:pt x="16223" y="1031"/>
                    </a:lnTo>
                    <a:lnTo>
                      <a:pt x="16935" y="652"/>
                    </a:lnTo>
                    <a:lnTo>
                      <a:pt x="17678" y="319"/>
                    </a:lnTo>
                    <a:lnTo>
                      <a:pt x="1842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7"/>
              <p:cNvSpPr/>
              <p:nvPr/>
            </p:nvSpPr>
            <p:spPr>
              <a:xfrm>
                <a:off x="5121972" y="4953308"/>
                <a:ext cx="578974" cy="160327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4761" extrusionOk="0">
                    <a:moveTo>
                      <a:pt x="14449" y="0"/>
                    </a:moveTo>
                    <a:lnTo>
                      <a:pt x="13691" y="15"/>
                    </a:lnTo>
                    <a:lnTo>
                      <a:pt x="12948" y="46"/>
                    </a:lnTo>
                    <a:lnTo>
                      <a:pt x="12205" y="91"/>
                    </a:lnTo>
                    <a:lnTo>
                      <a:pt x="11462" y="152"/>
                    </a:lnTo>
                    <a:lnTo>
                      <a:pt x="10719" y="243"/>
                    </a:lnTo>
                    <a:lnTo>
                      <a:pt x="9976" y="349"/>
                    </a:lnTo>
                    <a:lnTo>
                      <a:pt x="9249" y="485"/>
                    </a:lnTo>
                    <a:lnTo>
                      <a:pt x="8521" y="637"/>
                    </a:lnTo>
                    <a:lnTo>
                      <a:pt x="7808" y="819"/>
                    </a:lnTo>
                    <a:lnTo>
                      <a:pt x="7081" y="1016"/>
                    </a:lnTo>
                    <a:lnTo>
                      <a:pt x="6383" y="1243"/>
                    </a:lnTo>
                    <a:lnTo>
                      <a:pt x="5686" y="1486"/>
                    </a:lnTo>
                    <a:lnTo>
                      <a:pt x="4989" y="1759"/>
                    </a:lnTo>
                    <a:lnTo>
                      <a:pt x="4306" y="2047"/>
                    </a:lnTo>
                    <a:lnTo>
                      <a:pt x="3639" y="2365"/>
                    </a:lnTo>
                    <a:lnTo>
                      <a:pt x="2987" y="2714"/>
                    </a:lnTo>
                    <a:lnTo>
                      <a:pt x="2593" y="2926"/>
                    </a:lnTo>
                    <a:lnTo>
                      <a:pt x="2199" y="3169"/>
                    </a:lnTo>
                    <a:lnTo>
                      <a:pt x="1820" y="3411"/>
                    </a:lnTo>
                    <a:lnTo>
                      <a:pt x="1441" y="3654"/>
                    </a:lnTo>
                    <a:lnTo>
                      <a:pt x="1077" y="3927"/>
                    </a:lnTo>
                    <a:lnTo>
                      <a:pt x="713" y="4200"/>
                    </a:lnTo>
                    <a:lnTo>
                      <a:pt x="349" y="4472"/>
                    </a:lnTo>
                    <a:lnTo>
                      <a:pt x="1" y="4761"/>
                    </a:lnTo>
                    <a:lnTo>
                      <a:pt x="13433" y="4761"/>
                    </a:lnTo>
                    <a:lnTo>
                      <a:pt x="14070" y="4533"/>
                    </a:lnTo>
                    <a:lnTo>
                      <a:pt x="14085" y="3987"/>
                    </a:lnTo>
                    <a:lnTo>
                      <a:pt x="14146" y="3487"/>
                    </a:lnTo>
                    <a:lnTo>
                      <a:pt x="14221" y="3017"/>
                    </a:lnTo>
                    <a:lnTo>
                      <a:pt x="14312" y="2608"/>
                    </a:lnTo>
                    <a:lnTo>
                      <a:pt x="14449" y="2214"/>
                    </a:lnTo>
                    <a:lnTo>
                      <a:pt x="14600" y="1880"/>
                    </a:lnTo>
                    <a:lnTo>
                      <a:pt x="14767" y="1562"/>
                    </a:lnTo>
                    <a:lnTo>
                      <a:pt x="14858" y="1425"/>
                    </a:lnTo>
                    <a:lnTo>
                      <a:pt x="14964" y="1289"/>
                    </a:lnTo>
                    <a:lnTo>
                      <a:pt x="15070" y="1152"/>
                    </a:lnTo>
                    <a:lnTo>
                      <a:pt x="15176" y="1046"/>
                    </a:lnTo>
                    <a:lnTo>
                      <a:pt x="15404" y="819"/>
                    </a:lnTo>
                    <a:lnTo>
                      <a:pt x="15662" y="637"/>
                    </a:lnTo>
                    <a:lnTo>
                      <a:pt x="15934" y="485"/>
                    </a:lnTo>
                    <a:lnTo>
                      <a:pt x="16223" y="364"/>
                    </a:lnTo>
                    <a:lnTo>
                      <a:pt x="16541" y="258"/>
                    </a:lnTo>
                    <a:lnTo>
                      <a:pt x="16859" y="182"/>
                    </a:lnTo>
                    <a:lnTo>
                      <a:pt x="17193" y="121"/>
                    </a:lnTo>
                    <a:lnTo>
                      <a:pt x="16511" y="76"/>
                    </a:lnTo>
                    <a:lnTo>
                      <a:pt x="15828" y="30"/>
                    </a:lnTo>
                    <a:lnTo>
                      <a:pt x="15131" y="15"/>
                    </a:lnTo>
                    <a:lnTo>
                      <a:pt x="14449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7"/>
              <p:cNvSpPr/>
              <p:nvPr/>
            </p:nvSpPr>
            <p:spPr>
              <a:xfrm>
                <a:off x="5121972" y="4953308"/>
                <a:ext cx="578974" cy="160327"/>
              </a:xfrm>
              <a:custGeom>
                <a:avLst/>
                <a:gdLst/>
                <a:ahLst/>
                <a:cxnLst/>
                <a:rect l="l" t="t" r="r" b="b"/>
                <a:pathLst>
                  <a:path w="17193" h="4761" fill="none" extrusionOk="0">
                    <a:moveTo>
                      <a:pt x="14449" y="0"/>
                    </a:moveTo>
                    <a:lnTo>
                      <a:pt x="14449" y="0"/>
                    </a:lnTo>
                    <a:lnTo>
                      <a:pt x="13691" y="15"/>
                    </a:lnTo>
                    <a:lnTo>
                      <a:pt x="12948" y="46"/>
                    </a:lnTo>
                    <a:lnTo>
                      <a:pt x="12205" y="91"/>
                    </a:lnTo>
                    <a:lnTo>
                      <a:pt x="11462" y="152"/>
                    </a:lnTo>
                    <a:lnTo>
                      <a:pt x="10719" y="243"/>
                    </a:lnTo>
                    <a:lnTo>
                      <a:pt x="9976" y="349"/>
                    </a:lnTo>
                    <a:lnTo>
                      <a:pt x="9249" y="485"/>
                    </a:lnTo>
                    <a:lnTo>
                      <a:pt x="8521" y="637"/>
                    </a:lnTo>
                    <a:lnTo>
                      <a:pt x="7808" y="819"/>
                    </a:lnTo>
                    <a:lnTo>
                      <a:pt x="7081" y="1016"/>
                    </a:lnTo>
                    <a:lnTo>
                      <a:pt x="6383" y="1243"/>
                    </a:lnTo>
                    <a:lnTo>
                      <a:pt x="5686" y="1486"/>
                    </a:lnTo>
                    <a:lnTo>
                      <a:pt x="4989" y="1759"/>
                    </a:lnTo>
                    <a:lnTo>
                      <a:pt x="4306" y="2047"/>
                    </a:lnTo>
                    <a:lnTo>
                      <a:pt x="3639" y="2365"/>
                    </a:lnTo>
                    <a:lnTo>
                      <a:pt x="2987" y="2714"/>
                    </a:lnTo>
                    <a:lnTo>
                      <a:pt x="2987" y="2714"/>
                    </a:lnTo>
                    <a:lnTo>
                      <a:pt x="2593" y="2926"/>
                    </a:lnTo>
                    <a:lnTo>
                      <a:pt x="2199" y="3169"/>
                    </a:lnTo>
                    <a:lnTo>
                      <a:pt x="1820" y="3411"/>
                    </a:lnTo>
                    <a:lnTo>
                      <a:pt x="1441" y="3654"/>
                    </a:lnTo>
                    <a:lnTo>
                      <a:pt x="1077" y="3927"/>
                    </a:lnTo>
                    <a:lnTo>
                      <a:pt x="713" y="4200"/>
                    </a:lnTo>
                    <a:lnTo>
                      <a:pt x="349" y="4472"/>
                    </a:lnTo>
                    <a:lnTo>
                      <a:pt x="1" y="4761"/>
                    </a:lnTo>
                    <a:lnTo>
                      <a:pt x="13433" y="4761"/>
                    </a:lnTo>
                    <a:lnTo>
                      <a:pt x="13433" y="4761"/>
                    </a:lnTo>
                    <a:lnTo>
                      <a:pt x="14070" y="4533"/>
                    </a:lnTo>
                    <a:lnTo>
                      <a:pt x="14070" y="4533"/>
                    </a:lnTo>
                    <a:lnTo>
                      <a:pt x="14085" y="3987"/>
                    </a:lnTo>
                    <a:lnTo>
                      <a:pt x="14146" y="3487"/>
                    </a:lnTo>
                    <a:lnTo>
                      <a:pt x="14221" y="3017"/>
                    </a:lnTo>
                    <a:lnTo>
                      <a:pt x="14312" y="2608"/>
                    </a:lnTo>
                    <a:lnTo>
                      <a:pt x="14449" y="2214"/>
                    </a:lnTo>
                    <a:lnTo>
                      <a:pt x="14600" y="1880"/>
                    </a:lnTo>
                    <a:lnTo>
                      <a:pt x="14767" y="1562"/>
                    </a:lnTo>
                    <a:lnTo>
                      <a:pt x="14858" y="1425"/>
                    </a:lnTo>
                    <a:lnTo>
                      <a:pt x="14964" y="1289"/>
                    </a:lnTo>
                    <a:lnTo>
                      <a:pt x="15070" y="1152"/>
                    </a:lnTo>
                    <a:lnTo>
                      <a:pt x="15176" y="1046"/>
                    </a:lnTo>
                    <a:lnTo>
                      <a:pt x="15404" y="819"/>
                    </a:lnTo>
                    <a:lnTo>
                      <a:pt x="15662" y="637"/>
                    </a:lnTo>
                    <a:lnTo>
                      <a:pt x="15934" y="485"/>
                    </a:lnTo>
                    <a:lnTo>
                      <a:pt x="16223" y="364"/>
                    </a:lnTo>
                    <a:lnTo>
                      <a:pt x="16541" y="258"/>
                    </a:lnTo>
                    <a:lnTo>
                      <a:pt x="16859" y="182"/>
                    </a:lnTo>
                    <a:lnTo>
                      <a:pt x="17193" y="121"/>
                    </a:lnTo>
                    <a:lnTo>
                      <a:pt x="17193" y="121"/>
                    </a:lnTo>
                    <a:lnTo>
                      <a:pt x="16511" y="76"/>
                    </a:lnTo>
                    <a:lnTo>
                      <a:pt x="15828" y="30"/>
                    </a:lnTo>
                    <a:lnTo>
                      <a:pt x="15131" y="15"/>
                    </a:lnTo>
                    <a:lnTo>
                      <a:pt x="1444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7"/>
              <p:cNvSpPr/>
              <p:nvPr/>
            </p:nvSpPr>
            <p:spPr>
              <a:xfrm>
                <a:off x="6237022" y="5113606"/>
                <a:ext cx="25559" cy="8722"/>
              </a:xfrm>
              <a:custGeom>
                <a:avLst/>
                <a:gdLst/>
                <a:ahLst/>
                <a:cxnLst/>
                <a:rect l="l" t="t" r="r" b="b"/>
                <a:pathLst>
                  <a:path w="759" h="259" extrusionOk="0">
                    <a:moveTo>
                      <a:pt x="0" y="1"/>
                    </a:moveTo>
                    <a:lnTo>
                      <a:pt x="758" y="258"/>
                    </a:lnTo>
                    <a:lnTo>
                      <a:pt x="758" y="258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rgbClr val="A5D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7"/>
              <p:cNvSpPr/>
              <p:nvPr/>
            </p:nvSpPr>
            <p:spPr>
              <a:xfrm>
                <a:off x="6237022" y="5113606"/>
                <a:ext cx="25559" cy="8722"/>
              </a:xfrm>
              <a:custGeom>
                <a:avLst/>
                <a:gdLst/>
                <a:ahLst/>
                <a:cxnLst/>
                <a:rect l="l" t="t" r="r" b="b"/>
                <a:pathLst>
                  <a:path w="759" h="259" fill="none" extrusionOk="0">
                    <a:moveTo>
                      <a:pt x="167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758" y="258"/>
                    </a:lnTo>
                    <a:lnTo>
                      <a:pt x="758" y="258"/>
                    </a:lnTo>
                    <a:lnTo>
                      <a:pt x="16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7"/>
              <p:cNvSpPr/>
              <p:nvPr/>
            </p:nvSpPr>
            <p:spPr>
              <a:xfrm>
                <a:off x="5595761" y="4957382"/>
                <a:ext cx="646897" cy="156252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4640" extrusionOk="0">
                    <a:moveTo>
                      <a:pt x="3124" y="0"/>
                    </a:moveTo>
                    <a:lnTo>
                      <a:pt x="2790" y="61"/>
                    </a:lnTo>
                    <a:lnTo>
                      <a:pt x="2472" y="137"/>
                    </a:lnTo>
                    <a:lnTo>
                      <a:pt x="2154" y="243"/>
                    </a:lnTo>
                    <a:lnTo>
                      <a:pt x="1865" y="364"/>
                    </a:lnTo>
                    <a:lnTo>
                      <a:pt x="1593" y="516"/>
                    </a:lnTo>
                    <a:lnTo>
                      <a:pt x="1335" y="698"/>
                    </a:lnTo>
                    <a:lnTo>
                      <a:pt x="1107" y="925"/>
                    </a:lnTo>
                    <a:lnTo>
                      <a:pt x="1001" y="1031"/>
                    </a:lnTo>
                    <a:lnTo>
                      <a:pt x="895" y="1168"/>
                    </a:lnTo>
                    <a:lnTo>
                      <a:pt x="789" y="1304"/>
                    </a:lnTo>
                    <a:lnTo>
                      <a:pt x="698" y="1441"/>
                    </a:lnTo>
                    <a:lnTo>
                      <a:pt x="531" y="1759"/>
                    </a:lnTo>
                    <a:lnTo>
                      <a:pt x="380" y="2093"/>
                    </a:lnTo>
                    <a:lnTo>
                      <a:pt x="243" y="2487"/>
                    </a:lnTo>
                    <a:lnTo>
                      <a:pt x="152" y="2896"/>
                    </a:lnTo>
                    <a:lnTo>
                      <a:pt x="77" y="3366"/>
                    </a:lnTo>
                    <a:lnTo>
                      <a:pt x="16" y="3866"/>
                    </a:lnTo>
                    <a:lnTo>
                      <a:pt x="1" y="4412"/>
                    </a:lnTo>
                    <a:lnTo>
                      <a:pt x="440" y="4245"/>
                    </a:lnTo>
                    <a:lnTo>
                      <a:pt x="895" y="4109"/>
                    </a:lnTo>
                    <a:lnTo>
                      <a:pt x="1350" y="3972"/>
                    </a:lnTo>
                    <a:lnTo>
                      <a:pt x="1805" y="3851"/>
                    </a:lnTo>
                    <a:lnTo>
                      <a:pt x="2260" y="3730"/>
                    </a:lnTo>
                    <a:lnTo>
                      <a:pt x="2730" y="3624"/>
                    </a:lnTo>
                    <a:lnTo>
                      <a:pt x="3200" y="3518"/>
                    </a:lnTo>
                    <a:lnTo>
                      <a:pt x="3670" y="3427"/>
                    </a:lnTo>
                    <a:lnTo>
                      <a:pt x="4261" y="3336"/>
                    </a:lnTo>
                    <a:lnTo>
                      <a:pt x="4852" y="3260"/>
                    </a:lnTo>
                    <a:lnTo>
                      <a:pt x="5459" y="3184"/>
                    </a:lnTo>
                    <a:lnTo>
                      <a:pt x="6080" y="3123"/>
                    </a:lnTo>
                    <a:lnTo>
                      <a:pt x="6687" y="3078"/>
                    </a:lnTo>
                    <a:lnTo>
                      <a:pt x="7323" y="3048"/>
                    </a:lnTo>
                    <a:lnTo>
                      <a:pt x="7945" y="3032"/>
                    </a:lnTo>
                    <a:lnTo>
                      <a:pt x="8582" y="3017"/>
                    </a:lnTo>
                    <a:lnTo>
                      <a:pt x="9249" y="3032"/>
                    </a:lnTo>
                    <a:lnTo>
                      <a:pt x="9901" y="3048"/>
                    </a:lnTo>
                    <a:lnTo>
                      <a:pt x="10568" y="3078"/>
                    </a:lnTo>
                    <a:lnTo>
                      <a:pt x="11235" y="3123"/>
                    </a:lnTo>
                    <a:lnTo>
                      <a:pt x="11902" y="3184"/>
                    </a:lnTo>
                    <a:lnTo>
                      <a:pt x="12569" y="3260"/>
                    </a:lnTo>
                    <a:lnTo>
                      <a:pt x="13236" y="3336"/>
                    </a:lnTo>
                    <a:lnTo>
                      <a:pt x="13888" y="3442"/>
                    </a:lnTo>
                    <a:lnTo>
                      <a:pt x="14555" y="3548"/>
                    </a:lnTo>
                    <a:lnTo>
                      <a:pt x="15207" y="3669"/>
                    </a:lnTo>
                    <a:lnTo>
                      <a:pt x="15859" y="3806"/>
                    </a:lnTo>
                    <a:lnTo>
                      <a:pt x="16511" y="3942"/>
                    </a:lnTo>
                    <a:lnTo>
                      <a:pt x="17162" y="4109"/>
                    </a:lnTo>
                    <a:lnTo>
                      <a:pt x="17784" y="4276"/>
                    </a:lnTo>
                    <a:lnTo>
                      <a:pt x="18421" y="4442"/>
                    </a:lnTo>
                    <a:lnTo>
                      <a:pt x="19042" y="4640"/>
                    </a:lnTo>
                    <a:lnTo>
                      <a:pt x="19209" y="4640"/>
                    </a:lnTo>
                    <a:lnTo>
                      <a:pt x="17511" y="3927"/>
                    </a:lnTo>
                    <a:lnTo>
                      <a:pt x="16662" y="3578"/>
                    </a:lnTo>
                    <a:lnTo>
                      <a:pt x="15798" y="3245"/>
                    </a:lnTo>
                    <a:lnTo>
                      <a:pt x="14934" y="2911"/>
                    </a:lnTo>
                    <a:lnTo>
                      <a:pt x="14070" y="2593"/>
                    </a:lnTo>
                    <a:lnTo>
                      <a:pt x="13206" y="2290"/>
                    </a:lnTo>
                    <a:lnTo>
                      <a:pt x="12326" y="2002"/>
                    </a:lnTo>
                    <a:lnTo>
                      <a:pt x="11462" y="1714"/>
                    </a:lnTo>
                    <a:lnTo>
                      <a:pt x="10583" y="1456"/>
                    </a:lnTo>
                    <a:lnTo>
                      <a:pt x="9688" y="1213"/>
                    </a:lnTo>
                    <a:lnTo>
                      <a:pt x="8809" y="986"/>
                    </a:lnTo>
                    <a:lnTo>
                      <a:pt x="7915" y="774"/>
                    </a:lnTo>
                    <a:lnTo>
                      <a:pt x="7020" y="576"/>
                    </a:lnTo>
                    <a:lnTo>
                      <a:pt x="6110" y="410"/>
                    </a:lnTo>
                    <a:lnTo>
                      <a:pt x="5201" y="258"/>
                    </a:lnTo>
                    <a:lnTo>
                      <a:pt x="4170" y="106"/>
                    </a:lnTo>
                    <a:lnTo>
                      <a:pt x="3124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7"/>
              <p:cNvSpPr/>
              <p:nvPr/>
            </p:nvSpPr>
            <p:spPr>
              <a:xfrm>
                <a:off x="5595761" y="4957382"/>
                <a:ext cx="646897" cy="156252"/>
              </a:xfrm>
              <a:custGeom>
                <a:avLst/>
                <a:gdLst/>
                <a:ahLst/>
                <a:cxnLst/>
                <a:rect l="l" t="t" r="r" b="b"/>
                <a:pathLst>
                  <a:path w="19210" h="4640" fill="none" extrusionOk="0">
                    <a:moveTo>
                      <a:pt x="3124" y="0"/>
                    </a:moveTo>
                    <a:lnTo>
                      <a:pt x="3124" y="0"/>
                    </a:lnTo>
                    <a:lnTo>
                      <a:pt x="2790" y="61"/>
                    </a:lnTo>
                    <a:lnTo>
                      <a:pt x="2472" y="137"/>
                    </a:lnTo>
                    <a:lnTo>
                      <a:pt x="2154" y="243"/>
                    </a:lnTo>
                    <a:lnTo>
                      <a:pt x="1865" y="364"/>
                    </a:lnTo>
                    <a:lnTo>
                      <a:pt x="1593" y="516"/>
                    </a:lnTo>
                    <a:lnTo>
                      <a:pt x="1335" y="698"/>
                    </a:lnTo>
                    <a:lnTo>
                      <a:pt x="1107" y="925"/>
                    </a:lnTo>
                    <a:lnTo>
                      <a:pt x="1001" y="1031"/>
                    </a:lnTo>
                    <a:lnTo>
                      <a:pt x="895" y="1168"/>
                    </a:lnTo>
                    <a:lnTo>
                      <a:pt x="789" y="1304"/>
                    </a:lnTo>
                    <a:lnTo>
                      <a:pt x="698" y="1441"/>
                    </a:lnTo>
                    <a:lnTo>
                      <a:pt x="531" y="1759"/>
                    </a:lnTo>
                    <a:lnTo>
                      <a:pt x="380" y="2093"/>
                    </a:lnTo>
                    <a:lnTo>
                      <a:pt x="243" y="2487"/>
                    </a:lnTo>
                    <a:lnTo>
                      <a:pt x="152" y="2896"/>
                    </a:lnTo>
                    <a:lnTo>
                      <a:pt x="77" y="3366"/>
                    </a:lnTo>
                    <a:lnTo>
                      <a:pt x="16" y="3866"/>
                    </a:lnTo>
                    <a:lnTo>
                      <a:pt x="1" y="4412"/>
                    </a:lnTo>
                    <a:lnTo>
                      <a:pt x="1" y="4412"/>
                    </a:lnTo>
                    <a:lnTo>
                      <a:pt x="440" y="4245"/>
                    </a:lnTo>
                    <a:lnTo>
                      <a:pt x="895" y="4109"/>
                    </a:lnTo>
                    <a:lnTo>
                      <a:pt x="1350" y="3972"/>
                    </a:lnTo>
                    <a:lnTo>
                      <a:pt x="1805" y="3851"/>
                    </a:lnTo>
                    <a:lnTo>
                      <a:pt x="2260" y="3730"/>
                    </a:lnTo>
                    <a:lnTo>
                      <a:pt x="2730" y="3624"/>
                    </a:lnTo>
                    <a:lnTo>
                      <a:pt x="3200" y="3518"/>
                    </a:lnTo>
                    <a:lnTo>
                      <a:pt x="3670" y="3427"/>
                    </a:lnTo>
                    <a:lnTo>
                      <a:pt x="3670" y="3427"/>
                    </a:lnTo>
                    <a:lnTo>
                      <a:pt x="4261" y="3336"/>
                    </a:lnTo>
                    <a:lnTo>
                      <a:pt x="4852" y="3260"/>
                    </a:lnTo>
                    <a:lnTo>
                      <a:pt x="5459" y="3184"/>
                    </a:lnTo>
                    <a:lnTo>
                      <a:pt x="6080" y="3123"/>
                    </a:lnTo>
                    <a:lnTo>
                      <a:pt x="6687" y="3078"/>
                    </a:lnTo>
                    <a:lnTo>
                      <a:pt x="7323" y="3048"/>
                    </a:lnTo>
                    <a:lnTo>
                      <a:pt x="7945" y="3032"/>
                    </a:lnTo>
                    <a:lnTo>
                      <a:pt x="8582" y="3017"/>
                    </a:lnTo>
                    <a:lnTo>
                      <a:pt x="8582" y="3017"/>
                    </a:lnTo>
                    <a:lnTo>
                      <a:pt x="9249" y="3032"/>
                    </a:lnTo>
                    <a:lnTo>
                      <a:pt x="9901" y="3048"/>
                    </a:lnTo>
                    <a:lnTo>
                      <a:pt x="10568" y="3078"/>
                    </a:lnTo>
                    <a:lnTo>
                      <a:pt x="11235" y="3123"/>
                    </a:lnTo>
                    <a:lnTo>
                      <a:pt x="11902" y="3184"/>
                    </a:lnTo>
                    <a:lnTo>
                      <a:pt x="12569" y="3260"/>
                    </a:lnTo>
                    <a:lnTo>
                      <a:pt x="13236" y="3336"/>
                    </a:lnTo>
                    <a:lnTo>
                      <a:pt x="13888" y="3442"/>
                    </a:lnTo>
                    <a:lnTo>
                      <a:pt x="14555" y="3548"/>
                    </a:lnTo>
                    <a:lnTo>
                      <a:pt x="15207" y="3669"/>
                    </a:lnTo>
                    <a:lnTo>
                      <a:pt x="15859" y="3806"/>
                    </a:lnTo>
                    <a:lnTo>
                      <a:pt x="16511" y="3942"/>
                    </a:lnTo>
                    <a:lnTo>
                      <a:pt x="17162" y="4109"/>
                    </a:lnTo>
                    <a:lnTo>
                      <a:pt x="17784" y="4276"/>
                    </a:lnTo>
                    <a:lnTo>
                      <a:pt x="18421" y="4442"/>
                    </a:lnTo>
                    <a:lnTo>
                      <a:pt x="19042" y="4640"/>
                    </a:lnTo>
                    <a:lnTo>
                      <a:pt x="19209" y="4640"/>
                    </a:lnTo>
                    <a:lnTo>
                      <a:pt x="19209" y="4640"/>
                    </a:lnTo>
                    <a:lnTo>
                      <a:pt x="17511" y="3927"/>
                    </a:lnTo>
                    <a:lnTo>
                      <a:pt x="16662" y="3578"/>
                    </a:lnTo>
                    <a:lnTo>
                      <a:pt x="15798" y="3245"/>
                    </a:lnTo>
                    <a:lnTo>
                      <a:pt x="14934" y="2911"/>
                    </a:lnTo>
                    <a:lnTo>
                      <a:pt x="14070" y="2593"/>
                    </a:lnTo>
                    <a:lnTo>
                      <a:pt x="13206" y="2290"/>
                    </a:lnTo>
                    <a:lnTo>
                      <a:pt x="12326" y="2002"/>
                    </a:lnTo>
                    <a:lnTo>
                      <a:pt x="11462" y="1714"/>
                    </a:lnTo>
                    <a:lnTo>
                      <a:pt x="10583" y="1456"/>
                    </a:lnTo>
                    <a:lnTo>
                      <a:pt x="9688" y="1213"/>
                    </a:lnTo>
                    <a:lnTo>
                      <a:pt x="8809" y="986"/>
                    </a:lnTo>
                    <a:lnTo>
                      <a:pt x="7915" y="774"/>
                    </a:lnTo>
                    <a:lnTo>
                      <a:pt x="7020" y="576"/>
                    </a:lnTo>
                    <a:lnTo>
                      <a:pt x="6110" y="410"/>
                    </a:lnTo>
                    <a:lnTo>
                      <a:pt x="5201" y="258"/>
                    </a:lnTo>
                    <a:lnTo>
                      <a:pt x="5201" y="258"/>
                    </a:lnTo>
                    <a:lnTo>
                      <a:pt x="4170" y="106"/>
                    </a:lnTo>
                    <a:lnTo>
                      <a:pt x="312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7"/>
              <p:cNvSpPr/>
              <p:nvPr/>
            </p:nvSpPr>
            <p:spPr>
              <a:xfrm>
                <a:off x="7522067" y="5113606"/>
                <a:ext cx="93448" cy="128672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3821" extrusionOk="0">
                    <a:moveTo>
                      <a:pt x="1" y="1"/>
                    </a:moveTo>
                    <a:lnTo>
                      <a:pt x="380" y="425"/>
                    </a:lnTo>
                    <a:lnTo>
                      <a:pt x="728" y="865"/>
                    </a:lnTo>
                    <a:lnTo>
                      <a:pt x="1062" y="1319"/>
                    </a:lnTo>
                    <a:lnTo>
                      <a:pt x="1365" y="1789"/>
                    </a:lnTo>
                    <a:lnTo>
                      <a:pt x="1653" y="2275"/>
                    </a:lnTo>
                    <a:lnTo>
                      <a:pt x="1896" y="2775"/>
                    </a:lnTo>
                    <a:lnTo>
                      <a:pt x="2123" y="3275"/>
                    </a:lnTo>
                    <a:lnTo>
                      <a:pt x="2320" y="3806"/>
                    </a:lnTo>
                    <a:lnTo>
                      <a:pt x="2775" y="3821"/>
                    </a:lnTo>
                    <a:lnTo>
                      <a:pt x="2745" y="3321"/>
                    </a:lnTo>
                    <a:lnTo>
                      <a:pt x="2669" y="2820"/>
                    </a:lnTo>
                    <a:lnTo>
                      <a:pt x="2563" y="2320"/>
                    </a:lnTo>
                    <a:lnTo>
                      <a:pt x="2441" y="1835"/>
                    </a:lnTo>
                    <a:lnTo>
                      <a:pt x="2275" y="1365"/>
                    </a:lnTo>
                    <a:lnTo>
                      <a:pt x="2078" y="895"/>
                    </a:lnTo>
                    <a:lnTo>
                      <a:pt x="1850" y="440"/>
                    </a:lnTo>
                    <a:lnTo>
                      <a:pt x="1608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7"/>
              <p:cNvSpPr/>
              <p:nvPr/>
            </p:nvSpPr>
            <p:spPr>
              <a:xfrm>
                <a:off x="7522067" y="5113606"/>
                <a:ext cx="93448" cy="128672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3821" fill="none" extrusionOk="0">
                    <a:moveTo>
                      <a:pt x="1608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380" y="425"/>
                    </a:lnTo>
                    <a:lnTo>
                      <a:pt x="728" y="865"/>
                    </a:lnTo>
                    <a:lnTo>
                      <a:pt x="1062" y="1319"/>
                    </a:lnTo>
                    <a:lnTo>
                      <a:pt x="1365" y="1789"/>
                    </a:lnTo>
                    <a:lnTo>
                      <a:pt x="1653" y="2275"/>
                    </a:lnTo>
                    <a:lnTo>
                      <a:pt x="1896" y="2775"/>
                    </a:lnTo>
                    <a:lnTo>
                      <a:pt x="2123" y="3275"/>
                    </a:lnTo>
                    <a:lnTo>
                      <a:pt x="2320" y="3806"/>
                    </a:lnTo>
                    <a:lnTo>
                      <a:pt x="2320" y="3806"/>
                    </a:lnTo>
                    <a:lnTo>
                      <a:pt x="2775" y="3821"/>
                    </a:lnTo>
                    <a:lnTo>
                      <a:pt x="2775" y="3821"/>
                    </a:lnTo>
                    <a:lnTo>
                      <a:pt x="2745" y="3321"/>
                    </a:lnTo>
                    <a:lnTo>
                      <a:pt x="2669" y="2820"/>
                    </a:lnTo>
                    <a:lnTo>
                      <a:pt x="2563" y="2320"/>
                    </a:lnTo>
                    <a:lnTo>
                      <a:pt x="2441" y="1835"/>
                    </a:lnTo>
                    <a:lnTo>
                      <a:pt x="2275" y="1365"/>
                    </a:lnTo>
                    <a:lnTo>
                      <a:pt x="2078" y="895"/>
                    </a:lnTo>
                    <a:lnTo>
                      <a:pt x="1850" y="440"/>
                    </a:lnTo>
                    <a:lnTo>
                      <a:pt x="160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7"/>
              <p:cNvSpPr/>
              <p:nvPr/>
            </p:nvSpPr>
            <p:spPr>
              <a:xfrm>
                <a:off x="6854271" y="4944114"/>
                <a:ext cx="721925" cy="169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5034" extrusionOk="0">
                    <a:moveTo>
                      <a:pt x="11416" y="0"/>
                    </a:moveTo>
                    <a:lnTo>
                      <a:pt x="10749" y="15"/>
                    </a:lnTo>
                    <a:lnTo>
                      <a:pt x="10082" y="46"/>
                    </a:lnTo>
                    <a:lnTo>
                      <a:pt x="9415" y="121"/>
                    </a:lnTo>
                    <a:lnTo>
                      <a:pt x="8748" y="197"/>
                    </a:lnTo>
                    <a:lnTo>
                      <a:pt x="8187" y="303"/>
                    </a:lnTo>
                    <a:lnTo>
                      <a:pt x="7611" y="410"/>
                    </a:lnTo>
                    <a:lnTo>
                      <a:pt x="7050" y="531"/>
                    </a:lnTo>
                    <a:lnTo>
                      <a:pt x="6504" y="667"/>
                    </a:lnTo>
                    <a:lnTo>
                      <a:pt x="5943" y="819"/>
                    </a:lnTo>
                    <a:lnTo>
                      <a:pt x="5382" y="986"/>
                    </a:lnTo>
                    <a:lnTo>
                      <a:pt x="4837" y="1168"/>
                    </a:lnTo>
                    <a:lnTo>
                      <a:pt x="4291" y="1349"/>
                    </a:lnTo>
                    <a:lnTo>
                      <a:pt x="3199" y="1744"/>
                    </a:lnTo>
                    <a:lnTo>
                      <a:pt x="2123" y="2168"/>
                    </a:lnTo>
                    <a:lnTo>
                      <a:pt x="1062" y="2608"/>
                    </a:lnTo>
                    <a:lnTo>
                      <a:pt x="0" y="3078"/>
                    </a:lnTo>
                    <a:lnTo>
                      <a:pt x="577" y="2896"/>
                    </a:lnTo>
                    <a:lnTo>
                      <a:pt x="1168" y="2744"/>
                    </a:lnTo>
                    <a:lnTo>
                      <a:pt x="1774" y="2608"/>
                    </a:lnTo>
                    <a:lnTo>
                      <a:pt x="2396" y="2487"/>
                    </a:lnTo>
                    <a:lnTo>
                      <a:pt x="3321" y="2168"/>
                    </a:lnTo>
                    <a:lnTo>
                      <a:pt x="3791" y="2017"/>
                    </a:lnTo>
                    <a:lnTo>
                      <a:pt x="4276" y="1880"/>
                    </a:lnTo>
                    <a:lnTo>
                      <a:pt x="4776" y="1744"/>
                    </a:lnTo>
                    <a:lnTo>
                      <a:pt x="5276" y="1622"/>
                    </a:lnTo>
                    <a:lnTo>
                      <a:pt x="5792" y="1501"/>
                    </a:lnTo>
                    <a:lnTo>
                      <a:pt x="6307" y="1395"/>
                    </a:lnTo>
                    <a:lnTo>
                      <a:pt x="6823" y="1304"/>
                    </a:lnTo>
                    <a:lnTo>
                      <a:pt x="7353" y="1228"/>
                    </a:lnTo>
                    <a:lnTo>
                      <a:pt x="7869" y="1168"/>
                    </a:lnTo>
                    <a:lnTo>
                      <a:pt x="8399" y="1122"/>
                    </a:lnTo>
                    <a:lnTo>
                      <a:pt x="9021" y="1001"/>
                    </a:lnTo>
                    <a:lnTo>
                      <a:pt x="9643" y="925"/>
                    </a:lnTo>
                    <a:lnTo>
                      <a:pt x="10219" y="864"/>
                    </a:lnTo>
                    <a:lnTo>
                      <a:pt x="10492" y="849"/>
                    </a:lnTo>
                    <a:lnTo>
                      <a:pt x="11068" y="849"/>
                    </a:lnTo>
                    <a:lnTo>
                      <a:pt x="11356" y="879"/>
                    </a:lnTo>
                    <a:lnTo>
                      <a:pt x="11644" y="910"/>
                    </a:lnTo>
                    <a:lnTo>
                      <a:pt x="11902" y="955"/>
                    </a:lnTo>
                    <a:lnTo>
                      <a:pt x="12159" y="1031"/>
                    </a:lnTo>
                    <a:lnTo>
                      <a:pt x="12402" y="1107"/>
                    </a:lnTo>
                    <a:lnTo>
                      <a:pt x="12629" y="1198"/>
                    </a:lnTo>
                    <a:lnTo>
                      <a:pt x="12841" y="1319"/>
                    </a:lnTo>
                    <a:lnTo>
                      <a:pt x="13493" y="1456"/>
                    </a:lnTo>
                    <a:lnTo>
                      <a:pt x="14145" y="1622"/>
                    </a:lnTo>
                    <a:lnTo>
                      <a:pt x="14797" y="1819"/>
                    </a:lnTo>
                    <a:lnTo>
                      <a:pt x="15419" y="2047"/>
                    </a:lnTo>
                    <a:lnTo>
                      <a:pt x="15737" y="2183"/>
                    </a:lnTo>
                    <a:lnTo>
                      <a:pt x="16040" y="2320"/>
                    </a:lnTo>
                    <a:lnTo>
                      <a:pt x="16344" y="2456"/>
                    </a:lnTo>
                    <a:lnTo>
                      <a:pt x="16647" y="2608"/>
                    </a:lnTo>
                    <a:lnTo>
                      <a:pt x="16935" y="2775"/>
                    </a:lnTo>
                    <a:lnTo>
                      <a:pt x="17223" y="2941"/>
                    </a:lnTo>
                    <a:lnTo>
                      <a:pt x="17511" y="3123"/>
                    </a:lnTo>
                    <a:lnTo>
                      <a:pt x="17799" y="3305"/>
                    </a:lnTo>
                    <a:lnTo>
                      <a:pt x="18072" y="3487"/>
                    </a:lnTo>
                    <a:lnTo>
                      <a:pt x="18345" y="3699"/>
                    </a:lnTo>
                    <a:lnTo>
                      <a:pt x="18603" y="3896"/>
                    </a:lnTo>
                    <a:lnTo>
                      <a:pt x="18860" y="4109"/>
                    </a:lnTo>
                    <a:lnTo>
                      <a:pt x="19118" y="4336"/>
                    </a:lnTo>
                    <a:lnTo>
                      <a:pt x="19361" y="4564"/>
                    </a:lnTo>
                    <a:lnTo>
                      <a:pt x="19603" y="4791"/>
                    </a:lnTo>
                    <a:lnTo>
                      <a:pt x="19831" y="5034"/>
                    </a:lnTo>
                    <a:lnTo>
                      <a:pt x="21438" y="5034"/>
                    </a:lnTo>
                    <a:lnTo>
                      <a:pt x="21271" y="4761"/>
                    </a:lnTo>
                    <a:lnTo>
                      <a:pt x="21089" y="4488"/>
                    </a:lnTo>
                    <a:lnTo>
                      <a:pt x="20892" y="4230"/>
                    </a:lnTo>
                    <a:lnTo>
                      <a:pt x="20695" y="3972"/>
                    </a:lnTo>
                    <a:lnTo>
                      <a:pt x="20498" y="3730"/>
                    </a:lnTo>
                    <a:lnTo>
                      <a:pt x="20285" y="3487"/>
                    </a:lnTo>
                    <a:lnTo>
                      <a:pt x="20058" y="3245"/>
                    </a:lnTo>
                    <a:lnTo>
                      <a:pt x="19831" y="3017"/>
                    </a:lnTo>
                    <a:lnTo>
                      <a:pt x="19588" y="2805"/>
                    </a:lnTo>
                    <a:lnTo>
                      <a:pt x="19345" y="2593"/>
                    </a:lnTo>
                    <a:lnTo>
                      <a:pt x="19088" y="2380"/>
                    </a:lnTo>
                    <a:lnTo>
                      <a:pt x="18830" y="2183"/>
                    </a:lnTo>
                    <a:lnTo>
                      <a:pt x="18557" y="2001"/>
                    </a:lnTo>
                    <a:lnTo>
                      <a:pt x="18299" y="1819"/>
                    </a:lnTo>
                    <a:lnTo>
                      <a:pt x="18011" y="1653"/>
                    </a:lnTo>
                    <a:lnTo>
                      <a:pt x="17738" y="1486"/>
                    </a:lnTo>
                    <a:lnTo>
                      <a:pt x="17374" y="1304"/>
                    </a:lnTo>
                    <a:lnTo>
                      <a:pt x="16995" y="1122"/>
                    </a:lnTo>
                    <a:lnTo>
                      <a:pt x="16632" y="970"/>
                    </a:lnTo>
                    <a:lnTo>
                      <a:pt x="16253" y="819"/>
                    </a:lnTo>
                    <a:lnTo>
                      <a:pt x="15858" y="682"/>
                    </a:lnTo>
                    <a:lnTo>
                      <a:pt x="15479" y="561"/>
                    </a:lnTo>
                    <a:lnTo>
                      <a:pt x="15085" y="440"/>
                    </a:lnTo>
                    <a:lnTo>
                      <a:pt x="14676" y="349"/>
                    </a:lnTo>
                    <a:lnTo>
                      <a:pt x="14282" y="258"/>
                    </a:lnTo>
                    <a:lnTo>
                      <a:pt x="13872" y="197"/>
                    </a:lnTo>
                    <a:lnTo>
                      <a:pt x="13478" y="137"/>
                    </a:lnTo>
                    <a:lnTo>
                      <a:pt x="13069" y="76"/>
                    </a:lnTo>
                    <a:lnTo>
                      <a:pt x="12660" y="46"/>
                    </a:lnTo>
                    <a:lnTo>
                      <a:pt x="12235" y="15"/>
                    </a:lnTo>
                    <a:lnTo>
                      <a:pt x="11826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7"/>
              <p:cNvSpPr/>
              <p:nvPr/>
            </p:nvSpPr>
            <p:spPr>
              <a:xfrm>
                <a:off x="6854271" y="4944114"/>
                <a:ext cx="721925" cy="169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5034" fill="none" extrusionOk="0">
                    <a:moveTo>
                      <a:pt x="11416" y="0"/>
                    </a:moveTo>
                    <a:lnTo>
                      <a:pt x="11416" y="0"/>
                    </a:lnTo>
                    <a:lnTo>
                      <a:pt x="10749" y="15"/>
                    </a:lnTo>
                    <a:lnTo>
                      <a:pt x="10082" y="46"/>
                    </a:lnTo>
                    <a:lnTo>
                      <a:pt x="9415" y="121"/>
                    </a:lnTo>
                    <a:lnTo>
                      <a:pt x="8748" y="197"/>
                    </a:lnTo>
                    <a:lnTo>
                      <a:pt x="8748" y="197"/>
                    </a:lnTo>
                    <a:lnTo>
                      <a:pt x="8187" y="303"/>
                    </a:lnTo>
                    <a:lnTo>
                      <a:pt x="7611" y="410"/>
                    </a:lnTo>
                    <a:lnTo>
                      <a:pt x="7050" y="531"/>
                    </a:lnTo>
                    <a:lnTo>
                      <a:pt x="6504" y="667"/>
                    </a:lnTo>
                    <a:lnTo>
                      <a:pt x="5943" y="819"/>
                    </a:lnTo>
                    <a:lnTo>
                      <a:pt x="5382" y="986"/>
                    </a:lnTo>
                    <a:lnTo>
                      <a:pt x="4837" y="1168"/>
                    </a:lnTo>
                    <a:lnTo>
                      <a:pt x="4291" y="1349"/>
                    </a:lnTo>
                    <a:lnTo>
                      <a:pt x="3199" y="1744"/>
                    </a:lnTo>
                    <a:lnTo>
                      <a:pt x="2123" y="2168"/>
                    </a:lnTo>
                    <a:lnTo>
                      <a:pt x="1062" y="2608"/>
                    </a:lnTo>
                    <a:lnTo>
                      <a:pt x="0" y="3078"/>
                    </a:lnTo>
                    <a:lnTo>
                      <a:pt x="0" y="3078"/>
                    </a:lnTo>
                    <a:lnTo>
                      <a:pt x="577" y="2896"/>
                    </a:lnTo>
                    <a:lnTo>
                      <a:pt x="1168" y="2744"/>
                    </a:lnTo>
                    <a:lnTo>
                      <a:pt x="1774" y="2608"/>
                    </a:lnTo>
                    <a:lnTo>
                      <a:pt x="2396" y="2487"/>
                    </a:lnTo>
                    <a:lnTo>
                      <a:pt x="2396" y="2487"/>
                    </a:lnTo>
                    <a:lnTo>
                      <a:pt x="3321" y="2168"/>
                    </a:lnTo>
                    <a:lnTo>
                      <a:pt x="3791" y="2017"/>
                    </a:lnTo>
                    <a:lnTo>
                      <a:pt x="4276" y="1880"/>
                    </a:lnTo>
                    <a:lnTo>
                      <a:pt x="4276" y="1880"/>
                    </a:lnTo>
                    <a:lnTo>
                      <a:pt x="4776" y="1744"/>
                    </a:lnTo>
                    <a:lnTo>
                      <a:pt x="5276" y="1622"/>
                    </a:lnTo>
                    <a:lnTo>
                      <a:pt x="5792" y="1501"/>
                    </a:lnTo>
                    <a:lnTo>
                      <a:pt x="6307" y="1395"/>
                    </a:lnTo>
                    <a:lnTo>
                      <a:pt x="6823" y="1304"/>
                    </a:lnTo>
                    <a:lnTo>
                      <a:pt x="7353" y="1228"/>
                    </a:lnTo>
                    <a:lnTo>
                      <a:pt x="7869" y="1168"/>
                    </a:lnTo>
                    <a:lnTo>
                      <a:pt x="8399" y="1122"/>
                    </a:lnTo>
                    <a:lnTo>
                      <a:pt x="8399" y="1122"/>
                    </a:lnTo>
                    <a:lnTo>
                      <a:pt x="9021" y="1001"/>
                    </a:lnTo>
                    <a:lnTo>
                      <a:pt x="9643" y="925"/>
                    </a:lnTo>
                    <a:lnTo>
                      <a:pt x="10219" y="864"/>
                    </a:lnTo>
                    <a:lnTo>
                      <a:pt x="10492" y="849"/>
                    </a:lnTo>
                    <a:lnTo>
                      <a:pt x="10764" y="849"/>
                    </a:lnTo>
                    <a:lnTo>
                      <a:pt x="10764" y="849"/>
                    </a:lnTo>
                    <a:lnTo>
                      <a:pt x="11068" y="849"/>
                    </a:lnTo>
                    <a:lnTo>
                      <a:pt x="11356" y="879"/>
                    </a:lnTo>
                    <a:lnTo>
                      <a:pt x="11644" y="910"/>
                    </a:lnTo>
                    <a:lnTo>
                      <a:pt x="11902" y="955"/>
                    </a:lnTo>
                    <a:lnTo>
                      <a:pt x="12159" y="1031"/>
                    </a:lnTo>
                    <a:lnTo>
                      <a:pt x="12402" y="1107"/>
                    </a:lnTo>
                    <a:lnTo>
                      <a:pt x="12629" y="1198"/>
                    </a:lnTo>
                    <a:lnTo>
                      <a:pt x="12841" y="1319"/>
                    </a:lnTo>
                    <a:lnTo>
                      <a:pt x="12841" y="1319"/>
                    </a:lnTo>
                    <a:lnTo>
                      <a:pt x="13493" y="1456"/>
                    </a:lnTo>
                    <a:lnTo>
                      <a:pt x="14145" y="1622"/>
                    </a:lnTo>
                    <a:lnTo>
                      <a:pt x="14797" y="1819"/>
                    </a:lnTo>
                    <a:lnTo>
                      <a:pt x="15419" y="2047"/>
                    </a:lnTo>
                    <a:lnTo>
                      <a:pt x="15419" y="2047"/>
                    </a:lnTo>
                    <a:lnTo>
                      <a:pt x="15737" y="2183"/>
                    </a:lnTo>
                    <a:lnTo>
                      <a:pt x="16040" y="2320"/>
                    </a:lnTo>
                    <a:lnTo>
                      <a:pt x="16344" y="2456"/>
                    </a:lnTo>
                    <a:lnTo>
                      <a:pt x="16647" y="2608"/>
                    </a:lnTo>
                    <a:lnTo>
                      <a:pt x="16935" y="2775"/>
                    </a:lnTo>
                    <a:lnTo>
                      <a:pt x="17223" y="2941"/>
                    </a:lnTo>
                    <a:lnTo>
                      <a:pt x="17511" y="3123"/>
                    </a:lnTo>
                    <a:lnTo>
                      <a:pt x="17799" y="3305"/>
                    </a:lnTo>
                    <a:lnTo>
                      <a:pt x="18072" y="3487"/>
                    </a:lnTo>
                    <a:lnTo>
                      <a:pt x="18345" y="3699"/>
                    </a:lnTo>
                    <a:lnTo>
                      <a:pt x="18603" y="3896"/>
                    </a:lnTo>
                    <a:lnTo>
                      <a:pt x="18860" y="4109"/>
                    </a:lnTo>
                    <a:lnTo>
                      <a:pt x="19118" y="4336"/>
                    </a:lnTo>
                    <a:lnTo>
                      <a:pt x="19361" y="4564"/>
                    </a:lnTo>
                    <a:lnTo>
                      <a:pt x="19603" y="4791"/>
                    </a:lnTo>
                    <a:lnTo>
                      <a:pt x="19831" y="5034"/>
                    </a:lnTo>
                    <a:lnTo>
                      <a:pt x="21438" y="5034"/>
                    </a:lnTo>
                    <a:lnTo>
                      <a:pt x="21438" y="5034"/>
                    </a:lnTo>
                    <a:lnTo>
                      <a:pt x="21271" y="4761"/>
                    </a:lnTo>
                    <a:lnTo>
                      <a:pt x="21089" y="4488"/>
                    </a:lnTo>
                    <a:lnTo>
                      <a:pt x="20892" y="4230"/>
                    </a:lnTo>
                    <a:lnTo>
                      <a:pt x="20695" y="3972"/>
                    </a:lnTo>
                    <a:lnTo>
                      <a:pt x="20498" y="3730"/>
                    </a:lnTo>
                    <a:lnTo>
                      <a:pt x="20285" y="3487"/>
                    </a:lnTo>
                    <a:lnTo>
                      <a:pt x="20058" y="3245"/>
                    </a:lnTo>
                    <a:lnTo>
                      <a:pt x="19831" y="3017"/>
                    </a:lnTo>
                    <a:lnTo>
                      <a:pt x="19588" y="2805"/>
                    </a:lnTo>
                    <a:lnTo>
                      <a:pt x="19345" y="2593"/>
                    </a:lnTo>
                    <a:lnTo>
                      <a:pt x="19088" y="2380"/>
                    </a:lnTo>
                    <a:lnTo>
                      <a:pt x="18830" y="2183"/>
                    </a:lnTo>
                    <a:lnTo>
                      <a:pt x="18557" y="2001"/>
                    </a:lnTo>
                    <a:lnTo>
                      <a:pt x="18299" y="1819"/>
                    </a:lnTo>
                    <a:lnTo>
                      <a:pt x="18011" y="1653"/>
                    </a:lnTo>
                    <a:lnTo>
                      <a:pt x="17738" y="1486"/>
                    </a:lnTo>
                    <a:lnTo>
                      <a:pt x="17738" y="1486"/>
                    </a:lnTo>
                    <a:lnTo>
                      <a:pt x="17374" y="1304"/>
                    </a:lnTo>
                    <a:lnTo>
                      <a:pt x="16995" y="1122"/>
                    </a:lnTo>
                    <a:lnTo>
                      <a:pt x="16632" y="970"/>
                    </a:lnTo>
                    <a:lnTo>
                      <a:pt x="16253" y="819"/>
                    </a:lnTo>
                    <a:lnTo>
                      <a:pt x="15858" y="682"/>
                    </a:lnTo>
                    <a:lnTo>
                      <a:pt x="15479" y="561"/>
                    </a:lnTo>
                    <a:lnTo>
                      <a:pt x="15085" y="440"/>
                    </a:lnTo>
                    <a:lnTo>
                      <a:pt x="14676" y="349"/>
                    </a:lnTo>
                    <a:lnTo>
                      <a:pt x="14282" y="258"/>
                    </a:lnTo>
                    <a:lnTo>
                      <a:pt x="13872" y="197"/>
                    </a:lnTo>
                    <a:lnTo>
                      <a:pt x="13478" y="137"/>
                    </a:lnTo>
                    <a:lnTo>
                      <a:pt x="13069" y="76"/>
                    </a:lnTo>
                    <a:lnTo>
                      <a:pt x="12660" y="46"/>
                    </a:lnTo>
                    <a:lnTo>
                      <a:pt x="12235" y="15"/>
                    </a:lnTo>
                    <a:lnTo>
                      <a:pt x="11826" y="0"/>
                    </a:lnTo>
                    <a:lnTo>
                      <a:pt x="114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7"/>
              <p:cNvSpPr/>
              <p:nvPr/>
            </p:nvSpPr>
            <p:spPr>
              <a:xfrm>
                <a:off x="7137116" y="4972705"/>
                <a:ext cx="149618" cy="15861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471" extrusionOk="0">
                    <a:moveTo>
                      <a:pt x="2093" y="0"/>
                    </a:moveTo>
                    <a:lnTo>
                      <a:pt x="1820" y="15"/>
                    </a:lnTo>
                    <a:lnTo>
                      <a:pt x="1244" y="76"/>
                    </a:lnTo>
                    <a:lnTo>
                      <a:pt x="622" y="152"/>
                    </a:lnTo>
                    <a:lnTo>
                      <a:pt x="0" y="273"/>
                    </a:lnTo>
                    <a:lnTo>
                      <a:pt x="743" y="228"/>
                    </a:lnTo>
                    <a:lnTo>
                      <a:pt x="1486" y="212"/>
                    </a:lnTo>
                    <a:lnTo>
                      <a:pt x="2229" y="228"/>
                    </a:lnTo>
                    <a:lnTo>
                      <a:pt x="2972" y="273"/>
                    </a:lnTo>
                    <a:lnTo>
                      <a:pt x="3715" y="349"/>
                    </a:lnTo>
                    <a:lnTo>
                      <a:pt x="4442" y="470"/>
                    </a:lnTo>
                    <a:lnTo>
                      <a:pt x="4230" y="349"/>
                    </a:lnTo>
                    <a:lnTo>
                      <a:pt x="4003" y="258"/>
                    </a:lnTo>
                    <a:lnTo>
                      <a:pt x="3760" y="182"/>
                    </a:lnTo>
                    <a:lnTo>
                      <a:pt x="3503" y="106"/>
                    </a:lnTo>
                    <a:lnTo>
                      <a:pt x="3245" y="61"/>
                    </a:lnTo>
                    <a:lnTo>
                      <a:pt x="2957" y="30"/>
                    </a:lnTo>
                    <a:lnTo>
                      <a:pt x="2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7"/>
              <p:cNvSpPr/>
              <p:nvPr/>
            </p:nvSpPr>
            <p:spPr>
              <a:xfrm>
                <a:off x="6653628" y="5113606"/>
                <a:ext cx="958289" cy="213432"/>
              </a:xfrm>
              <a:custGeom>
                <a:avLst/>
                <a:gdLst/>
                <a:ahLst/>
                <a:cxnLst/>
                <a:rect l="l" t="t" r="r" b="b"/>
                <a:pathLst>
                  <a:path w="28457" h="6338" extrusionOk="0">
                    <a:moveTo>
                      <a:pt x="2926" y="1"/>
                    </a:moveTo>
                    <a:lnTo>
                      <a:pt x="2184" y="410"/>
                    </a:lnTo>
                    <a:lnTo>
                      <a:pt x="1456" y="834"/>
                    </a:lnTo>
                    <a:lnTo>
                      <a:pt x="0" y="1698"/>
                    </a:lnTo>
                    <a:lnTo>
                      <a:pt x="0" y="1698"/>
                    </a:lnTo>
                    <a:lnTo>
                      <a:pt x="622" y="1426"/>
                    </a:lnTo>
                    <a:lnTo>
                      <a:pt x="1274" y="1153"/>
                    </a:lnTo>
                    <a:lnTo>
                      <a:pt x="1941" y="910"/>
                    </a:lnTo>
                    <a:lnTo>
                      <a:pt x="2623" y="683"/>
                    </a:lnTo>
                    <a:lnTo>
                      <a:pt x="3321" y="486"/>
                    </a:lnTo>
                    <a:lnTo>
                      <a:pt x="4033" y="304"/>
                    </a:lnTo>
                    <a:lnTo>
                      <a:pt x="4761" y="137"/>
                    </a:lnTo>
                    <a:lnTo>
                      <a:pt x="5489" y="1"/>
                    </a:lnTo>
                    <a:close/>
                    <a:moveTo>
                      <a:pt x="13175" y="1"/>
                    </a:moveTo>
                    <a:lnTo>
                      <a:pt x="13872" y="167"/>
                    </a:lnTo>
                    <a:lnTo>
                      <a:pt x="14555" y="349"/>
                    </a:lnTo>
                    <a:lnTo>
                      <a:pt x="15237" y="577"/>
                    </a:lnTo>
                    <a:lnTo>
                      <a:pt x="15889" y="819"/>
                    </a:lnTo>
                    <a:lnTo>
                      <a:pt x="16525" y="1107"/>
                    </a:lnTo>
                    <a:lnTo>
                      <a:pt x="16844" y="1259"/>
                    </a:lnTo>
                    <a:lnTo>
                      <a:pt x="17147" y="1426"/>
                    </a:lnTo>
                    <a:lnTo>
                      <a:pt x="17450" y="1592"/>
                    </a:lnTo>
                    <a:lnTo>
                      <a:pt x="17738" y="1774"/>
                    </a:lnTo>
                    <a:lnTo>
                      <a:pt x="18041" y="1956"/>
                    </a:lnTo>
                    <a:lnTo>
                      <a:pt x="18314" y="2153"/>
                    </a:lnTo>
                    <a:lnTo>
                      <a:pt x="18602" y="2350"/>
                    </a:lnTo>
                    <a:lnTo>
                      <a:pt x="18875" y="2563"/>
                    </a:lnTo>
                    <a:lnTo>
                      <a:pt x="19133" y="2775"/>
                    </a:lnTo>
                    <a:lnTo>
                      <a:pt x="19391" y="3002"/>
                    </a:lnTo>
                    <a:lnTo>
                      <a:pt x="19648" y="3245"/>
                    </a:lnTo>
                    <a:lnTo>
                      <a:pt x="19891" y="3487"/>
                    </a:lnTo>
                    <a:lnTo>
                      <a:pt x="20134" y="3730"/>
                    </a:lnTo>
                    <a:lnTo>
                      <a:pt x="20361" y="3988"/>
                    </a:lnTo>
                    <a:lnTo>
                      <a:pt x="20573" y="4245"/>
                    </a:lnTo>
                    <a:lnTo>
                      <a:pt x="20786" y="4518"/>
                    </a:lnTo>
                    <a:lnTo>
                      <a:pt x="20998" y="4806"/>
                    </a:lnTo>
                    <a:lnTo>
                      <a:pt x="21195" y="5094"/>
                    </a:lnTo>
                    <a:lnTo>
                      <a:pt x="21377" y="5398"/>
                    </a:lnTo>
                    <a:lnTo>
                      <a:pt x="21544" y="5701"/>
                    </a:lnTo>
                    <a:lnTo>
                      <a:pt x="21710" y="6019"/>
                    </a:lnTo>
                    <a:lnTo>
                      <a:pt x="21877" y="6338"/>
                    </a:lnTo>
                    <a:lnTo>
                      <a:pt x="22256" y="6216"/>
                    </a:lnTo>
                    <a:lnTo>
                      <a:pt x="22650" y="6095"/>
                    </a:lnTo>
                    <a:lnTo>
                      <a:pt x="23044" y="6004"/>
                    </a:lnTo>
                    <a:lnTo>
                      <a:pt x="23454" y="5898"/>
                    </a:lnTo>
                    <a:lnTo>
                      <a:pt x="24288" y="5746"/>
                    </a:lnTo>
                    <a:lnTo>
                      <a:pt x="25137" y="5595"/>
                    </a:lnTo>
                    <a:lnTo>
                      <a:pt x="25970" y="5489"/>
                    </a:lnTo>
                    <a:lnTo>
                      <a:pt x="26819" y="5398"/>
                    </a:lnTo>
                    <a:lnTo>
                      <a:pt x="27653" y="5322"/>
                    </a:lnTo>
                    <a:lnTo>
                      <a:pt x="28457" y="5246"/>
                    </a:lnTo>
                    <a:lnTo>
                      <a:pt x="28396" y="4882"/>
                    </a:lnTo>
                    <a:lnTo>
                      <a:pt x="28305" y="4518"/>
                    </a:lnTo>
                    <a:lnTo>
                      <a:pt x="28214" y="4155"/>
                    </a:lnTo>
                    <a:lnTo>
                      <a:pt x="28108" y="3806"/>
                    </a:lnTo>
                    <a:lnTo>
                      <a:pt x="27244" y="3775"/>
                    </a:lnTo>
                    <a:lnTo>
                      <a:pt x="26365" y="3760"/>
                    </a:lnTo>
                    <a:lnTo>
                      <a:pt x="25531" y="3775"/>
                    </a:lnTo>
                    <a:lnTo>
                      <a:pt x="24712" y="3821"/>
                    </a:lnTo>
                    <a:lnTo>
                      <a:pt x="24303" y="3851"/>
                    </a:lnTo>
                    <a:lnTo>
                      <a:pt x="23909" y="3897"/>
                    </a:lnTo>
                    <a:lnTo>
                      <a:pt x="23514" y="3957"/>
                    </a:lnTo>
                    <a:lnTo>
                      <a:pt x="23135" y="4018"/>
                    </a:lnTo>
                    <a:lnTo>
                      <a:pt x="23029" y="3715"/>
                    </a:lnTo>
                    <a:lnTo>
                      <a:pt x="22923" y="3427"/>
                    </a:lnTo>
                    <a:lnTo>
                      <a:pt x="22787" y="3139"/>
                    </a:lnTo>
                    <a:lnTo>
                      <a:pt x="22665" y="2851"/>
                    </a:lnTo>
                    <a:lnTo>
                      <a:pt x="22514" y="2578"/>
                    </a:lnTo>
                    <a:lnTo>
                      <a:pt x="22362" y="2305"/>
                    </a:lnTo>
                    <a:lnTo>
                      <a:pt x="22195" y="2047"/>
                    </a:lnTo>
                    <a:lnTo>
                      <a:pt x="22029" y="1789"/>
                    </a:lnTo>
                    <a:lnTo>
                      <a:pt x="21847" y="1547"/>
                    </a:lnTo>
                    <a:lnTo>
                      <a:pt x="21665" y="1304"/>
                    </a:lnTo>
                    <a:lnTo>
                      <a:pt x="21468" y="1077"/>
                    </a:lnTo>
                    <a:lnTo>
                      <a:pt x="21256" y="849"/>
                    </a:lnTo>
                    <a:lnTo>
                      <a:pt x="21043" y="622"/>
                    </a:lnTo>
                    <a:lnTo>
                      <a:pt x="20831" y="410"/>
                    </a:lnTo>
                    <a:lnTo>
                      <a:pt x="20604" y="198"/>
                    </a:lnTo>
                    <a:lnTo>
                      <a:pt x="20376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7"/>
              <p:cNvSpPr/>
              <p:nvPr/>
            </p:nvSpPr>
            <p:spPr>
              <a:xfrm>
                <a:off x="6653628" y="5113606"/>
                <a:ext cx="184842" cy="57214"/>
              </a:xfrm>
              <a:custGeom>
                <a:avLst/>
                <a:gdLst/>
                <a:ahLst/>
                <a:cxnLst/>
                <a:rect l="l" t="t" r="r" b="b"/>
                <a:pathLst>
                  <a:path w="5489" h="1699" fill="none" extrusionOk="0">
                    <a:moveTo>
                      <a:pt x="5489" y="1"/>
                    </a:moveTo>
                    <a:lnTo>
                      <a:pt x="2926" y="1"/>
                    </a:lnTo>
                    <a:lnTo>
                      <a:pt x="2926" y="1"/>
                    </a:lnTo>
                    <a:lnTo>
                      <a:pt x="2184" y="410"/>
                    </a:lnTo>
                    <a:lnTo>
                      <a:pt x="1456" y="834"/>
                    </a:lnTo>
                    <a:lnTo>
                      <a:pt x="0" y="1698"/>
                    </a:lnTo>
                    <a:lnTo>
                      <a:pt x="0" y="1698"/>
                    </a:lnTo>
                    <a:lnTo>
                      <a:pt x="622" y="1426"/>
                    </a:lnTo>
                    <a:lnTo>
                      <a:pt x="1274" y="1153"/>
                    </a:lnTo>
                    <a:lnTo>
                      <a:pt x="1941" y="910"/>
                    </a:lnTo>
                    <a:lnTo>
                      <a:pt x="2623" y="683"/>
                    </a:lnTo>
                    <a:lnTo>
                      <a:pt x="3321" y="486"/>
                    </a:lnTo>
                    <a:lnTo>
                      <a:pt x="4033" y="304"/>
                    </a:lnTo>
                    <a:lnTo>
                      <a:pt x="4761" y="137"/>
                    </a:lnTo>
                    <a:lnTo>
                      <a:pt x="548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7"/>
              <p:cNvSpPr/>
              <p:nvPr/>
            </p:nvSpPr>
            <p:spPr>
              <a:xfrm>
                <a:off x="7097277" y="5113606"/>
                <a:ext cx="514655" cy="213432"/>
              </a:xfrm>
              <a:custGeom>
                <a:avLst/>
                <a:gdLst/>
                <a:ahLst/>
                <a:cxnLst/>
                <a:rect l="l" t="t" r="r" b="b"/>
                <a:pathLst>
                  <a:path w="15283" h="6338" fill="none" extrusionOk="0">
                    <a:moveTo>
                      <a:pt x="7202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698" y="167"/>
                    </a:lnTo>
                    <a:lnTo>
                      <a:pt x="1381" y="349"/>
                    </a:lnTo>
                    <a:lnTo>
                      <a:pt x="2063" y="577"/>
                    </a:lnTo>
                    <a:lnTo>
                      <a:pt x="2715" y="819"/>
                    </a:lnTo>
                    <a:lnTo>
                      <a:pt x="3351" y="1107"/>
                    </a:lnTo>
                    <a:lnTo>
                      <a:pt x="3670" y="1259"/>
                    </a:lnTo>
                    <a:lnTo>
                      <a:pt x="3973" y="1426"/>
                    </a:lnTo>
                    <a:lnTo>
                      <a:pt x="4276" y="1592"/>
                    </a:lnTo>
                    <a:lnTo>
                      <a:pt x="4564" y="1774"/>
                    </a:lnTo>
                    <a:lnTo>
                      <a:pt x="4867" y="1956"/>
                    </a:lnTo>
                    <a:lnTo>
                      <a:pt x="5140" y="2153"/>
                    </a:lnTo>
                    <a:lnTo>
                      <a:pt x="5428" y="2350"/>
                    </a:lnTo>
                    <a:lnTo>
                      <a:pt x="5701" y="2563"/>
                    </a:lnTo>
                    <a:lnTo>
                      <a:pt x="5959" y="2775"/>
                    </a:lnTo>
                    <a:lnTo>
                      <a:pt x="6217" y="3002"/>
                    </a:lnTo>
                    <a:lnTo>
                      <a:pt x="6474" y="3245"/>
                    </a:lnTo>
                    <a:lnTo>
                      <a:pt x="6717" y="3487"/>
                    </a:lnTo>
                    <a:lnTo>
                      <a:pt x="6960" y="3730"/>
                    </a:lnTo>
                    <a:lnTo>
                      <a:pt x="7187" y="3988"/>
                    </a:lnTo>
                    <a:lnTo>
                      <a:pt x="7399" y="4245"/>
                    </a:lnTo>
                    <a:lnTo>
                      <a:pt x="7612" y="4518"/>
                    </a:lnTo>
                    <a:lnTo>
                      <a:pt x="7824" y="4806"/>
                    </a:lnTo>
                    <a:lnTo>
                      <a:pt x="8021" y="5094"/>
                    </a:lnTo>
                    <a:lnTo>
                      <a:pt x="8203" y="5398"/>
                    </a:lnTo>
                    <a:lnTo>
                      <a:pt x="8370" y="5701"/>
                    </a:lnTo>
                    <a:lnTo>
                      <a:pt x="8536" y="6019"/>
                    </a:lnTo>
                    <a:lnTo>
                      <a:pt x="8703" y="6338"/>
                    </a:lnTo>
                    <a:lnTo>
                      <a:pt x="8703" y="6338"/>
                    </a:lnTo>
                    <a:lnTo>
                      <a:pt x="9082" y="6216"/>
                    </a:lnTo>
                    <a:lnTo>
                      <a:pt x="9476" y="6095"/>
                    </a:lnTo>
                    <a:lnTo>
                      <a:pt x="9870" y="6004"/>
                    </a:lnTo>
                    <a:lnTo>
                      <a:pt x="10280" y="5898"/>
                    </a:lnTo>
                    <a:lnTo>
                      <a:pt x="11114" y="5746"/>
                    </a:lnTo>
                    <a:lnTo>
                      <a:pt x="11963" y="5595"/>
                    </a:lnTo>
                    <a:lnTo>
                      <a:pt x="12796" y="5489"/>
                    </a:lnTo>
                    <a:lnTo>
                      <a:pt x="13645" y="5398"/>
                    </a:lnTo>
                    <a:lnTo>
                      <a:pt x="14479" y="5322"/>
                    </a:lnTo>
                    <a:lnTo>
                      <a:pt x="15283" y="5246"/>
                    </a:lnTo>
                    <a:lnTo>
                      <a:pt x="15283" y="5246"/>
                    </a:lnTo>
                    <a:lnTo>
                      <a:pt x="15222" y="4882"/>
                    </a:lnTo>
                    <a:lnTo>
                      <a:pt x="15131" y="4518"/>
                    </a:lnTo>
                    <a:lnTo>
                      <a:pt x="15040" y="4155"/>
                    </a:lnTo>
                    <a:lnTo>
                      <a:pt x="14934" y="3806"/>
                    </a:lnTo>
                    <a:lnTo>
                      <a:pt x="14934" y="3806"/>
                    </a:lnTo>
                    <a:lnTo>
                      <a:pt x="14070" y="3775"/>
                    </a:lnTo>
                    <a:lnTo>
                      <a:pt x="13191" y="3760"/>
                    </a:lnTo>
                    <a:lnTo>
                      <a:pt x="13191" y="3760"/>
                    </a:lnTo>
                    <a:lnTo>
                      <a:pt x="12357" y="3775"/>
                    </a:lnTo>
                    <a:lnTo>
                      <a:pt x="11538" y="3821"/>
                    </a:lnTo>
                    <a:lnTo>
                      <a:pt x="11129" y="3851"/>
                    </a:lnTo>
                    <a:lnTo>
                      <a:pt x="10735" y="3897"/>
                    </a:lnTo>
                    <a:lnTo>
                      <a:pt x="10340" y="3957"/>
                    </a:lnTo>
                    <a:lnTo>
                      <a:pt x="9961" y="4018"/>
                    </a:lnTo>
                    <a:lnTo>
                      <a:pt x="9961" y="4018"/>
                    </a:lnTo>
                    <a:lnTo>
                      <a:pt x="9855" y="3715"/>
                    </a:lnTo>
                    <a:lnTo>
                      <a:pt x="9749" y="3427"/>
                    </a:lnTo>
                    <a:lnTo>
                      <a:pt x="9613" y="3139"/>
                    </a:lnTo>
                    <a:lnTo>
                      <a:pt x="9491" y="2851"/>
                    </a:lnTo>
                    <a:lnTo>
                      <a:pt x="9340" y="2578"/>
                    </a:lnTo>
                    <a:lnTo>
                      <a:pt x="9188" y="2305"/>
                    </a:lnTo>
                    <a:lnTo>
                      <a:pt x="9021" y="2047"/>
                    </a:lnTo>
                    <a:lnTo>
                      <a:pt x="8855" y="1789"/>
                    </a:lnTo>
                    <a:lnTo>
                      <a:pt x="8673" y="1547"/>
                    </a:lnTo>
                    <a:lnTo>
                      <a:pt x="8491" y="1304"/>
                    </a:lnTo>
                    <a:lnTo>
                      <a:pt x="8294" y="1077"/>
                    </a:lnTo>
                    <a:lnTo>
                      <a:pt x="8082" y="849"/>
                    </a:lnTo>
                    <a:lnTo>
                      <a:pt x="7869" y="622"/>
                    </a:lnTo>
                    <a:lnTo>
                      <a:pt x="7657" y="410"/>
                    </a:lnTo>
                    <a:lnTo>
                      <a:pt x="7430" y="198"/>
                    </a:lnTo>
                    <a:lnTo>
                      <a:pt x="720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7"/>
              <p:cNvSpPr/>
              <p:nvPr/>
            </p:nvSpPr>
            <p:spPr>
              <a:xfrm>
                <a:off x="6910442" y="5023758"/>
                <a:ext cx="429390" cy="89879"/>
              </a:xfrm>
              <a:custGeom>
                <a:avLst/>
                <a:gdLst/>
                <a:ahLst/>
                <a:cxnLst/>
                <a:rect l="l" t="t" r="r" b="b"/>
                <a:pathLst>
                  <a:path w="12751" h="2669" extrusionOk="0">
                    <a:moveTo>
                      <a:pt x="1713" y="0"/>
                    </a:moveTo>
                    <a:lnTo>
                      <a:pt x="1213" y="46"/>
                    </a:lnTo>
                    <a:lnTo>
                      <a:pt x="728" y="122"/>
                    </a:lnTo>
                    <a:lnTo>
                      <a:pt x="0" y="410"/>
                    </a:lnTo>
                    <a:lnTo>
                      <a:pt x="849" y="212"/>
                    </a:lnTo>
                    <a:lnTo>
                      <a:pt x="1713" y="0"/>
                    </a:lnTo>
                    <a:close/>
                    <a:moveTo>
                      <a:pt x="12447" y="2426"/>
                    </a:moveTo>
                    <a:lnTo>
                      <a:pt x="12432" y="2669"/>
                    </a:lnTo>
                    <a:lnTo>
                      <a:pt x="12750" y="2669"/>
                    </a:lnTo>
                    <a:lnTo>
                      <a:pt x="12447" y="242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7"/>
              <p:cNvSpPr/>
              <p:nvPr/>
            </p:nvSpPr>
            <p:spPr>
              <a:xfrm>
                <a:off x="7097277" y="5105423"/>
                <a:ext cx="242561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7203" h="244" fill="none" extrusionOk="0">
                    <a:moveTo>
                      <a:pt x="6899" y="1"/>
                    </a:moveTo>
                    <a:lnTo>
                      <a:pt x="6899" y="1"/>
                    </a:lnTo>
                    <a:lnTo>
                      <a:pt x="6884" y="244"/>
                    </a:lnTo>
                    <a:lnTo>
                      <a:pt x="2533" y="244"/>
                    </a:lnTo>
                    <a:lnTo>
                      <a:pt x="1" y="244"/>
                    </a:lnTo>
                    <a:lnTo>
                      <a:pt x="1" y="244"/>
                    </a:lnTo>
                    <a:lnTo>
                      <a:pt x="7202" y="244"/>
                    </a:lnTo>
                    <a:lnTo>
                      <a:pt x="7202" y="244"/>
                    </a:lnTo>
                    <a:lnTo>
                      <a:pt x="689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7"/>
              <p:cNvSpPr/>
              <p:nvPr/>
            </p:nvSpPr>
            <p:spPr>
              <a:xfrm>
                <a:off x="6752165" y="5019650"/>
                <a:ext cx="577425" cy="93987"/>
              </a:xfrm>
              <a:custGeom>
                <a:avLst/>
                <a:gdLst/>
                <a:ahLst/>
                <a:cxnLst/>
                <a:rect l="l" t="t" r="r" b="b"/>
                <a:pathLst>
                  <a:path w="17147" h="2791" extrusionOk="0">
                    <a:moveTo>
                      <a:pt x="7990" y="1"/>
                    </a:moveTo>
                    <a:lnTo>
                      <a:pt x="7459" y="31"/>
                    </a:lnTo>
                    <a:lnTo>
                      <a:pt x="6929" y="62"/>
                    </a:lnTo>
                    <a:lnTo>
                      <a:pt x="6413" y="122"/>
                    </a:lnTo>
                    <a:lnTo>
                      <a:pt x="5549" y="334"/>
                    </a:lnTo>
                    <a:lnTo>
                      <a:pt x="4700" y="532"/>
                    </a:lnTo>
                    <a:lnTo>
                      <a:pt x="4094" y="774"/>
                    </a:lnTo>
                    <a:lnTo>
                      <a:pt x="3487" y="1032"/>
                    </a:lnTo>
                    <a:lnTo>
                      <a:pt x="2896" y="1305"/>
                    </a:lnTo>
                    <a:lnTo>
                      <a:pt x="2320" y="1578"/>
                    </a:lnTo>
                    <a:lnTo>
                      <a:pt x="1729" y="1881"/>
                    </a:lnTo>
                    <a:lnTo>
                      <a:pt x="1153" y="2169"/>
                    </a:lnTo>
                    <a:lnTo>
                      <a:pt x="0" y="2791"/>
                    </a:lnTo>
                    <a:lnTo>
                      <a:pt x="2563" y="2791"/>
                    </a:lnTo>
                    <a:lnTo>
                      <a:pt x="3063" y="2715"/>
                    </a:lnTo>
                    <a:lnTo>
                      <a:pt x="3563" y="2639"/>
                    </a:lnTo>
                    <a:lnTo>
                      <a:pt x="4063" y="2578"/>
                    </a:lnTo>
                    <a:lnTo>
                      <a:pt x="4579" y="2533"/>
                    </a:lnTo>
                    <a:lnTo>
                      <a:pt x="5079" y="2487"/>
                    </a:lnTo>
                    <a:lnTo>
                      <a:pt x="5579" y="2457"/>
                    </a:lnTo>
                    <a:lnTo>
                      <a:pt x="6080" y="2442"/>
                    </a:lnTo>
                    <a:lnTo>
                      <a:pt x="6580" y="2442"/>
                    </a:lnTo>
                    <a:lnTo>
                      <a:pt x="7368" y="2457"/>
                    </a:lnTo>
                    <a:lnTo>
                      <a:pt x="8157" y="2502"/>
                    </a:lnTo>
                    <a:lnTo>
                      <a:pt x="8915" y="2578"/>
                    </a:lnTo>
                    <a:lnTo>
                      <a:pt x="9658" y="2684"/>
                    </a:lnTo>
                    <a:lnTo>
                      <a:pt x="10249" y="2791"/>
                    </a:lnTo>
                    <a:lnTo>
                      <a:pt x="17132" y="2791"/>
                    </a:lnTo>
                    <a:lnTo>
                      <a:pt x="17147" y="2548"/>
                    </a:lnTo>
                    <a:lnTo>
                      <a:pt x="16722" y="2245"/>
                    </a:lnTo>
                    <a:lnTo>
                      <a:pt x="16283" y="1957"/>
                    </a:lnTo>
                    <a:lnTo>
                      <a:pt x="15828" y="1684"/>
                    </a:lnTo>
                    <a:lnTo>
                      <a:pt x="15358" y="1441"/>
                    </a:lnTo>
                    <a:lnTo>
                      <a:pt x="14888" y="1214"/>
                    </a:lnTo>
                    <a:lnTo>
                      <a:pt x="14388" y="1017"/>
                    </a:lnTo>
                    <a:lnTo>
                      <a:pt x="13887" y="835"/>
                    </a:lnTo>
                    <a:lnTo>
                      <a:pt x="13372" y="668"/>
                    </a:lnTo>
                    <a:lnTo>
                      <a:pt x="12811" y="501"/>
                    </a:lnTo>
                    <a:lnTo>
                      <a:pt x="12235" y="365"/>
                    </a:lnTo>
                    <a:lnTo>
                      <a:pt x="11644" y="259"/>
                    </a:lnTo>
                    <a:lnTo>
                      <a:pt x="11037" y="168"/>
                    </a:lnTo>
                    <a:lnTo>
                      <a:pt x="10416" y="92"/>
                    </a:lnTo>
                    <a:lnTo>
                      <a:pt x="9794" y="46"/>
                    </a:lnTo>
                    <a:lnTo>
                      <a:pt x="9157" y="16"/>
                    </a:lnTo>
                    <a:lnTo>
                      <a:pt x="8521" y="1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7"/>
              <p:cNvSpPr/>
              <p:nvPr/>
            </p:nvSpPr>
            <p:spPr>
              <a:xfrm>
                <a:off x="7339812" y="5113606"/>
                <a:ext cx="260409" cy="135340"/>
              </a:xfrm>
              <a:custGeom>
                <a:avLst/>
                <a:gdLst/>
                <a:ahLst/>
                <a:cxnLst/>
                <a:rect l="l" t="t" r="r" b="b"/>
                <a:pathLst>
                  <a:path w="7733" h="4019" extrusionOk="0">
                    <a:moveTo>
                      <a:pt x="0" y="1"/>
                    </a:moveTo>
                    <a:lnTo>
                      <a:pt x="228" y="198"/>
                    </a:lnTo>
                    <a:lnTo>
                      <a:pt x="455" y="410"/>
                    </a:lnTo>
                    <a:lnTo>
                      <a:pt x="667" y="622"/>
                    </a:lnTo>
                    <a:lnTo>
                      <a:pt x="880" y="849"/>
                    </a:lnTo>
                    <a:lnTo>
                      <a:pt x="1092" y="1077"/>
                    </a:lnTo>
                    <a:lnTo>
                      <a:pt x="1289" y="1304"/>
                    </a:lnTo>
                    <a:lnTo>
                      <a:pt x="1471" y="1547"/>
                    </a:lnTo>
                    <a:lnTo>
                      <a:pt x="1653" y="1789"/>
                    </a:lnTo>
                    <a:lnTo>
                      <a:pt x="1819" y="2047"/>
                    </a:lnTo>
                    <a:lnTo>
                      <a:pt x="1986" y="2305"/>
                    </a:lnTo>
                    <a:lnTo>
                      <a:pt x="2138" y="2578"/>
                    </a:lnTo>
                    <a:lnTo>
                      <a:pt x="2289" y="2851"/>
                    </a:lnTo>
                    <a:lnTo>
                      <a:pt x="2411" y="3139"/>
                    </a:lnTo>
                    <a:lnTo>
                      <a:pt x="2547" y="3427"/>
                    </a:lnTo>
                    <a:lnTo>
                      <a:pt x="2653" y="3715"/>
                    </a:lnTo>
                    <a:lnTo>
                      <a:pt x="2759" y="4018"/>
                    </a:lnTo>
                    <a:lnTo>
                      <a:pt x="3138" y="3957"/>
                    </a:lnTo>
                    <a:lnTo>
                      <a:pt x="3533" y="3897"/>
                    </a:lnTo>
                    <a:lnTo>
                      <a:pt x="3927" y="3851"/>
                    </a:lnTo>
                    <a:lnTo>
                      <a:pt x="4336" y="3821"/>
                    </a:lnTo>
                    <a:lnTo>
                      <a:pt x="5155" y="3775"/>
                    </a:lnTo>
                    <a:lnTo>
                      <a:pt x="5989" y="3760"/>
                    </a:lnTo>
                    <a:lnTo>
                      <a:pt x="6868" y="3775"/>
                    </a:lnTo>
                    <a:lnTo>
                      <a:pt x="7732" y="3806"/>
                    </a:lnTo>
                    <a:lnTo>
                      <a:pt x="7535" y="3275"/>
                    </a:lnTo>
                    <a:lnTo>
                      <a:pt x="7308" y="2775"/>
                    </a:lnTo>
                    <a:lnTo>
                      <a:pt x="7065" y="2275"/>
                    </a:lnTo>
                    <a:lnTo>
                      <a:pt x="6777" y="1789"/>
                    </a:lnTo>
                    <a:lnTo>
                      <a:pt x="6474" y="1319"/>
                    </a:lnTo>
                    <a:lnTo>
                      <a:pt x="6140" y="865"/>
                    </a:lnTo>
                    <a:lnTo>
                      <a:pt x="5792" y="425"/>
                    </a:lnTo>
                    <a:lnTo>
                      <a:pt x="54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7"/>
              <p:cNvSpPr/>
              <p:nvPr/>
            </p:nvSpPr>
            <p:spPr>
              <a:xfrm>
                <a:off x="7339812" y="5113606"/>
                <a:ext cx="260409" cy="135340"/>
              </a:xfrm>
              <a:custGeom>
                <a:avLst/>
                <a:gdLst/>
                <a:ahLst/>
                <a:cxnLst/>
                <a:rect l="l" t="t" r="r" b="b"/>
                <a:pathLst>
                  <a:path w="7733" h="4019" fill="none" extrusionOk="0">
                    <a:moveTo>
                      <a:pt x="5413" y="1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228" y="198"/>
                    </a:lnTo>
                    <a:lnTo>
                      <a:pt x="455" y="410"/>
                    </a:lnTo>
                    <a:lnTo>
                      <a:pt x="667" y="622"/>
                    </a:lnTo>
                    <a:lnTo>
                      <a:pt x="880" y="849"/>
                    </a:lnTo>
                    <a:lnTo>
                      <a:pt x="1092" y="1077"/>
                    </a:lnTo>
                    <a:lnTo>
                      <a:pt x="1289" y="1304"/>
                    </a:lnTo>
                    <a:lnTo>
                      <a:pt x="1471" y="1547"/>
                    </a:lnTo>
                    <a:lnTo>
                      <a:pt x="1653" y="1789"/>
                    </a:lnTo>
                    <a:lnTo>
                      <a:pt x="1819" y="2047"/>
                    </a:lnTo>
                    <a:lnTo>
                      <a:pt x="1986" y="2305"/>
                    </a:lnTo>
                    <a:lnTo>
                      <a:pt x="2138" y="2578"/>
                    </a:lnTo>
                    <a:lnTo>
                      <a:pt x="2289" y="2851"/>
                    </a:lnTo>
                    <a:lnTo>
                      <a:pt x="2411" y="3139"/>
                    </a:lnTo>
                    <a:lnTo>
                      <a:pt x="2547" y="3427"/>
                    </a:lnTo>
                    <a:lnTo>
                      <a:pt x="2653" y="3715"/>
                    </a:lnTo>
                    <a:lnTo>
                      <a:pt x="2759" y="4018"/>
                    </a:lnTo>
                    <a:lnTo>
                      <a:pt x="2759" y="4018"/>
                    </a:lnTo>
                    <a:lnTo>
                      <a:pt x="3138" y="3957"/>
                    </a:lnTo>
                    <a:lnTo>
                      <a:pt x="3533" y="3897"/>
                    </a:lnTo>
                    <a:lnTo>
                      <a:pt x="3927" y="3851"/>
                    </a:lnTo>
                    <a:lnTo>
                      <a:pt x="4336" y="3821"/>
                    </a:lnTo>
                    <a:lnTo>
                      <a:pt x="5155" y="3775"/>
                    </a:lnTo>
                    <a:lnTo>
                      <a:pt x="5989" y="3760"/>
                    </a:lnTo>
                    <a:lnTo>
                      <a:pt x="5989" y="3760"/>
                    </a:lnTo>
                    <a:lnTo>
                      <a:pt x="6868" y="3775"/>
                    </a:lnTo>
                    <a:lnTo>
                      <a:pt x="7732" y="3806"/>
                    </a:lnTo>
                    <a:lnTo>
                      <a:pt x="7732" y="3806"/>
                    </a:lnTo>
                    <a:lnTo>
                      <a:pt x="7535" y="3275"/>
                    </a:lnTo>
                    <a:lnTo>
                      <a:pt x="7308" y="2775"/>
                    </a:lnTo>
                    <a:lnTo>
                      <a:pt x="7065" y="2275"/>
                    </a:lnTo>
                    <a:lnTo>
                      <a:pt x="6777" y="1789"/>
                    </a:lnTo>
                    <a:lnTo>
                      <a:pt x="6474" y="1319"/>
                    </a:lnTo>
                    <a:lnTo>
                      <a:pt x="6140" y="865"/>
                    </a:lnTo>
                    <a:lnTo>
                      <a:pt x="5792" y="425"/>
                    </a:lnTo>
                    <a:lnTo>
                      <a:pt x="541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7"/>
              <p:cNvSpPr/>
              <p:nvPr/>
            </p:nvSpPr>
            <p:spPr>
              <a:xfrm>
                <a:off x="6934925" y="4981899"/>
                <a:ext cx="587157" cy="131737"/>
              </a:xfrm>
              <a:custGeom>
                <a:avLst/>
                <a:gdLst/>
                <a:ahLst/>
                <a:cxnLst/>
                <a:rect l="l" t="t" r="r" b="b"/>
                <a:pathLst>
                  <a:path w="17436" h="3912" extrusionOk="0">
                    <a:moveTo>
                      <a:pt x="6004" y="0"/>
                    </a:moveTo>
                    <a:lnTo>
                      <a:pt x="5474" y="46"/>
                    </a:lnTo>
                    <a:lnTo>
                      <a:pt x="4958" y="106"/>
                    </a:lnTo>
                    <a:lnTo>
                      <a:pt x="4428" y="182"/>
                    </a:lnTo>
                    <a:lnTo>
                      <a:pt x="3912" y="273"/>
                    </a:lnTo>
                    <a:lnTo>
                      <a:pt x="3397" y="379"/>
                    </a:lnTo>
                    <a:lnTo>
                      <a:pt x="2881" y="500"/>
                    </a:lnTo>
                    <a:lnTo>
                      <a:pt x="2381" y="622"/>
                    </a:lnTo>
                    <a:lnTo>
                      <a:pt x="1881" y="758"/>
                    </a:lnTo>
                    <a:lnTo>
                      <a:pt x="1396" y="895"/>
                    </a:lnTo>
                    <a:lnTo>
                      <a:pt x="926" y="1046"/>
                    </a:lnTo>
                    <a:lnTo>
                      <a:pt x="1" y="1365"/>
                    </a:lnTo>
                    <a:lnTo>
                      <a:pt x="1" y="1365"/>
                    </a:lnTo>
                    <a:lnTo>
                      <a:pt x="486" y="1289"/>
                    </a:lnTo>
                    <a:lnTo>
                      <a:pt x="986" y="1243"/>
                    </a:lnTo>
                    <a:lnTo>
                      <a:pt x="1926" y="986"/>
                    </a:lnTo>
                    <a:lnTo>
                      <a:pt x="2987" y="713"/>
                    </a:lnTo>
                    <a:lnTo>
                      <a:pt x="4034" y="440"/>
                    </a:lnTo>
                    <a:lnTo>
                      <a:pt x="5034" y="197"/>
                    </a:lnTo>
                    <a:lnTo>
                      <a:pt x="6004" y="0"/>
                    </a:lnTo>
                    <a:close/>
                    <a:moveTo>
                      <a:pt x="10446" y="197"/>
                    </a:moveTo>
                    <a:lnTo>
                      <a:pt x="10598" y="303"/>
                    </a:lnTo>
                    <a:lnTo>
                      <a:pt x="10750" y="425"/>
                    </a:lnTo>
                    <a:lnTo>
                      <a:pt x="10901" y="561"/>
                    </a:lnTo>
                    <a:lnTo>
                      <a:pt x="11023" y="713"/>
                    </a:lnTo>
                    <a:lnTo>
                      <a:pt x="11144" y="864"/>
                    </a:lnTo>
                    <a:lnTo>
                      <a:pt x="11265" y="1046"/>
                    </a:lnTo>
                    <a:lnTo>
                      <a:pt x="11356" y="1243"/>
                    </a:lnTo>
                    <a:lnTo>
                      <a:pt x="11447" y="1440"/>
                    </a:lnTo>
                    <a:lnTo>
                      <a:pt x="11523" y="1668"/>
                    </a:lnTo>
                    <a:lnTo>
                      <a:pt x="11584" y="1895"/>
                    </a:lnTo>
                    <a:lnTo>
                      <a:pt x="11644" y="2153"/>
                    </a:lnTo>
                    <a:lnTo>
                      <a:pt x="11674" y="2426"/>
                    </a:lnTo>
                    <a:lnTo>
                      <a:pt x="11705" y="2699"/>
                    </a:lnTo>
                    <a:lnTo>
                      <a:pt x="11720" y="3017"/>
                    </a:lnTo>
                    <a:lnTo>
                      <a:pt x="11720" y="3335"/>
                    </a:lnTo>
                    <a:lnTo>
                      <a:pt x="11720" y="3669"/>
                    </a:lnTo>
                    <a:lnTo>
                      <a:pt x="12023" y="3912"/>
                    </a:lnTo>
                    <a:lnTo>
                      <a:pt x="17436" y="3912"/>
                    </a:lnTo>
                    <a:lnTo>
                      <a:pt x="17208" y="3669"/>
                    </a:lnTo>
                    <a:lnTo>
                      <a:pt x="16966" y="3442"/>
                    </a:lnTo>
                    <a:lnTo>
                      <a:pt x="16723" y="3214"/>
                    </a:lnTo>
                    <a:lnTo>
                      <a:pt x="16465" y="2987"/>
                    </a:lnTo>
                    <a:lnTo>
                      <a:pt x="16208" y="2774"/>
                    </a:lnTo>
                    <a:lnTo>
                      <a:pt x="15950" y="2577"/>
                    </a:lnTo>
                    <a:lnTo>
                      <a:pt x="15677" y="2365"/>
                    </a:lnTo>
                    <a:lnTo>
                      <a:pt x="15404" y="2183"/>
                    </a:lnTo>
                    <a:lnTo>
                      <a:pt x="15116" y="2001"/>
                    </a:lnTo>
                    <a:lnTo>
                      <a:pt x="14828" y="1819"/>
                    </a:lnTo>
                    <a:lnTo>
                      <a:pt x="14540" y="1653"/>
                    </a:lnTo>
                    <a:lnTo>
                      <a:pt x="14252" y="1486"/>
                    </a:lnTo>
                    <a:lnTo>
                      <a:pt x="13949" y="1334"/>
                    </a:lnTo>
                    <a:lnTo>
                      <a:pt x="13645" y="1198"/>
                    </a:lnTo>
                    <a:lnTo>
                      <a:pt x="13342" y="1061"/>
                    </a:lnTo>
                    <a:lnTo>
                      <a:pt x="13024" y="925"/>
                    </a:lnTo>
                    <a:lnTo>
                      <a:pt x="12402" y="697"/>
                    </a:lnTo>
                    <a:lnTo>
                      <a:pt x="11750" y="500"/>
                    </a:lnTo>
                    <a:lnTo>
                      <a:pt x="11098" y="334"/>
                    </a:lnTo>
                    <a:lnTo>
                      <a:pt x="10446" y="1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7"/>
              <p:cNvSpPr/>
              <p:nvPr/>
            </p:nvSpPr>
            <p:spPr>
              <a:xfrm>
                <a:off x="7286705" y="4988533"/>
                <a:ext cx="235388" cy="125103"/>
              </a:xfrm>
              <a:custGeom>
                <a:avLst/>
                <a:gdLst/>
                <a:ahLst/>
                <a:cxnLst/>
                <a:rect l="l" t="t" r="r" b="b"/>
                <a:pathLst>
                  <a:path w="6990" h="3715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52" y="106"/>
                    </a:lnTo>
                    <a:lnTo>
                      <a:pt x="304" y="228"/>
                    </a:lnTo>
                    <a:lnTo>
                      <a:pt x="455" y="364"/>
                    </a:lnTo>
                    <a:lnTo>
                      <a:pt x="577" y="516"/>
                    </a:lnTo>
                    <a:lnTo>
                      <a:pt x="698" y="667"/>
                    </a:lnTo>
                    <a:lnTo>
                      <a:pt x="819" y="849"/>
                    </a:lnTo>
                    <a:lnTo>
                      <a:pt x="910" y="1046"/>
                    </a:lnTo>
                    <a:lnTo>
                      <a:pt x="1001" y="1243"/>
                    </a:lnTo>
                    <a:lnTo>
                      <a:pt x="1077" y="1471"/>
                    </a:lnTo>
                    <a:lnTo>
                      <a:pt x="1138" y="1698"/>
                    </a:lnTo>
                    <a:lnTo>
                      <a:pt x="1198" y="1956"/>
                    </a:lnTo>
                    <a:lnTo>
                      <a:pt x="1228" y="2229"/>
                    </a:lnTo>
                    <a:lnTo>
                      <a:pt x="1259" y="2502"/>
                    </a:lnTo>
                    <a:lnTo>
                      <a:pt x="1274" y="2820"/>
                    </a:lnTo>
                    <a:lnTo>
                      <a:pt x="1274" y="3138"/>
                    </a:lnTo>
                    <a:lnTo>
                      <a:pt x="1274" y="3472"/>
                    </a:lnTo>
                    <a:lnTo>
                      <a:pt x="1274" y="3472"/>
                    </a:lnTo>
                    <a:lnTo>
                      <a:pt x="1577" y="3715"/>
                    </a:lnTo>
                    <a:lnTo>
                      <a:pt x="6990" y="3715"/>
                    </a:lnTo>
                    <a:lnTo>
                      <a:pt x="6990" y="3715"/>
                    </a:lnTo>
                    <a:lnTo>
                      <a:pt x="6762" y="3472"/>
                    </a:lnTo>
                    <a:lnTo>
                      <a:pt x="6520" y="3245"/>
                    </a:lnTo>
                    <a:lnTo>
                      <a:pt x="6277" y="3017"/>
                    </a:lnTo>
                    <a:lnTo>
                      <a:pt x="6019" y="2790"/>
                    </a:lnTo>
                    <a:lnTo>
                      <a:pt x="5762" y="2577"/>
                    </a:lnTo>
                    <a:lnTo>
                      <a:pt x="5504" y="2380"/>
                    </a:lnTo>
                    <a:lnTo>
                      <a:pt x="5231" y="2168"/>
                    </a:lnTo>
                    <a:lnTo>
                      <a:pt x="4958" y="1986"/>
                    </a:lnTo>
                    <a:lnTo>
                      <a:pt x="4670" y="1804"/>
                    </a:lnTo>
                    <a:lnTo>
                      <a:pt x="4382" y="1622"/>
                    </a:lnTo>
                    <a:lnTo>
                      <a:pt x="4094" y="1456"/>
                    </a:lnTo>
                    <a:lnTo>
                      <a:pt x="3806" y="1289"/>
                    </a:lnTo>
                    <a:lnTo>
                      <a:pt x="3503" y="1137"/>
                    </a:lnTo>
                    <a:lnTo>
                      <a:pt x="3199" y="1001"/>
                    </a:lnTo>
                    <a:lnTo>
                      <a:pt x="2896" y="864"/>
                    </a:lnTo>
                    <a:lnTo>
                      <a:pt x="2578" y="728"/>
                    </a:lnTo>
                    <a:lnTo>
                      <a:pt x="2578" y="728"/>
                    </a:lnTo>
                    <a:lnTo>
                      <a:pt x="1956" y="500"/>
                    </a:lnTo>
                    <a:lnTo>
                      <a:pt x="1304" y="303"/>
                    </a:lnTo>
                    <a:lnTo>
                      <a:pt x="652" y="13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7"/>
              <p:cNvSpPr/>
              <p:nvPr/>
            </p:nvSpPr>
            <p:spPr>
              <a:xfrm>
                <a:off x="6968129" y="4979844"/>
                <a:ext cx="361467" cy="125608"/>
              </a:xfrm>
              <a:custGeom>
                <a:avLst/>
                <a:gdLst/>
                <a:ahLst/>
                <a:cxnLst/>
                <a:rect l="l" t="t" r="r" b="b"/>
                <a:pathLst>
                  <a:path w="10734" h="3730" extrusionOk="0">
                    <a:moveTo>
                      <a:pt x="6504" y="0"/>
                    </a:moveTo>
                    <a:lnTo>
                      <a:pt x="5761" y="16"/>
                    </a:lnTo>
                    <a:lnTo>
                      <a:pt x="5018" y="61"/>
                    </a:lnTo>
                    <a:lnTo>
                      <a:pt x="4048" y="258"/>
                    </a:lnTo>
                    <a:lnTo>
                      <a:pt x="3048" y="501"/>
                    </a:lnTo>
                    <a:lnTo>
                      <a:pt x="2001" y="774"/>
                    </a:lnTo>
                    <a:lnTo>
                      <a:pt x="940" y="1047"/>
                    </a:lnTo>
                    <a:lnTo>
                      <a:pt x="0" y="1304"/>
                    </a:lnTo>
                    <a:lnTo>
                      <a:pt x="0" y="1304"/>
                    </a:lnTo>
                    <a:lnTo>
                      <a:pt x="516" y="1244"/>
                    </a:lnTo>
                    <a:lnTo>
                      <a:pt x="1046" y="1213"/>
                    </a:lnTo>
                    <a:lnTo>
                      <a:pt x="1577" y="1183"/>
                    </a:lnTo>
                    <a:lnTo>
                      <a:pt x="2108" y="1183"/>
                    </a:lnTo>
                    <a:lnTo>
                      <a:pt x="2744" y="1198"/>
                    </a:lnTo>
                    <a:lnTo>
                      <a:pt x="3381" y="1228"/>
                    </a:lnTo>
                    <a:lnTo>
                      <a:pt x="4003" y="1274"/>
                    </a:lnTo>
                    <a:lnTo>
                      <a:pt x="4624" y="1350"/>
                    </a:lnTo>
                    <a:lnTo>
                      <a:pt x="5231" y="1441"/>
                    </a:lnTo>
                    <a:lnTo>
                      <a:pt x="5822" y="1547"/>
                    </a:lnTo>
                    <a:lnTo>
                      <a:pt x="6398" y="1683"/>
                    </a:lnTo>
                    <a:lnTo>
                      <a:pt x="6959" y="1850"/>
                    </a:lnTo>
                    <a:lnTo>
                      <a:pt x="7474" y="2017"/>
                    </a:lnTo>
                    <a:lnTo>
                      <a:pt x="7975" y="2199"/>
                    </a:lnTo>
                    <a:lnTo>
                      <a:pt x="8475" y="2396"/>
                    </a:lnTo>
                    <a:lnTo>
                      <a:pt x="8945" y="2623"/>
                    </a:lnTo>
                    <a:lnTo>
                      <a:pt x="9415" y="2866"/>
                    </a:lnTo>
                    <a:lnTo>
                      <a:pt x="9870" y="3139"/>
                    </a:lnTo>
                    <a:lnTo>
                      <a:pt x="10309" y="3427"/>
                    </a:lnTo>
                    <a:lnTo>
                      <a:pt x="10734" y="3730"/>
                    </a:lnTo>
                    <a:lnTo>
                      <a:pt x="10734" y="3396"/>
                    </a:lnTo>
                    <a:lnTo>
                      <a:pt x="10734" y="3078"/>
                    </a:lnTo>
                    <a:lnTo>
                      <a:pt x="10719" y="2760"/>
                    </a:lnTo>
                    <a:lnTo>
                      <a:pt x="10688" y="2487"/>
                    </a:lnTo>
                    <a:lnTo>
                      <a:pt x="10658" y="2214"/>
                    </a:lnTo>
                    <a:lnTo>
                      <a:pt x="10598" y="1956"/>
                    </a:lnTo>
                    <a:lnTo>
                      <a:pt x="10537" y="1729"/>
                    </a:lnTo>
                    <a:lnTo>
                      <a:pt x="10461" y="1501"/>
                    </a:lnTo>
                    <a:lnTo>
                      <a:pt x="10370" y="1304"/>
                    </a:lnTo>
                    <a:lnTo>
                      <a:pt x="10279" y="1107"/>
                    </a:lnTo>
                    <a:lnTo>
                      <a:pt x="10158" y="925"/>
                    </a:lnTo>
                    <a:lnTo>
                      <a:pt x="10037" y="774"/>
                    </a:lnTo>
                    <a:lnTo>
                      <a:pt x="9915" y="622"/>
                    </a:lnTo>
                    <a:lnTo>
                      <a:pt x="9764" y="486"/>
                    </a:lnTo>
                    <a:lnTo>
                      <a:pt x="9612" y="364"/>
                    </a:lnTo>
                    <a:lnTo>
                      <a:pt x="9460" y="258"/>
                    </a:lnTo>
                    <a:lnTo>
                      <a:pt x="8733" y="137"/>
                    </a:lnTo>
                    <a:lnTo>
                      <a:pt x="7990" y="61"/>
                    </a:lnTo>
                    <a:lnTo>
                      <a:pt x="7247" y="16"/>
                    </a:lnTo>
                    <a:lnTo>
                      <a:pt x="65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7"/>
              <p:cNvSpPr/>
              <p:nvPr/>
            </p:nvSpPr>
            <p:spPr>
              <a:xfrm>
                <a:off x="6509124" y="1955861"/>
                <a:ext cx="14346" cy="13223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9267" extrusionOk="0">
                    <a:moveTo>
                      <a:pt x="380" y="0"/>
                    </a:moveTo>
                    <a:lnTo>
                      <a:pt x="334" y="3260"/>
                    </a:lnTo>
                    <a:lnTo>
                      <a:pt x="228" y="11932"/>
                    </a:lnTo>
                    <a:lnTo>
                      <a:pt x="153" y="17799"/>
                    </a:lnTo>
                    <a:lnTo>
                      <a:pt x="92" y="24424"/>
                    </a:lnTo>
                    <a:lnTo>
                      <a:pt x="46" y="31580"/>
                    </a:lnTo>
                    <a:lnTo>
                      <a:pt x="1" y="39084"/>
                    </a:lnTo>
                    <a:lnTo>
                      <a:pt x="122" y="39114"/>
                    </a:lnTo>
                    <a:lnTo>
                      <a:pt x="228" y="39160"/>
                    </a:lnTo>
                    <a:lnTo>
                      <a:pt x="334" y="39205"/>
                    </a:lnTo>
                    <a:lnTo>
                      <a:pt x="425" y="39266"/>
                    </a:lnTo>
                    <a:lnTo>
                      <a:pt x="425" y="25152"/>
                    </a:lnTo>
                    <a:lnTo>
                      <a:pt x="410" y="12538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7"/>
              <p:cNvSpPr/>
              <p:nvPr/>
            </p:nvSpPr>
            <p:spPr>
              <a:xfrm>
                <a:off x="6484137" y="1955861"/>
                <a:ext cx="37783" cy="1317703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39130" extrusionOk="0">
                    <a:moveTo>
                      <a:pt x="0" y="0"/>
                    </a:moveTo>
                    <a:lnTo>
                      <a:pt x="76" y="12492"/>
                    </a:lnTo>
                    <a:lnTo>
                      <a:pt x="167" y="25045"/>
                    </a:lnTo>
                    <a:lnTo>
                      <a:pt x="273" y="39130"/>
                    </a:lnTo>
                    <a:lnTo>
                      <a:pt x="425" y="39084"/>
                    </a:lnTo>
                    <a:lnTo>
                      <a:pt x="743" y="39084"/>
                    </a:lnTo>
                    <a:lnTo>
                      <a:pt x="788" y="31580"/>
                    </a:lnTo>
                    <a:lnTo>
                      <a:pt x="834" y="24424"/>
                    </a:lnTo>
                    <a:lnTo>
                      <a:pt x="895" y="17799"/>
                    </a:lnTo>
                    <a:lnTo>
                      <a:pt x="970" y="11932"/>
                    </a:lnTo>
                    <a:lnTo>
                      <a:pt x="1076" y="3260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rgbClr val="191919">
                  <a:alpha val="6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7"/>
              <p:cNvSpPr/>
              <p:nvPr/>
            </p:nvSpPr>
            <p:spPr>
              <a:xfrm>
                <a:off x="6508114" y="3355779"/>
                <a:ext cx="15356" cy="99300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9488" extrusionOk="0">
                    <a:moveTo>
                      <a:pt x="455" y="1"/>
                    </a:moveTo>
                    <a:lnTo>
                      <a:pt x="349" y="76"/>
                    </a:lnTo>
                    <a:lnTo>
                      <a:pt x="243" y="122"/>
                    </a:lnTo>
                    <a:lnTo>
                      <a:pt x="137" y="167"/>
                    </a:lnTo>
                    <a:lnTo>
                      <a:pt x="16" y="198"/>
                    </a:lnTo>
                    <a:lnTo>
                      <a:pt x="1" y="7930"/>
                    </a:lnTo>
                    <a:lnTo>
                      <a:pt x="16" y="15525"/>
                    </a:lnTo>
                    <a:lnTo>
                      <a:pt x="31" y="19209"/>
                    </a:lnTo>
                    <a:lnTo>
                      <a:pt x="61" y="22787"/>
                    </a:lnTo>
                    <a:lnTo>
                      <a:pt x="92" y="26228"/>
                    </a:lnTo>
                    <a:lnTo>
                      <a:pt x="137" y="29488"/>
                    </a:lnTo>
                    <a:lnTo>
                      <a:pt x="152" y="29488"/>
                    </a:lnTo>
                    <a:lnTo>
                      <a:pt x="152" y="29473"/>
                    </a:lnTo>
                    <a:lnTo>
                      <a:pt x="167" y="29442"/>
                    </a:lnTo>
                    <a:lnTo>
                      <a:pt x="183" y="29321"/>
                    </a:lnTo>
                    <a:lnTo>
                      <a:pt x="228" y="28866"/>
                    </a:lnTo>
                    <a:lnTo>
                      <a:pt x="258" y="28093"/>
                    </a:lnTo>
                    <a:lnTo>
                      <a:pt x="289" y="27062"/>
                    </a:lnTo>
                    <a:lnTo>
                      <a:pt x="334" y="24257"/>
                    </a:lnTo>
                    <a:lnTo>
                      <a:pt x="380" y="20573"/>
                    </a:lnTo>
                    <a:lnTo>
                      <a:pt x="410" y="16162"/>
                    </a:lnTo>
                    <a:lnTo>
                      <a:pt x="425" y="11174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rgbClr val="93CC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7"/>
              <p:cNvSpPr/>
              <p:nvPr/>
            </p:nvSpPr>
            <p:spPr>
              <a:xfrm>
                <a:off x="6508114" y="3355779"/>
                <a:ext cx="15356" cy="99300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9488" fill="none" extrusionOk="0">
                    <a:moveTo>
                      <a:pt x="455" y="1"/>
                    </a:moveTo>
                    <a:lnTo>
                      <a:pt x="455" y="1"/>
                    </a:lnTo>
                    <a:lnTo>
                      <a:pt x="349" y="76"/>
                    </a:lnTo>
                    <a:lnTo>
                      <a:pt x="243" y="122"/>
                    </a:lnTo>
                    <a:lnTo>
                      <a:pt x="137" y="167"/>
                    </a:lnTo>
                    <a:lnTo>
                      <a:pt x="16" y="198"/>
                    </a:lnTo>
                    <a:lnTo>
                      <a:pt x="16" y="198"/>
                    </a:lnTo>
                    <a:lnTo>
                      <a:pt x="1" y="7930"/>
                    </a:lnTo>
                    <a:lnTo>
                      <a:pt x="16" y="15525"/>
                    </a:lnTo>
                    <a:lnTo>
                      <a:pt x="31" y="19209"/>
                    </a:lnTo>
                    <a:lnTo>
                      <a:pt x="61" y="22787"/>
                    </a:lnTo>
                    <a:lnTo>
                      <a:pt x="92" y="2622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37" y="29488"/>
                    </a:lnTo>
                    <a:lnTo>
                      <a:pt x="152" y="29488"/>
                    </a:lnTo>
                    <a:lnTo>
                      <a:pt x="152" y="29488"/>
                    </a:lnTo>
                    <a:lnTo>
                      <a:pt x="152" y="29473"/>
                    </a:lnTo>
                    <a:lnTo>
                      <a:pt x="167" y="29442"/>
                    </a:lnTo>
                    <a:lnTo>
                      <a:pt x="183" y="29321"/>
                    </a:lnTo>
                    <a:lnTo>
                      <a:pt x="228" y="28866"/>
                    </a:lnTo>
                    <a:lnTo>
                      <a:pt x="258" y="28093"/>
                    </a:lnTo>
                    <a:lnTo>
                      <a:pt x="289" y="27062"/>
                    </a:lnTo>
                    <a:lnTo>
                      <a:pt x="334" y="24257"/>
                    </a:lnTo>
                    <a:lnTo>
                      <a:pt x="380" y="20573"/>
                    </a:lnTo>
                    <a:lnTo>
                      <a:pt x="410" y="16162"/>
                    </a:lnTo>
                    <a:lnTo>
                      <a:pt x="425" y="11174"/>
                    </a:lnTo>
                    <a:lnTo>
                      <a:pt x="455" y="1"/>
                    </a:lnTo>
                  </a:path>
                </a:pathLst>
              </a:custGeom>
              <a:solidFill>
                <a:srgbClr val="FFFFFF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7"/>
              <p:cNvSpPr/>
              <p:nvPr/>
            </p:nvSpPr>
            <p:spPr>
              <a:xfrm>
                <a:off x="6494341" y="3360897"/>
                <a:ext cx="18420" cy="98789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9336" extrusionOk="0">
                    <a:moveTo>
                      <a:pt x="0" y="0"/>
                    </a:moveTo>
                    <a:lnTo>
                      <a:pt x="122" y="11083"/>
                    </a:lnTo>
                    <a:lnTo>
                      <a:pt x="182" y="16040"/>
                    </a:lnTo>
                    <a:lnTo>
                      <a:pt x="243" y="20421"/>
                    </a:lnTo>
                    <a:lnTo>
                      <a:pt x="319" y="24090"/>
                    </a:lnTo>
                    <a:lnTo>
                      <a:pt x="394" y="26880"/>
                    </a:lnTo>
                    <a:lnTo>
                      <a:pt x="440" y="27911"/>
                    </a:lnTo>
                    <a:lnTo>
                      <a:pt x="470" y="28684"/>
                    </a:lnTo>
                    <a:lnTo>
                      <a:pt x="516" y="29154"/>
                    </a:lnTo>
                    <a:lnTo>
                      <a:pt x="531" y="29290"/>
                    </a:lnTo>
                    <a:lnTo>
                      <a:pt x="546" y="29336"/>
                    </a:lnTo>
                    <a:lnTo>
                      <a:pt x="501" y="26076"/>
                    </a:lnTo>
                    <a:lnTo>
                      <a:pt x="470" y="22635"/>
                    </a:lnTo>
                    <a:lnTo>
                      <a:pt x="440" y="19057"/>
                    </a:lnTo>
                    <a:lnTo>
                      <a:pt x="425" y="15373"/>
                    </a:lnTo>
                    <a:lnTo>
                      <a:pt x="410" y="7778"/>
                    </a:lnTo>
                    <a:lnTo>
                      <a:pt x="425" y="46"/>
                    </a:lnTo>
                    <a:lnTo>
                      <a:pt x="137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7"/>
              <p:cNvSpPr/>
              <p:nvPr/>
            </p:nvSpPr>
            <p:spPr>
              <a:xfrm>
                <a:off x="6494341" y="3360897"/>
                <a:ext cx="18420" cy="98789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9336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122" y="11083"/>
                    </a:lnTo>
                    <a:lnTo>
                      <a:pt x="182" y="16040"/>
                    </a:lnTo>
                    <a:lnTo>
                      <a:pt x="243" y="20421"/>
                    </a:lnTo>
                    <a:lnTo>
                      <a:pt x="319" y="24090"/>
                    </a:lnTo>
                    <a:lnTo>
                      <a:pt x="394" y="26880"/>
                    </a:lnTo>
                    <a:lnTo>
                      <a:pt x="440" y="27911"/>
                    </a:lnTo>
                    <a:lnTo>
                      <a:pt x="470" y="28684"/>
                    </a:lnTo>
                    <a:lnTo>
                      <a:pt x="516" y="29154"/>
                    </a:lnTo>
                    <a:lnTo>
                      <a:pt x="531" y="29290"/>
                    </a:lnTo>
                    <a:lnTo>
                      <a:pt x="546" y="29336"/>
                    </a:lnTo>
                    <a:lnTo>
                      <a:pt x="546" y="29336"/>
                    </a:lnTo>
                    <a:lnTo>
                      <a:pt x="501" y="26076"/>
                    </a:lnTo>
                    <a:lnTo>
                      <a:pt x="470" y="22635"/>
                    </a:lnTo>
                    <a:lnTo>
                      <a:pt x="440" y="19057"/>
                    </a:lnTo>
                    <a:lnTo>
                      <a:pt x="425" y="15373"/>
                    </a:lnTo>
                    <a:lnTo>
                      <a:pt x="410" y="7778"/>
                    </a:lnTo>
                    <a:lnTo>
                      <a:pt x="425" y="46"/>
                    </a:lnTo>
                    <a:lnTo>
                      <a:pt x="425" y="46"/>
                    </a:lnTo>
                    <a:lnTo>
                      <a:pt x="288" y="46"/>
                    </a:lnTo>
                    <a:lnTo>
                      <a:pt x="288" y="46"/>
                    </a:lnTo>
                    <a:lnTo>
                      <a:pt x="137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7"/>
              <p:cNvSpPr/>
              <p:nvPr/>
            </p:nvSpPr>
            <p:spPr>
              <a:xfrm>
                <a:off x="6466255" y="3273575"/>
                <a:ext cx="28119" cy="87353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4" extrusionOk="0">
                    <a:moveTo>
                      <a:pt x="804" y="1"/>
                    </a:moveTo>
                    <a:lnTo>
                      <a:pt x="637" y="76"/>
                    </a:lnTo>
                    <a:lnTo>
                      <a:pt x="486" y="183"/>
                    </a:lnTo>
                    <a:lnTo>
                      <a:pt x="349" y="319"/>
                    </a:lnTo>
                    <a:lnTo>
                      <a:pt x="228" y="486"/>
                    </a:lnTo>
                    <a:lnTo>
                      <a:pt x="137" y="653"/>
                    </a:lnTo>
                    <a:lnTo>
                      <a:pt x="61" y="865"/>
                    </a:lnTo>
                    <a:lnTo>
                      <a:pt x="16" y="1077"/>
                    </a:lnTo>
                    <a:lnTo>
                      <a:pt x="0" y="1289"/>
                    </a:lnTo>
                    <a:lnTo>
                      <a:pt x="16" y="1532"/>
                    </a:lnTo>
                    <a:lnTo>
                      <a:pt x="61" y="1744"/>
                    </a:lnTo>
                    <a:lnTo>
                      <a:pt x="137" y="1941"/>
                    </a:lnTo>
                    <a:lnTo>
                      <a:pt x="243" y="2123"/>
                    </a:lnTo>
                    <a:lnTo>
                      <a:pt x="364" y="2290"/>
                    </a:lnTo>
                    <a:lnTo>
                      <a:pt x="501" y="2411"/>
                    </a:lnTo>
                    <a:lnTo>
                      <a:pt x="652" y="2517"/>
                    </a:lnTo>
                    <a:lnTo>
                      <a:pt x="834" y="2593"/>
                    </a:lnTo>
                    <a:lnTo>
                      <a:pt x="80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7"/>
              <p:cNvSpPr/>
              <p:nvPr/>
            </p:nvSpPr>
            <p:spPr>
              <a:xfrm>
                <a:off x="6466255" y="3273575"/>
                <a:ext cx="28119" cy="87353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4" fill="none" extrusionOk="0">
                    <a:moveTo>
                      <a:pt x="804" y="1"/>
                    </a:moveTo>
                    <a:lnTo>
                      <a:pt x="804" y="1"/>
                    </a:lnTo>
                    <a:lnTo>
                      <a:pt x="637" y="76"/>
                    </a:lnTo>
                    <a:lnTo>
                      <a:pt x="486" y="183"/>
                    </a:lnTo>
                    <a:lnTo>
                      <a:pt x="349" y="319"/>
                    </a:lnTo>
                    <a:lnTo>
                      <a:pt x="228" y="486"/>
                    </a:lnTo>
                    <a:lnTo>
                      <a:pt x="137" y="653"/>
                    </a:lnTo>
                    <a:lnTo>
                      <a:pt x="61" y="865"/>
                    </a:lnTo>
                    <a:lnTo>
                      <a:pt x="16" y="1077"/>
                    </a:lnTo>
                    <a:lnTo>
                      <a:pt x="0" y="1289"/>
                    </a:lnTo>
                    <a:lnTo>
                      <a:pt x="0" y="1289"/>
                    </a:lnTo>
                    <a:lnTo>
                      <a:pt x="16" y="1532"/>
                    </a:lnTo>
                    <a:lnTo>
                      <a:pt x="61" y="1744"/>
                    </a:lnTo>
                    <a:lnTo>
                      <a:pt x="137" y="1941"/>
                    </a:lnTo>
                    <a:lnTo>
                      <a:pt x="243" y="2123"/>
                    </a:lnTo>
                    <a:lnTo>
                      <a:pt x="364" y="2290"/>
                    </a:lnTo>
                    <a:lnTo>
                      <a:pt x="501" y="2411"/>
                    </a:lnTo>
                    <a:lnTo>
                      <a:pt x="652" y="2517"/>
                    </a:lnTo>
                    <a:lnTo>
                      <a:pt x="834" y="2593"/>
                    </a:lnTo>
                    <a:lnTo>
                      <a:pt x="834" y="2593"/>
                    </a:lnTo>
                    <a:lnTo>
                      <a:pt x="80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7"/>
              <p:cNvSpPr/>
              <p:nvPr/>
            </p:nvSpPr>
            <p:spPr>
              <a:xfrm>
                <a:off x="6523437" y="3278189"/>
                <a:ext cx="18420" cy="77621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05" extrusionOk="0">
                    <a:moveTo>
                      <a:pt x="0" y="0"/>
                    </a:moveTo>
                    <a:lnTo>
                      <a:pt x="0" y="2305"/>
                    </a:lnTo>
                    <a:lnTo>
                      <a:pt x="122" y="2214"/>
                    </a:lnTo>
                    <a:lnTo>
                      <a:pt x="228" y="2107"/>
                    </a:lnTo>
                    <a:lnTo>
                      <a:pt x="319" y="1971"/>
                    </a:lnTo>
                    <a:lnTo>
                      <a:pt x="395" y="1835"/>
                    </a:lnTo>
                    <a:lnTo>
                      <a:pt x="455" y="1683"/>
                    </a:lnTo>
                    <a:lnTo>
                      <a:pt x="501" y="1516"/>
                    </a:lnTo>
                    <a:lnTo>
                      <a:pt x="531" y="1334"/>
                    </a:lnTo>
                    <a:lnTo>
                      <a:pt x="546" y="1152"/>
                    </a:lnTo>
                    <a:lnTo>
                      <a:pt x="531" y="986"/>
                    </a:lnTo>
                    <a:lnTo>
                      <a:pt x="501" y="804"/>
                    </a:lnTo>
                    <a:lnTo>
                      <a:pt x="455" y="637"/>
                    </a:lnTo>
                    <a:lnTo>
                      <a:pt x="395" y="485"/>
                    </a:lnTo>
                    <a:lnTo>
                      <a:pt x="319" y="349"/>
                    </a:lnTo>
                    <a:lnTo>
                      <a:pt x="228" y="212"/>
                    </a:lnTo>
                    <a:lnTo>
                      <a:pt x="122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7"/>
              <p:cNvSpPr/>
              <p:nvPr/>
            </p:nvSpPr>
            <p:spPr>
              <a:xfrm>
                <a:off x="6523437" y="3278189"/>
                <a:ext cx="18420" cy="77621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305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305"/>
                    </a:lnTo>
                    <a:lnTo>
                      <a:pt x="0" y="2305"/>
                    </a:lnTo>
                    <a:lnTo>
                      <a:pt x="122" y="2214"/>
                    </a:lnTo>
                    <a:lnTo>
                      <a:pt x="228" y="2107"/>
                    </a:lnTo>
                    <a:lnTo>
                      <a:pt x="319" y="1971"/>
                    </a:lnTo>
                    <a:lnTo>
                      <a:pt x="395" y="1835"/>
                    </a:lnTo>
                    <a:lnTo>
                      <a:pt x="455" y="1683"/>
                    </a:lnTo>
                    <a:lnTo>
                      <a:pt x="501" y="1516"/>
                    </a:lnTo>
                    <a:lnTo>
                      <a:pt x="531" y="1334"/>
                    </a:lnTo>
                    <a:lnTo>
                      <a:pt x="546" y="1152"/>
                    </a:lnTo>
                    <a:lnTo>
                      <a:pt x="546" y="1152"/>
                    </a:lnTo>
                    <a:lnTo>
                      <a:pt x="531" y="986"/>
                    </a:lnTo>
                    <a:lnTo>
                      <a:pt x="501" y="804"/>
                    </a:lnTo>
                    <a:lnTo>
                      <a:pt x="455" y="637"/>
                    </a:lnTo>
                    <a:lnTo>
                      <a:pt x="395" y="485"/>
                    </a:lnTo>
                    <a:lnTo>
                      <a:pt x="319" y="349"/>
                    </a:lnTo>
                    <a:lnTo>
                      <a:pt x="228" y="212"/>
                    </a:lnTo>
                    <a:lnTo>
                      <a:pt x="122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7"/>
              <p:cNvSpPr/>
              <p:nvPr/>
            </p:nvSpPr>
            <p:spPr>
              <a:xfrm>
                <a:off x="6508619" y="3272060"/>
                <a:ext cx="1485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684" extrusionOk="0">
                    <a:moveTo>
                      <a:pt x="16" y="0"/>
                    </a:moveTo>
                    <a:lnTo>
                      <a:pt x="1" y="2684"/>
                    </a:lnTo>
                    <a:lnTo>
                      <a:pt x="122" y="2653"/>
                    </a:lnTo>
                    <a:lnTo>
                      <a:pt x="228" y="2608"/>
                    </a:lnTo>
                    <a:lnTo>
                      <a:pt x="334" y="2562"/>
                    </a:lnTo>
                    <a:lnTo>
                      <a:pt x="440" y="2487"/>
                    </a:lnTo>
                    <a:lnTo>
                      <a:pt x="440" y="182"/>
                    </a:lnTo>
                    <a:lnTo>
                      <a:pt x="349" y="121"/>
                    </a:lnTo>
                    <a:lnTo>
                      <a:pt x="243" y="76"/>
                    </a:lnTo>
                    <a:lnTo>
                      <a:pt x="137" y="3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7"/>
              <p:cNvSpPr/>
              <p:nvPr/>
            </p:nvSpPr>
            <p:spPr>
              <a:xfrm>
                <a:off x="6508619" y="3272060"/>
                <a:ext cx="1485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684" fill="none" extrusionOk="0">
                    <a:moveTo>
                      <a:pt x="16" y="0"/>
                    </a:moveTo>
                    <a:lnTo>
                      <a:pt x="16" y="0"/>
                    </a:lnTo>
                    <a:lnTo>
                      <a:pt x="1" y="2684"/>
                    </a:lnTo>
                    <a:lnTo>
                      <a:pt x="1" y="2684"/>
                    </a:lnTo>
                    <a:lnTo>
                      <a:pt x="122" y="2653"/>
                    </a:lnTo>
                    <a:lnTo>
                      <a:pt x="228" y="2608"/>
                    </a:lnTo>
                    <a:lnTo>
                      <a:pt x="334" y="2562"/>
                    </a:lnTo>
                    <a:lnTo>
                      <a:pt x="440" y="2487"/>
                    </a:lnTo>
                    <a:lnTo>
                      <a:pt x="440" y="2487"/>
                    </a:lnTo>
                    <a:lnTo>
                      <a:pt x="440" y="182"/>
                    </a:lnTo>
                    <a:lnTo>
                      <a:pt x="440" y="182"/>
                    </a:lnTo>
                    <a:lnTo>
                      <a:pt x="349" y="121"/>
                    </a:lnTo>
                    <a:lnTo>
                      <a:pt x="243" y="76"/>
                    </a:lnTo>
                    <a:lnTo>
                      <a:pt x="137" y="30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7"/>
              <p:cNvSpPr/>
              <p:nvPr/>
            </p:nvSpPr>
            <p:spPr>
              <a:xfrm>
                <a:off x="6493297" y="3272060"/>
                <a:ext cx="1586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71" h="2684" extrusionOk="0">
                    <a:moveTo>
                      <a:pt x="153" y="0"/>
                    </a:moveTo>
                    <a:lnTo>
                      <a:pt x="1" y="46"/>
                    </a:lnTo>
                    <a:lnTo>
                      <a:pt x="31" y="2638"/>
                    </a:lnTo>
                    <a:lnTo>
                      <a:pt x="168" y="2684"/>
                    </a:lnTo>
                    <a:lnTo>
                      <a:pt x="456" y="2684"/>
                    </a:lnTo>
                    <a:lnTo>
                      <a:pt x="4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7"/>
              <p:cNvSpPr/>
              <p:nvPr/>
            </p:nvSpPr>
            <p:spPr>
              <a:xfrm>
                <a:off x="6493297" y="3272060"/>
                <a:ext cx="15861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471" h="2684" fill="none" extrusionOk="0">
                    <a:moveTo>
                      <a:pt x="319" y="0"/>
                    </a:moveTo>
                    <a:lnTo>
                      <a:pt x="319" y="0"/>
                    </a:lnTo>
                    <a:lnTo>
                      <a:pt x="153" y="0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1" y="2638"/>
                    </a:lnTo>
                    <a:lnTo>
                      <a:pt x="31" y="2638"/>
                    </a:lnTo>
                    <a:lnTo>
                      <a:pt x="168" y="2684"/>
                    </a:lnTo>
                    <a:lnTo>
                      <a:pt x="319" y="2684"/>
                    </a:lnTo>
                    <a:lnTo>
                      <a:pt x="319" y="2684"/>
                    </a:lnTo>
                    <a:lnTo>
                      <a:pt x="456" y="2684"/>
                    </a:lnTo>
                    <a:lnTo>
                      <a:pt x="456" y="2684"/>
                    </a:lnTo>
                    <a:lnTo>
                      <a:pt x="471" y="0"/>
                    </a:lnTo>
                    <a:lnTo>
                      <a:pt x="471" y="0"/>
                    </a:lnTo>
                    <a:lnTo>
                      <a:pt x="31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7"/>
              <p:cNvSpPr/>
              <p:nvPr/>
            </p:nvSpPr>
            <p:spPr>
              <a:xfrm>
                <a:off x="6395804" y="3693752"/>
                <a:ext cx="20441" cy="8071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97" extrusionOk="0">
                    <a:moveTo>
                      <a:pt x="607" y="1"/>
                    </a:moveTo>
                    <a:lnTo>
                      <a:pt x="470" y="92"/>
                    </a:lnTo>
                    <a:lnTo>
                      <a:pt x="349" y="198"/>
                    </a:lnTo>
                    <a:lnTo>
                      <a:pt x="258" y="334"/>
                    </a:lnTo>
                    <a:lnTo>
                      <a:pt x="167" y="486"/>
                    </a:lnTo>
                    <a:lnTo>
                      <a:pt x="91" y="653"/>
                    </a:lnTo>
                    <a:lnTo>
                      <a:pt x="31" y="820"/>
                    </a:lnTo>
                    <a:lnTo>
                      <a:pt x="0" y="1001"/>
                    </a:lnTo>
                    <a:lnTo>
                      <a:pt x="0" y="1199"/>
                    </a:lnTo>
                    <a:lnTo>
                      <a:pt x="0" y="1396"/>
                    </a:lnTo>
                    <a:lnTo>
                      <a:pt x="31" y="1578"/>
                    </a:lnTo>
                    <a:lnTo>
                      <a:pt x="91" y="1744"/>
                    </a:lnTo>
                    <a:lnTo>
                      <a:pt x="167" y="1911"/>
                    </a:lnTo>
                    <a:lnTo>
                      <a:pt x="243" y="2063"/>
                    </a:lnTo>
                    <a:lnTo>
                      <a:pt x="349" y="2184"/>
                    </a:lnTo>
                    <a:lnTo>
                      <a:pt x="470" y="2305"/>
                    </a:lnTo>
                    <a:lnTo>
                      <a:pt x="607" y="2396"/>
                    </a:lnTo>
                    <a:lnTo>
                      <a:pt x="60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7"/>
              <p:cNvSpPr/>
              <p:nvPr/>
            </p:nvSpPr>
            <p:spPr>
              <a:xfrm>
                <a:off x="6395804" y="3693752"/>
                <a:ext cx="20441" cy="8071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97" fill="none" extrusionOk="0">
                    <a:moveTo>
                      <a:pt x="607" y="1"/>
                    </a:moveTo>
                    <a:lnTo>
                      <a:pt x="607" y="1"/>
                    </a:lnTo>
                    <a:lnTo>
                      <a:pt x="470" y="92"/>
                    </a:lnTo>
                    <a:lnTo>
                      <a:pt x="349" y="198"/>
                    </a:lnTo>
                    <a:lnTo>
                      <a:pt x="258" y="334"/>
                    </a:lnTo>
                    <a:lnTo>
                      <a:pt x="167" y="486"/>
                    </a:lnTo>
                    <a:lnTo>
                      <a:pt x="91" y="653"/>
                    </a:lnTo>
                    <a:lnTo>
                      <a:pt x="31" y="820"/>
                    </a:lnTo>
                    <a:lnTo>
                      <a:pt x="0" y="1001"/>
                    </a:lnTo>
                    <a:lnTo>
                      <a:pt x="0" y="1199"/>
                    </a:lnTo>
                    <a:lnTo>
                      <a:pt x="0" y="1199"/>
                    </a:lnTo>
                    <a:lnTo>
                      <a:pt x="0" y="1396"/>
                    </a:lnTo>
                    <a:lnTo>
                      <a:pt x="31" y="1578"/>
                    </a:lnTo>
                    <a:lnTo>
                      <a:pt x="91" y="1744"/>
                    </a:lnTo>
                    <a:lnTo>
                      <a:pt x="167" y="1911"/>
                    </a:lnTo>
                    <a:lnTo>
                      <a:pt x="243" y="2063"/>
                    </a:lnTo>
                    <a:lnTo>
                      <a:pt x="349" y="2184"/>
                    </a:lnTo>
                    <a:lnTo>
                      <a:pt x="470" y="2305"/>
                    </a:lnTo>
                    <a:lnTo>
                      <a:pt x="607" y="2396"/>
                    </a:lnTo>
                    <a:lnTo>
                      <a:pt x="607" y="2396"/>
                    </a:lnTo>
                    <a:lnTo>
                      <a:pt x="607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7"/>
              <p:cNvSpPr/>
              <p:nvPr/>
            </p:nvSpPr>
            <p:spPr>
              <a:xfrm>
                <a:off x="6416212" y="3688667"/>
                <a:ext cx="5465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2699" extrusionOk="0">
                    <a:moveTo>
                      <a:pt x="501" y="0"/>
                    </a:moveTo>
                    <a:lnTo>
                      <a:pt x="365" y="15"/>
                    </a:lnTo>
                    <a:lnTo>
                      <a:pt x="243" y="46"/>
                    </a:lnTo>
                    <a:lnTo>
                      <a:pt x="122" y="91"/>
                    </a:lnTo>
                    <a:lnTo>
                      <a:pt x="1" y="152"/>
                    </a:lnTo>
                    <a:lnTo>
                      <a:pt x="1" y="2547"/>
                    </a:lnTo>
                    <a:lnTo>
                      <a:pt x="107" y="2608"/>
                    </a:lnTo>
                    <a:lnTo>
                      <a:pt x="243" y="2653"/>
                    </a:lnTo>
                    <a:lnTo>
                      <a:pt x="365" y="2684"/>
                    </a:lnTo>
                    <a:lnTo>
                      <a:pt x="501" y="2699"/>
                    </a:lnTo>
                    <a:lnTo>
                      <a:pt x="622" y="2684"/>
                    </a:lnTo>
                    <a:lnTo>
                      <a:pt x="728" y="2668"/>
                    </a:lnTo>
                    <a:lnTo>
                      <a:pt x="835" y="2638"/>
                    </a:lnTo>
                    <a:lnTo>
                      <a:pt x="941" y="2593"/>
                    </a:lnTo>
                    <a:lnTo>
                      <a:pt x="1047" y="2532"/>
                    </a:lnTo>
                    <a:lnTo>
                      <a:pt x="1138" y="2471"/>
                    </a:lnTo>
                    <a:lnTo>
                      <a:pt x="1214" y="2396"/>
                    </a:lnTo>
                    <a:lnTo>
                      <a:pt x="1305" y="2305"/>
                    </a:lnTo>
                    <a:lnTo>
                      <a:pt x="1365" y="2199"/>
                    </a:lnTo>
                    <a:lnTo>
                      <a:pt x="1441" y="2108"/>
                    </a:lnTo>
                    <a:lnTo>
                      <a:pt x="1486" y="1986"/>
                    </a:lnTo>
                    <a:lnTo>
                      <a:pt x="1532" y="1880"/>
                    </a:lnTo>
                    <a:lnTo>
                      <a:pt x="1577" y="1744"/>
                    </a:lnTo>
                    <a:lnTo>
                      <a:pt x="1608" y="1622"/>
                    </a:lnTo>
                    <a:lnTo>
                      <a:pt x="1623" y="1486"/>
                    </a:lnTo>
                    <a:lnTo>
                      <a:pt x="1623" y="1350"/>
                    </a:lnTo>
                    <a:lnTo>
                      <a:pt x="1623" y="1213"/>
                    </a:lnTo>
                    <a:lnTo>
                      <a:pt x="1608" y="1077"/>
                    </a:lnTo>
                    <a:lnTo>
                      <a:pt x="1577" y="955"/>
                    </a:lnTo>
                    <a:lnTo>
                      <a:pt x="1532" y="819"/>
                    </a:lnTo>
                    <a:lnTo>
                      <a:pt x="1486" y="713"/>
                    </a:lnTo>
                    <a:lnTo>
                      <a:pt x="1441" y="591"/>
                    </a:lnTo>
                    <a:lnTo>
                      <a:pt x="1365" y="485"/>
                    </a:lnTo>
                    <a:lnTo>
                      <a:pt x="1305" y="394"/>
                    </a:lnTo>
                    <a:lnTo>
                      <a:pt x="1214" y="303"/>
                    </a:lnTo>
                    <a:lnTo>
                      <a:pt x="1138" y="228"/>
                    </a:lnTo>
                    <a:lnTo>
                      <a:pt x="1047" y="167"/>
                    </a:lnTo>
                    <a:lnTo>
                      <a:pt x="941" y="106"/>
                    </a:lnTo>
                    <a:lnTo>
                      <a:pt x="835" y="61"/>
                    </a:lnTo>
                    <a:lnTo>
                      <a:pt x="728" y="31"/>
                    </a:lnTo>
                    <a:lnTo>
                      <a:pt x="622" y="15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7"/>
              <p:cNvSpPr/>
              <p:nvPr/>
            </p:nvSpPr>
            <p:spPr>
              <a:xfrm>
                <a:off x="6416212" y="3688667"/>
                <a:ext cx="5465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2699" fill="none" extrusionOk="0">
                    <a:moveTo>
                      <a:pt x="501" y="0"/>
                    </a:moveTo>
                    <a:lnTo>
                      <a:pt x="501" y="0"/>
                    </a:lnTo>
                    <a:lnTo>
                      <a:pt x="365" y="15"/>
                    </a:lnTo>
                    <a:lnTo>
                      <a:pt x="243" y="46"/>
                    </a:lnTo>
                    <a:lnTo>
                      <a:pt x="122" y="91"/>
                    </a:lnTo>
                    <a:lnTo>
                      <a:pt x="1" y="152"/>
                    </a:lnTo>
                    <a:lnTo>
                      <a:pt x="1" y="152"/>
                    </a:lnTo>
                    <a:lnTo>
                      <a:pt x="1" y="2547"/>
                    </a:lnTo>
                    <a:lnTo>
                      <a:pt x="1" y="2547"/>
                    </a:lnTo>
                    <a:lnTo>
                      <a:pt x="107" y="2608"/>
                    </a:lnTo>
                    <a:lnTo>
                      <a:pt x="243" y="2653"/>
                    </a:lnTo>
                    <a:lnTo>
                      <a:pt x="365" y="2684"/>
                    </a:lnTo>
                    <a:lnTo>
                      <a:pt x="501" y="2699"/>
                    </a:lnTo>
                    <a:lnTo>
                      <a:pt x="501" y="2699"/>
                    </a:lnTo>
                    <a:lnTo>
                      <a:pt x="622" y="2684"/>
                    </a:lnTo>
                    <a:lnTo>
                      <a:pt x="728" y="2668"/>
                    </a:lnTo>
                    <a:lnTo>
                      <a:pt x="835" y="2638"/>
                    </a:lnTo>
                    <a:lnTo>
                      <a:pt x="941" y="2593"/>
                    </a:lnTo>
                    <a:lnTo>
                      <a:pt x="1047" y="2532"/>
                    </a:lnTo>
                    <a:lnTo>
                      <a:pt x="1138" y="2471"/>
                    </a:lnTo>
                    <a:lnTo>
                      <a:pt x="1214" y="2396"/>
                    </a:lnTo>
                    <a:lnTo>
                      <a:pt x="1305" y="2305"/>
                    </a:lnTo>
                    <a:lnTo>
                      <a:pt x="1365" y="2199"/>
                    </a:lnTo>
                    <a:lnTo>
                      <a:pt x="1441" y="2108"/>
                    </a:lnTo>
                    <a:lnTo>
                      <a:pt x="1486" y="1986"/>
                    </a:lnTo>
                    <a:lnTo>
                      <a:pt x="1532" y="1880"/>
                    </a:lnTo>
                    <a:lnTo>
                      <a:pt x="1577" y="1744"/>
                    </a:lnTo>
                    <a:lnTo>
                      <a:pt x="1608" y="1622"/>
                    </a:lnTo>
                    <a:lnTo>
                      <a:pt x="1623" y="1486"/>
                    </a:lnTo>
                    <a:lnTo>
                      <a:pt x="1623" y="1350"/>
                    </a:lnTo>
                    <a:lnTo>
                      <a:pt x="1623" y="1350"/>
                    </a:lnTo>
                    <a:lnTo>
                      <a:pt x="1623" y="1213"/>
                    </a:lnTo>
                    <a:lnTo>
                      <a:pt x="1608" y="1077"/>
                    </a:lnTo>
                    <a:lnTo>
                      <a:pt x="1577" y="955"/>
                    </a:lnTo>
                    <a:lnTo>
                      <a:pt x="1532" y="819"/>
                    </a:lnTo>
                    <a:lnTo>
                      <a:pt x="1486" y="713"/>
                    </a:lnTo>
                    <a:lnTo>
                      <a:pt x="1441" y="591"/>
                    </a:lnTo>
                    <a:lnTo>
                      <a:pt x="1365" y="485"/>
                    </a:lnTo>
                    <a:lnTo>
                      <a:pt x="1305" y="394"/>
                    </a:lnTo>
                    <a:lnTo>
                      <a:pt x="1214" y="303"/>
                    </a:lnTo>
                    <a:lnTo>
                      <a:pt x="1138" y="228"/>
                    </a:lnTo>
                    <a:lnTo>
                      <a:pt x="1047" y="167"/>
                    </a:lnTo>
                    <a:lnTo>
                      <a:pt x="941" y="106"/>
                    </a:lnTo>
                    <a:lnTo>
                      <a:pt x="835" y="61"/>
                    </a:lnTo>
                    <a:lnTo>
                      <a:pt x="728" y="31"/>
                    </a:lnTo>
                    <a:lnTo>
                      <a:pt x="622" y="15"/>
                    </a:lnTo>
                    <a:lnTo>
                      <a:pt x="50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7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0"/>
                    </a:move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37"/>
                    </a:lnTo>
                    <a:lnTo>
                      <a:pt x="182" y="228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46" y="1046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43" y="1486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46"/>
                    </a:lnTo>
                    <a:lnTo>
                      <a:pt x="1228" y="910"/>
                    </a:lnTo>
                    <a:lnTo>
                      <a:pt x="1243" y="758"/>
                    </a:lnTo>
                    <a:lnTo>
                      <a:pt x="1228" y="607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7"/>
              <p:cNvSpPr/>
              <p:nvPr/>
            </p:nvSpPr>
            <p:spPr>
              <a:xfrm>
                <a:off x="6449922" y="3380800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37"/>
                    </a:lnTo>
                    <a:lnTo>
                      <a:pt x="182" y="228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46" y="1046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43" y="1486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46"/>
                    </a:lnTo>
                    <a:lnTo>
                      <a:pt x="1228" y="910"/>
                    </a:lnTo>
                    <a:lnTo>
                      <a:pt x="1243" y="758"/>
                    </a:lnTo>
                    <a:lnTo>
                      <a:pt x="1243" y="758"/>
                    </a:lnTo>
                    <a:lnTo>
                      <a:pt x="1228" y="607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7"/>
              <p:cNvSpPr/>
              <p:nvPr/>
            </p:nvSpPr>
            <p:spPr>
              <a:xfrm>
                <a:off x="6391191" y="3205179"/>
                <a:ext cx="24044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2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2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62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5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13" y="1486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7"/>
              <p:cNvSpPr/>
              <p:nvPr/>
            </p:nvSpPr>
            <p:spPr>
              <a:xfrm>
                <a:off x="6391191" y="3205179"/>
                <a:ext cx="24044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2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2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62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5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13" y="1486"/>
                    </a:lnTo>
                    <a:lnTo>
                      <a:pt x="713" y="1486"/>
                    </a:lnTo>
                    <a:lnTo>
                      <a:pt x="713" y="0"/>
                    </a:lnTo>
                    <a:lnTo>
                      <a:pt x="713" y="0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7"/>
              <p:cNvSpPr/>
              <p:nvPr/>
            </p:nvSpPr>
            <p:spPr>
              <a:xfrm>
                <a:off x="6415202" y="3205179"/>
                <a:ext cx="17915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1486" extrusionOk="0">
                    <a:moveTo>
                      <a:pt x="0" y="0"/>
                    </a:moveTo>
                    <a:lnTo>
                      <a:pt x="0" y="1486"/>
                    </a:lnTo>
                    <a:lnTo>
                      <a:pt x="107" y="1456"/>
                    </a:lnTo>
                    <a:lnTo>
                      <a:pt x="213" y="1410"/>
                    </a:lnTo>
                    <a:lnTo>
                      <a:pt x="304" y="1334"/>
                    </a:lnTo>
                    <a:lnTo>
                      <a:pt x="379" y="1243"/>
                    </a:lnTo>
                    <a:lnTo>
                      <a:pt x="440" y="1137"/>
                    </a:lnTo>
                    <a:lnTo>
                      <a:pt x="501" y="1016"/>
                    </a:lnTo>
                    <a:lnTo>
                      <a:pt x="531" y="895"/>
                    </a:lnTo>
                    <a:lnTo>
                      <a:pt x="531" y="743"/>
                    </a:lnTo>
                    <a:lnTo>
                      <a:pt x="531" y="607"/>
                    </a:lnTo>
                    <a:lnTo>
                      <a:pt x="501" y="485"/>
                    </a:lnTo>
                    <a:lnTo>
                      <a:pt x="440" y="364"/>
                    </a:lnTo>
                    <a:lnTo>
                      <a:pt x="379" y="258"/>
                    </a:lnTo>
                    <a:lnTo>
                      <a:pt x="304" y="167"/>
                    </a:lnTo>
                    <a:lnTo>
                      <a:pt x="213" y="91"/>
                    </a:lnTo>
                    <a:lnTo>
                      <a:pt x="10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7"/>
              <p:cNvSpPr/>
              <p:nvPr/>
            </p:nvSpPr>
            <p:spPr>
              <a:xfrm>
                <a:off x="6415202" y="3205179"/>
                <a:ext cx="17915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1486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486"/>
                    </a:lnTo>
                    <a:lnTo>
                      <a:pt x="0" y="1486"/>
                    </a:lnTo>
                    <a:lnTo>
                      <a:pt x="107" y="1456"/>
                    </a:lnTo>
                    <a:lnTo>
                      <a:pt x="213" y="1410"/>
                    </a:lnTo>
                    <a:lnTo>
                      <a:pt x="304" y="1334"/>
                    </a:lnTo>
                    <a:lnTo>
                      <a:pt x="379" y="1243"/>
                    </a:lnTo>
                    <a:lnTo>
                      <a:pt x="440" y="1137"/>
                    </a:lnTo>
                    <a:lnTo>
                      <a:pt x="501" y="1016"/>
                    </a:lnTo>
                    <a:lnTo>
                      <a:pt x="531" y="895"/>
                    </a:lnTo>
                    <a:lnTo>
                      <a:pt x="531" y="743"/>
                    </a:lnTo>
                    <a:lnTo>
                      <a:pt x="531" y="743"/>
                    </a:lnTo>
                    <a:lnTo>
                      <a:pt x="531" y="607"/>
                    </a:lnTo>
                    <a:lnTo>
                      <a:pt x="501" y="485"/>
                    </a:lnTo>
                    <a:lnTo>
                      <a:pt x="440" y="364"/>
                    </a:lnTo>
                    <a:lnTo>
                      <a:pt x="379" y="258"/>
                    </a:lnTo>
                    <a:lnTo>
                      <a:pt x="304" y="167"/>
                    </a:lnTo>
                    <a:lnTo>
                      <a:pt x="213" y="91"/>
                    </a:lnTo>
                    <a:lnTo>
                      <a:pt x="107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7"/>
              <p:cNvSpPr/>
              <p:nvPr/>
            </p:nvSpPr>
            <p:spPr>
              <a:xfrm>
                <a:off x="6374858" y="3936793"/>
                <a:ext cx="539" cy="1431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5" extrusionOk="0">
                    <a:moveTo>
                      <a:pt x="16" y="0"/>
                    </a:moveTo>
                    <a:lnTo>
                      <a:pt x="1" y="228"/>
                    </a:lnTo>
                    <a:lnTo>
                      <a:pt x="1" y="425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B9D8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7"/>
              <p:cNvSpPr/>
              <p:nvPr/>
            </p:nvSpPr>
            <p:spPr>
              <a:xfrm>
                <a:off x="6374858" y="3936793"/>
                <a:ext cx="539" cy="1431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5" fill="none" extrusionOk="0">
                    <a:moveTo>
                      <a:pt x="16" y="0"/>
                    </a:moveTo>
                    <a:lnTo>
                      <a:pt x="16" y="0"/>
                    </a:lnTo>
                    <a:lnTo>
                      <a:pt x="1" y="228"/>
                    </a:lnTo>
                    <a:lnTo>
                      <a:pt x="1" y="228"/>
                    </a:lnTo>
                    <a:lnTo>
                      <a:pt x="1" y="425"/>
                    </a:lnTo>
                    <a:lnTo>
                      <a:pt x="1" y="425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7"/>
              <p:cNvSpPr/>
              <p:nvPr/>
            </p:nvSpPr>
            <p:spPr>
              <a:xfrm>
                <a:off x="6374858" y="3899008"/>
                <a:ext cx="40881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2699" extrusionOk="0">
                    <a:moveTo>
                      <a:pt x="1107" y="0"/>
                    </a:moveTo>
                    <a:lnTo>
                      <a:pt x="1016" y="16"/>
                    </a:lnTo>
                    <a:lnTo>
                      <a:pt x="910" y="31"/>
                    </a:lnTo>
                    <a:lnTo>
                      <a:pt x="819" y="61"/>
                    </a:lnTo>
                    <a:lnTo>
                      <a:pt x="713" y="91"/>
                    </a:lnTo>
                    <a:lnTo>
                      <a:pt x="637" y="137"/>
                    </a:lnTo>
                    <a:lnTo>
                      <a:pt x="547" y="197"/>
                    </a:lnTo>
                    <a:lnTo>
                      <a:pt x="471" y="258"/>
                    </a:lnTo>
                    <a:lnTo>
                      <a:pt x="395" y="334"/>
                    </a:lnTo>
                    <a:lnTo>
                      <a:pt x="258" y="501"/>
                    </a:lnTo>
                    <a:lnTo>
                      <a:pt x="137" y="683"/>
                    </a:lnTo>
                    <a:lnTo>
                      <a:pt x="61" y="895"/>
                    </a:lnTo>
                    <a:lnTo>
                      <a:pt x="16" y="1122"/>
                    </a:lnTo>
                    <a:lnTo>
                      <a:pt x="1" y="1547"/>
                    </a:lnTo>
                    <a:lnTo>
                      <a:pt x="31" y="1668"/>
                    </a:lnTo>
                    <a:lnTo>
                      <a:pt x="46" y="1789"/>
                    </a:lnTo>
                    <a:lnTo>
                      <a:pt x="92" y="1895"/>
                    </a:lnTo>
                    <a:lnTo>
                      <a:pt x="137" y="2002"/>
                    </a:lnTo>
                    <a:lnTo>
                      <a:pt x="243" y="2199"/>
                    </a:lnTo>
                    <a:lnTo>
                      <a:pt x="304" y="2290"/>
                    </a:lnTo>
                    <a:lnTo>
                      <a:pt x="380" y="2365"/>
                    </a:lnTo>
                    <a:lnTo>
                      <a:pt x="456" y="2441"/>
                    </a:lnTo>
                    <a:lnTo>
                      <a:pt x="531" y="2517"/>
                    </a:lnTo>
                    <a:lnTo>
                      <a:pt x="622" y="2563"/>
                    </a:lnTo>
                    <a:lnTo>
                      <a:pt x="713" y="2608"/>
                    </a:lnTo>
                    <a:lnTo>
                      <a:pt x="804" y="2654"/>
                    </a:lnTo>
                    <a:lnTo>
                      <a:pt x="910" y="2684"/>
                    </a:lnTo>
                    <a:lnTo>
                      <a:pt x="1016" y="2699"/>
                    </a:lnTo>
                    <a:lnTo>
                      <a:pt x="1198" y="2699"/>
                    </a:lnTo>
                    <a:lnTo>
                      <a:pt x="1214" y="16"/>
                    </a:lnTo>
                    <a:lnTo>
                      <a:pt x="110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7"/>
              <p:cNvSpPr/>
              <p:nvPr/>
            </p:nvSpPr>
            <p:spPr>
              <a:xfrm>
                <a:off x="6374858" y="3899008"/>
                <a:ext cx="40881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2699" fill="none" extrusionOk="0">
                    <a:moveTo>
                      <a:pt x="1107" y="0"/>
                    </a:moveTo>
                    <a:lnTo>
                      <a:pt x="1107" y="0"/>
                    </a:lnTo>
                    <a:lnTo>
                      <a:pt x="1016" y="16"/>
                    </a:lnTo>
                    <a:lnTo>
                      <a:pt x="910" y="31"/>
                    </a:lnTo>
                    <a:lnTo>
                      <a:pt x="819" y="61"/>
                    </a:lnTo>
                    <a:lnTo>
                      <a:pt x="713" y="91"/>
                    </a:lnTo>
                    <a:lnTo>
                      <a:pt x="637" y="137"/>
                    </a:lnTo>
                    <a:lnTo>
                      <a:pt x="547" y="197"/>
                    </a:lnTo>
                    <a:lnTo>
                      <a:pt x="471" y="258"/>
                    </a:lnTo>
                    <a:lnTo>
                      <a:pt x="395" y="334"/>
                    </a:lnTo>
                    <a:lnTo>
                      <a:pt x="258" y="501"/>
                    </a:lnTo>
                    <a:lnTo>
                      <a:pt x="137" y="683"/>
                    </a:lnTo>
                    <a:lnTo>
                      <a:pt x="61" y="895"/>
                    </a:lnTo>
                    <a:lnTo>
                      <a:pt x="16" y="1122"/>
                    </a:lnTo>
                    <a:lnTo>
                      <a:pt x="16" y="1122"/>
                    </a:lnTo>
                    <a:lnTo>
                      <a:pt x="1" y="1547"/>
                    </a:lnTo>
                    <a:lnTo>
                      <a:pt x="1" y="1547"/>
                    </a:lnTo>
                    <a:lnTo>
                      <a:pt x="31" y="1668"/>
                    </a:lnTo>
                    <a:lnTo>
                      <a:pt x="46" y="1789"/>
                    </a:lnTo>
                    <a:lnTo>
                      <a:pt x="92" y="1895"/>
                    </a:lnTo>
                    <a:lnTo>
                      <a:pt x="137" y="2002"/>
                    </a:lnTo>
                    <a:lnTo>
                      <a:pt x="243" y="2199"/>
                    </a:lnTo>
                    <a:lnTo>
                      <a:pt x="304" y="2290"/>
                    </a:lnTo>
                    <a:lnTo>
                      <a:pt x="380" y="2365"/>
                    </a:lnTo>
                    <a:lnTo>
                      <a:pt x="456" y="2441"/>
                    </a:lnTo>
                    <a:lnTo>
                      <a:pt x="531" y="2517"/>
                    </a:lnTo>
                    <a:lnTo>
                      <a:pt x="622" y="2563"/>
                    </a:lnTo>
                    <a:lnTo>
                      <a:pt x="713" y="2608"/>
                    </a:lnTo>
                    <a:lnTo>
                      <a:pt x="804" y="2654"/>
                    </a:lnTo>
                    <a:lnTo>
                      <a:pt x="910" y="2684"/>
                    </a:lnTo>
                    <a:lnTo>
                      <a:pt x="1016" y="2699"/>
                    </a:lnTo>
                    <a:lnTo>
                      <a:pt x="1107" y="2699"/>
                    </a:lnTo>
                    <a:lnTo>
                      <a:pt x="1107" y="2699"/>
                    </a:lnTo>
                    <a:lnTo>
                      <a:pt x="1198" y="2699"/>
                    </a:lnTo>
                    <a:lnTo>
                      <a:pt x="1198" y="2699"/>
                    </a:lnTo>
                    <a:lnTo>
                      <a:pt x="1214" y="16"/>
                    </a:lnTo>
                    <a:lnTo>
                      <a:pt x="1214" y="16"/>
                    </a:lnTo>
                    <a:lnTo>
                      <a:pt x="110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7"/>
              <p:cNvSpPr/>
              <p:nvPr/>
            </p:nvSpPr>
            <p:spPr>
              <a:xfrm>
                <a:off x="6415202" y="3899514"/>
                <a:ext cx="34753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684" extrusionOk="0">
                    <a:moveTo>
                      <a:pt x="16" y="1"/>
                    </a:moveTo>
                    <a:lnTo>
                      <a:pt x="0" y="2684"/>
                    </a:lnTo>
                    <a:lnTo>
                      <a:pt x="107" y="2669"/>
                    </a:lnTo>
                    <a:lnTo>
                      <a:pt x="213" y="2639"/>
                    </a:lnTo>
                    <a:lnTo>
                      <a:pt x="319" y="2608"/>
                    </a:lnTo>
                    <a:lnTo>
                      <a:pt x="410" y="2548"/>
                    </a:lnTo>
                    <a:lnTo>
                      <a:pt x="501" y="2487"/>
                    </a:lnTo>
                    <a:lnTo>
                      <a:pt x="577" y="2426"/>
                    </a:lnTo>
                    <a:lnTo>
                      <a:pt x="667" y="2350"/>
                    </a:lnTo>
                    <a:lnTo>
                      <a:pt x="728" y="2259"/>
                    </a:lnTo>
                    <a:lnTo>
                      <a:pt x="804" y="2169"/>
                    </a:lnTo>
                    <a:lnTo>
                      <a:pt x="865" y="2062"/>
                    </a:lnTo>
                    <a:lnTo>
                      <a:pt x="910" y="1956"/>
                    </a:lnTo>
                    <a:lnTo>
                      <a:pt x="956" y="1835"/>
                    </a:lnTo>
                    <a:lnTo>
                      <a:pt x="986" y="1729"/>
                    </a:lnTo>
                    <a:lnTo>
                      <a:pt x="1016" y="1592"/>
                    </a:lnTo>
                    <a:lnTo>
                      <a:pt x="1031" y="1471"/>
                    </a:lnTo>
                    <a:lnTo>
                      <a:pt x="1031" y="1335"/>
                    </a:lnTo>
                    <a:lnTo>
                      <a:pt x="1031" y="1213"/>
                    </a:lnTo>
                    <a:lnTo>
                      <a:pt x="1016" y="1077"/>
                    </a:lnTo>
                    <a:lnTo>
                      <a:pt x="986" y="956"/>
                    </a:lnTo>
                    <a:lnTo>
                      <a:pt x="956" y="834"/>
                    </a:lnTo>
                    <a:lnTo>
                      <a:pt x="910" y="728"/>
                    </a:lnTo>
                    <a:lnTo>
                      <a:pt x="865" y="622"/>
                    </a:lnTo>
                    <a:lnTo>
                      <a:pt x="804" y="516"/>
                    </a:lnTo>
                    <a:lnTo>
                      <a:pt x="743" y="425"/>
                    </a:lnTo>
                    <a:lnTo>
                      <a:pt x="667" y="334"/>
                    </a:lnTo>
                    <a:lnTo>
                      <a:pt x="592" y="258"/>
                    </a:lnTo>
                    <a:lnTo>
                      <a:pt x="501" y="198"/>
                    </a:lnTo>
                    <a:lnTo>
                      <a:pt x="410" y="137"/>
                    </a:lnTo>
                    <a:lnTo>
                      <a:pt x="319" y="76"/>
                    </a:lnTo>
                    <a:lnTo>
                      <a:pt x="228" y="46"/>
                    </a:lnTo>
                    <a:lnTo>
                      <a:pt x="122" y="16"/>
                    </a:ln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7"/>
              <p:cNvSpPr/>
              <p:nvPr/>
            </p:nvSpPr>
            <p:spPr>
              <a:xfrm>
                <a:off x="6415202" y="3899514"/>
                <a:ext cx="34753" cy="90384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684" fill="none" extrusionOk="0">
                    <a:moveTo>
                      <a:pt x="16" y="1"/>
                    </a:moveTo>
                    <a:lnTo>
                      <a:pt x="16" y="1"/>
                    </a:lnTo>
                    <a:lnTo>
                      <a:pt x="0" y="2684"/>
                    </a:lnTo>
                    <a:lnTo>
                      <a:pt x="0" y="2684"/>
                    </a:lnTo>
                    <a:lnTo>
                      <a:pt x="107" y="2669"/>
                    </a:lnTo>
                    <a:lnTo>
                      <a:pt x="213" y="2639"/>
                    </a:lnTo>
                    <a:lnTo>
                      <a:pt x="319" y="2608"/>
                    </a:lnTo>
                    <a:lnTo>
                      <a:pt x="410" y="2548"/>
                    </a:lnTo>
                    <a:lnTo>
                      <a:pt x="501" y="2487"/>
                    </a:lnTo>
                    <a:lnTo>
                      <a:pt x="577" y="2426"/>
                    </a:lnTo>
                    <a:lnTo>
                      <a:pt x="667" y="2350"/>
                    </a:lnTo>
                    <a:lnTo>
                      <a:pt x="728" y="2259"/>
                    </a:lnTo>
                    <a:lnTo>
                      <a:pt x="804" y="2169"/>
                    </a:lnTo>
                    <a:lnTo>
                      <a:pt x="865" y="2062"/>
                    </a:lnTo>
                    <a:lnTo>
                      <a:pt x="910" y="1956"/>
                    </a:lnTo>
                    <a:lnTo>
                      <a:pt x="956" y="1835"/>
                    </a:lnTo>
                    <a:lnTo>
                      <a:pt x="986" y="1729"/>
                    </a:lnTo>
                    <a:lnTo>
                      <a:pt x="1016" y="1592"/>
                    </a:lnTo>
                    <a:lnTo>
                      <a:pt x="1031" y="1471"/>
                    </a:lnTo>
                    <a:lnTo>
                      <a:pt x="1031" y="1335"/>
                    </a:lnTo>
                    <a:lnTo>
                      <a:pt x="1031" y="1335"/>
                    </a:lnTo>
                    <a:lnTo>
                      <a:pt x="1031" y="1213"/>
                    </a:lnTo>
                    <a:lnTo>
                      <a:pt x="1016" y="1077"/>
                    </a:lnTo>
                    <a:lnTo>
                      <a:pt x="986" y="956"/>
                    </a:lnTo>
                    <a:lnTo>
                      <a:pt x="956" y="834"/>
                    </a:lnTo>
                    <a:lnTo>
                      <a:pt x="910" y="728"/>
                    </a:lnTo>
                    <a:lnTo>
                      <a:pt x="865" y="622"/>
                    </a:lnTo>
                    <a:lnTo>
                      <a:pt x="804" y="516"/>
                    </a:lnTo>
                    <a:lnTo>
                      <a:pt x="743" y="425"/>
                    </a:lnTo>
                    <a:lnTo>
                      <a:pt x="667" y="334"/>
                    </a:lnTo>
                    <a:lnTo>
                      <a:pt x="592" y="258"/>
                    </a:lnTo>
                    <a:lnTo>
                      <a:pt x="501" y="198"/>
                    </a:lnTo>
                    <a:lnTo>
                      <a:pt x="410" y="137"/>
                    </a:lnTo>
                    <a:lnTo>
                      <a:pt x="319" y="76"/>
                    </a:lnTo>
                    <a:lnTo>
                      <a:pt x="228" y="46"/>
                    </a:lnTo>
                    <a:lnTo>
                      <a:pt x="122" y="16"/>
                    </a:lnTo>
                    <a:lnTo>
                      <a:pt x="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7"/>
              <p:cNvSpPr/>
              <p:nvPr/>
            </p:nvSpPr>
            <p:spPr>
              <a:xfrm>
                <a:off x="6515253" y="4468775"/>
                <a:ext cx="26603" cy="85804"/>
              </a:xfrm>
              <a:custGeom>
                <a:avLst/>
                <a:gdLst/>
                <a:ahLst/>
                <a:cxnLst/>
                <a:rect l="l" t="t" r="r" b="b"/>
                <a:pathLst>
                  <a:path w="790" h="2548" extrusionOk="0">
                    <a:moveTo>
                      <a:pt x="1" y="1"/>
                    </a:moveTo>
                    <a:lnTo>
                      <a:pt x="62" y="2548"/>
                    </a:lnTo>
                    <a:lnTo>
                      <a:pt x="213" y="2457"/>
                    </a:lnTo>
                    <a:lnTo>
                      <a:pt x="350" y="2351"/>
                    </a:lnTo>
                    <a:lnTo>
                      <a:pt x="471" y="2214"/>
                    </a:lnTo>
                    <a:lnTo>
                      <a:pt x="577" y="2062"/>
                    </a:lnTo>
                    <a:lnTo>
                      <a:pt x="668" y="1896"/>
                    </a:lnTo>
                    <a:lnTo>
                      <a:pt x="729" y="1699"/>
                    </a:lnTo>
                    <a:lnTo>
                      <a:pt x="774" y="1502"/>
                    </a:lnTo>
                    <a:lnTo>
                      <a:pt x="789" y="1289"/>
                    </a:lnTo>
                    <a:lnTo>
                      <a:pt x="774" y="1062"/>
                    </a:lnTo>
                    <a:lnTo>
                      <a:pt x="729" y="850"/>
                    </a:lnTo>
                    <a:lnTo>
                      <a:pt x="653" y="668"/>
                    </a:lnTo>
                    <a:lnTo>
                      <a:pt x="562" y="486"/>
                    </a:lnTo>
                    <a:lnTo>
                      <a:pt x="456" y="319"/>
                    </a:lnTo>
                    <a:lnTo>
                      <a:pt x="319" y="183"/>
                    </a:lnTo>
                    <a:lnTo>
                      <a:pt x="168" y="7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7"/>
              <p:cNvSpPr/>
              <p:nvPr/>
            </p:nvSpPr>
            <p:spPr>
              <a:xfrm>
                <a:off x="6515253" y="4468775"/>
                <a:ext cx="26603" cy="85804"/>
              </a:xfrm>
              <a:custGeom>
                <a:avLst/>
                <a:gdLst/>
                <a:ahLst/>
                <a:cxnLst/>
                <a:rect l="l" t="t" r="r" b="b"/>
                <a:pathLst>
                  <a:path w="790" h="2548" fill="none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62" y="2548"/>
                    </a:lnTo>
                    <a:lnTo>
                      <a:pt x="62" y="2548"/>
                    </a:lnTo>
                    <a:lnTo>
                      <a:pt x="213" y="2457"/>
                    </a:lnTo>
                    <a:lnTo>
                      <a:pt x="350" y="2351"/>
                    </a:lnTo>
                    <a:lnTo>
                      <a:pt x="471" y="2214"/>
                    </a:lnTo>
                    <a:lnTo>
                      <a:pt x="577" y="2062"/>
                    </a:lnTo>
                    <a:lnTo>
                      <a:pt x="668" y="1896"/>
                    </a:lnTo>
                    <a:lnTo>
                      <a:pt x="729" y="1699"/>
                    </a:lnTo>
                    <a:lnTo>
                      <a:pt x="774" y="1502"/>
                    </a:lnTo>
                    <a:lnTo>
                      <a:pt x="789" y="1289"/>
                    </a:lnTo>
                    <a:lnTo>
                      <a:pt x="789" y="1289"/>
                    </a:lnTo>
                    <a:lnTo>
                      <a:pt x="774" y="1062"/>
                    </a:lnTo>
                    <a:lnTo>
                      <a:pt x="729" y="850"/>
                    </a:lnTo>
                    <a:lnTo>
                      <a:pt x="653" y="668"/>
                    </a:lnTo>
                    <a:lnTo>
                      <a:pt x="562" y="486"/>
                    </a:lnTo>
                    <a:lnTo>
                      <a:pt x="456" y="319"/>
                    </a:lnTo>
                    <a:lnTo>
                      <a:pt x="319" y="183"/>
                    </a:lnTo>
                    <a:lnTo>
                      <a:pt x="168" y="76"/>
                    </a:lnTo>
                    <a:lnTo>
                      <a:pt x="1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7"/>
              <p:cNvSpPr/>
              <p:nvPr/>
            </p:nvSpPr>
            <p:spPr>
              <a:xfrm>
                <a:off x="6466255" y="4466755"/>
                <a:ext cx="5108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99" extrusionOk="0">
                    <a:moveTo>
                      <a:pt x="1122" y="0"/>
                    </a:moveTo>
                    <a:lnTo>
                      <a:pt x="1001" y="15"/>
                    </a:lnTo>
                    <a:lnTo>
                      <a:pt x="895" y="30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27"/>
                    </a:lnTo>
                    <a:lnTo>
                      <a:pt x="410" y="303"/>
                    </a:lnTo>
                    <a:lnTo>
                      <a:pt x="334" y="394"/>
                    </a:lnTo>
                    <a:lnTo>
                      <a:pt x="258" y="485"/>
                    </a:lnTo>
                    <a:lnTo>
                      <a:pt x="198" y="591"/>
                    </a:lnTo>
                    <a:lnTo>
                      <a:pt x="137" y="713"/>
                    </a:lnTo>
                    <a:lnTo>
                      <a:pt x="91" y="819"/>
                    </a:lnTo>
                    <a:lnTo>
                      <a:pt x="46" y="955"/>
                    </a:lnTo>
                    <a:lnTo>
                      <a:pt x="31" y="1076"/>
                    </a:lnTo>
                    <a:lnTo>
                      <a:pt x="0" y="1213"/>
                    </a:lnTo>
                    <a:lnTo>
                      <a:pt x="0" y="1349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43"/>
                    </a:lnTo>
                    <a:lnTo>
                      <a:pt x="91" y="1880"/>
                    </a:lnTo>
                    <a:lnTo>
                      <a:pt x="137" y="1986"/>
                    </a:lnTo>
                    <a:lnTo>
                      <a:pt x="198" y="2107"/>
                    </a:lnTo>
                    <a:lnTo>
                      <a:pt x="258" y="2198"/>
                    </a:lnTo>
                    <a:lnTo>
                      <a:pt x="334" y="2304"/>
                    </a:lnTo>
                    <a:lnTo>
                      <a:pt x="410" y="2395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2"/>
                    </a:lnTo>
                    <a:lnTo>
                      <a:pt x="789" y="2638"/>
                    </a:lnTo>
                    <a:lnTo>
                      <a:pt x="895" y="2668"/>
                    </a:lnTo>
                    <a:lnTo>
                      <a:pt x="1001" y="2683"/>
                    </a:lnTo>
                    <a:lnTo>
                      <a:pt x="1122" y="2699"/>
                    </a:lnTo>
                    <a:lnTo>
                      <a:pt x="1228" y="2683"/>
                    </a:lnTo>
                    <a:lnTo>
                      <a:pt x="1319" y="2668"/>
                    </a:lnTo>
                    <a:lnTo>
                      <a:pt x="1426" y="2653"/>
                    </a:lnTo>
                    <a:lnTo>
                      <a:pt x="1517" y="2608"/>
                    </a:lnTo>
                    <a:lnTo>
                      <a:pt x="1456" y="61"/>
                    </a:lnTo>
                    <a:lnTo>
                      <a:pt x="1289" y="15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7"/>
              <p:cNvSpPr/>
              <p:nvPr/>
            </p:nvSpPr>
            <p:spPr>
              <a:xfrm>
                <a:off x="6466255" y="4466755"/>
                <a:ext cx="51085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99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15"/>
                    </a:lnTo>
                    <a:lnTo>
                      <a:pt x="895" y="30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27"/>
                    </a:lnTo>
                    <a:lnTo>
                      <a:pt x="410" y="303"/>
                    </a:lnTo>
                    <a:lnTo>
                      <a:pt x="334" y="394"/>
                    </a:lnTo>
                    <a:lnTo>
                      <a:pt x="258" y="485"/>
                    </a:lnTo>
                    <a:lnTo>
                      <a:pt x="198" y="591"/>
                    </a:lnTo>
                    <a:lnTo>
                      <a:pt x="137" y="713"/>
                    </a:lnTo>
                    <a:lnTo>
                      <a:pt x="91" y="819"/>
                    </a:lnTo>
                    <a:lnTo>
                      <a:pt x="46" y="955"/>
                    </a:lnTo>
                    <a:lnTo>
                      <a:pt x="31" y="1076"/>
                    </a:lnTo>
                    <a:lnTo>
                      <a:pt x="0" y="1213"/>
                    </a:lnTo>
                    <a:lnTo>
                      <a:pt x="0" y="1349"/>
                    </a:lnTo>
                    <a:lnTo>
                      <a:pt x="0" y="1349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43"/>
                    </a:lnTo>
                    <a:lnTo>
                      <a:pt x="91" y="1880"/>
                    </a:lnTo>
                    <a:lnTo>
                      <a:pt x="137" y="1986"/>
                    </a:lnTo>
                    <a:lnTo>
                      <a:pt x="198" y="2107"/>
                    </a:lnTo>
                    <a:lnTo>
                      <a:pt x="258" y="2198"/>
                    </a:lnTo>
                    <a:lnTo>
                      <a:pt x="334" y="2304"/>
                    </a:lnTo>
                    <a:lnTo>
                      <a:pt x="410" y="2395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2"/>
                    </a:lnTo>
                    <a:lnTo>
                      <a:pt x="789" y="2638"/>
                    </a:lnTo>
                    <a:lnTo>
                      <a:pt x="895" y="2668"/>
                    </a:lnTo>
                    <a:lnTo>
                      <a:pt x="1001" y="2683"/>
                    </a:lnTo>
                    <a:lnTo>
                      <a:pt x="1122" y="2699"/>
                    </a:lnTo>
                    <a:lnTo>
                      <a:pt x="1122" y="2699"/>
                    </a:lnTo>
                    <a:lnTo>
                      <a:pt x="1228" y="2683"/>
                    </a:lnTo>
                    <a:lnTo>
                      <a:pt x="1319" y="2668"/>
                    </a:lnTo>
                    <a:lnTo>
                      <a:pt x="1426" y="2653"/>
                    </a:lnTo>
                    <a:lnTo>
                      <a:pt x="1517" y="2608"/>
                    </a:lnTo>
                    <a:lnTo>
                      <a:pt x="1517" y="2608"/>
                    </a:lnTo>
                    <a:lnTo>
                      <a:pt x="1456" y="61"/>
                    </a:lnTo>
                    <a:lnTo>
                      <a:pt x="1456" y="61"/>
                    </a:lnTo>
                    <a:lnTo>
                      <a:pt x="1289" y="15"/>
                    </a:lnTo>
                    <a:lnTo>
                      <a:pt x="1122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7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extrusionOk="0">
                    <a:moveTo>
                      <a:pt x="1122" y="0"/>
                    </a:moveTo>
                    <a:lnTo>
                      <a:pt x="1001" y="15"/>
                    </a:lnTo>
                    <a:lnTo>
                      <a:pt x="895" y="31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43"/>
                    </a:lnTo>
                    <a:lnTo>
                      <a:pt x="410" y="319"/>
                    </a:lnTo>
                    <a:lnTo>
                      <a:pt x="334" y="394"/>
                    </a:lnTo>
                    <a:lnTo>
                      <a:pt x="258" y="501"/>
                    </a:lnTo>
                    <a:lnTo>
                      <a:pt x="198" y="607"/>
                    </a:lnTo>
                    <a:lnTo>
                      <a:pt x="137" y="713"/>
                    </a:lnTo>
                    <a:lnTo>
                      <a:pt x="91" y="834"/>
                    </a:lnTo>
                    <a:lnTo>
                      <a:pt x="46" y="955"/>
                    </a:lnTo>
                    <a:lnTo>
                      <a:pt x="31" y="1077"/>
                    </a:lnTo>
                    <a:lnTo>
                      <a:pt x="0" y="1213"/>
                    </a:lnTo>
                    <a:lnTo>
                      <a:pt x="0" y="1350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59"/>
                    </a:lnTo>
                    <a:lnTo>
                      <a:pt x="91" y="1880"/>
                    </a:lnTo>
                    <a:lnTo>
                      <a:pt x="137" y="2001"/>
                    </a:lnTo>
                    <a:lnTo>
                      <a:pt x="198" y="2108"/>
                    </a:lnTo>
                    <a:lnTo>
                      <a:pt x="258" y="2214"/>
                    </a:lnTo>
                    <a:lnTo>
                      <a:pt x="334" y="2305"/>
                    </a:lnTo>
                    <a:lnTo>
                      <a:pt x="410" y="2396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3"/>
                    </a:lnTo>
                    <a:lnTo>
                      <a:pt x="789" y="2638"/>
                    </a:lnTo>
                    <a:lnTo>
                      <a:pt x="895" y="2669"/>
                    </a:lnTo>
                    <a:lnTo>
                      <a:pt x="1001" y="2699"/>
                    </a:lnTo>
                    <a:lnTo>
                      <a:pt x="1228" y="2699"/>
                    </a:lnTo>
                    <a:lnTo>
                      <a:pt x="1350" y="2669"/>
                    </a:lnTo>
                    <a:lnTo>
                      <a:pt x="1456" y="2638"/>
                    </a:lnTo>
                    <a:lnTo>
                      <a:pt x="1562" y="2593"/>
                    </a:lnTo>
                    <a:lnTo>
                      <a:pt x="1653" y="2532"/>
                    </a:lnTo>
                    <a:lnTo>
                      <a:pt x="1744" y="2471"/>
                    </a:lnTo>
                    <a:lnTo>
                      <a:pt x="1835" y="2396"/>
                    </a:lnTo>
                    <a:lnTo>
                      <a:pt x="1911" y="2305"/>
                    </a:lnTo>
                    <a:lnTo>
                      <a:pt x="1987" y="2214"/>
                    </a:lnTo>
                    <a:lnTo>
                      <a:pt x="2047" y="2108"/>
                    </a:lnTo>
                    <a:lnTo>
                      <a:pt x="2108" y="2001"/>
                    </a:lnTo>
                    <a:lnTo>
                      <a:pt x="2153" y="1880"/>
                    </a:lnTo>
                    <a:lnTo>
                      <a:pt x="2184" y="1759"/>
                    </a:lnTo>
                    <a:lnTo>
                      <a:pt x="2214" y="1622"/>
                    </a:lnTo>
                    <a:lnTo>
                      <a:pt x="2229" y="1486"/>
                    </a:lnTo>
                    <a:lnTo>
                      <a:pt x="2244" y="1350"/>
                    </a:lnTo>
                    <a:lnTo>
                      <a:pt x="2229" y="1213"/>
                    </a:lnTo>
                    <a:lnTo>
                      <a:pt x="2214" y="1077"/>
                    </a:lnTo>
                    <a:lnTo>
                      <a:pt x="2184" y="955"/>
                    </a:lnTo>
                    <a:lnTo>
                      <a:pt x="2153" y="834"/>
                    </a:lnTo>
                    <a:lnTo>
                      <a:pt x="2108" y="713"/>
                    </a:lnTo>
                    <a:lnTo>
                      <a:pt x="2047" y="607"/>
                    </a:lnTo>
                    <a:lnTo>
                      <a:pt x="1987" y="501"/>
                    </a:lnTo>
                    <a:lnTo>
                      <a:pt x="1911" y="394"/>
                    </a:lnTo>
                    <a:lnTo>
                      <a:pt x="1835" y="319"/>
                    </a:lnTo>
                    <a:lnTo>
                      <a:pt x="1744" y="243"/>
                    </a:lnTo>
                    <a:lnTo>
                      <a:pt x="1653" y="167"/>
                    </a:lnTo>
                    <a:lnTo>
                      <a:pt x="1562" y="106"/>
                    </a:lnTo>
                    <a:lnTo>
                      <a:pt x="1456" y="61"/>
                    </a:lnTo>
                    <a:lnTo>
                      <a:pt x="1350" y="31"/>
                    </a:lnTo>
                    <a:lnTo>
                      <a:pt x="1228" y="15"/>
                    </a:lnTo>
                    <a:lnTo>
                      <a:pt x="1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7"/>
              <p:cNvSpPr/>
              <p:nvPr/>
            </p:nvSpPr>
            <p:spPr>
              <a:xfrm>
                <a:off x="6466255" y="5007930"/>
                <a:ext cx="75600" cy="90889"/>
              </a:xfrm>
              <a:custGeom>
                <a:avLst/>
                <a:gdLst/>
                <a:ahLst/>
                <a:cxnLst/>
                <a:rect l="l" t="t" r="r" b="b"/>
                <a:pathLst>
                  <a:path w="2245" h="2699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15"/>
                    </a:lnTo>
                    <a:lnTo>
                      <a:pt x="895" y="31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67"/>
                    </a:lnTo>
                    <a:lnTo>
                      <a:pt x="501" y="243"/>
                    </a:lnTo>
                    <a:lnTo>
                      <a:pt x="410" y="319"/>
                    </a:lnTo>
                    <a:lnTo>
                      <a:pt x="334" y="394"/>
                    </a:lnTo>
                    <a:lnTo>
                      <a:pt x="258" y="501"/>
                    </a:lnTo>
                    <a:lnTo>
                      <a:pt x="198" y="607"/>
                    </a:lnTo>
                    <a:lnTo>
                      <a:pt x="137" y="713"/>
                    </a:lnTo>
                    <a:lnTo>
                      <a:pt x="91" y="834"/>
                    </a:lnTo>
                    <a:lnTo>
                      <a:pt x="46" y="955"/>
                    </a:lnTo>
                    <a:lnTo>
                      <a:pt x="31" y="1077"/>
                    </a:lnTo>
                    <a:lnTo>
                      <a:pt x="0" y="1213"/>
                    </a:lnTo>
                    <a:lnTo>
                      <a:pt x="0" y="1350"/>
                    </a:lnTo>
                    <a:lnTo>
                      <a:pt x="0" y="1350"/>
                    </a:lnTo>
                    <a:lnTo>
                      <a:pt x="0" y="1486"/>
                    </a:lnTo>
                    <a:lnTo>
                      <a:pt x="31" y="1622"/>
                    </a:lnTo>
                    <a:lnTo>
                      <a:pt x="46" y="1759"/>
                    </a:lnTo>
                    <a:lnTo>
                      <a:pt x="91" y="1880"/>
                    </a:lnTo>
                    <a:lnTo>
                      <a:pt x="137" y="2001"/>
                    </a:lnTo>
                    <a:lnTo>
                      <a:pt x="198" y="2108"/>
                    </a:lnTo>
                    <a:lnTo>
                      <a:pt x="258" y="2214"/>
                    </a:lnTo>
                    <a:lnTo>
                      <a:pt x="334" y="2305"/>
                    </a:lnTo>
                    <a:lnTo>
                      <a:pt x="410" y="2396"/>
                    </a:lnTo>
                    <a:lnTo>
                      <a:pt x="501" y="2471"/>
                    </a:lnTo>
                    <a:lnTo>
                      <a:pt x="592" y="2532"/>
                    </a:lnTo>
                    <a:lnTo>
                      <a:pt x="683" y="2593"/>
                    </a:lnTo>
                    <a:lnTo>
                      <a:pt x="789" y="2638"/>
                    </a:lnTo>
                    <a:lnTo>
                      <a:pt x="895" y="2669"/>
                    </a:lnTo>
                    <a:lnTo>
                      <a:pt x="1001" y="2699"/>
                    </a:lnTo>
                    <a:lnTo>
                      <a:pt x="1122" y="2699"/>
                    </a:lnTo>
                    <a:lnTo>
                      <a:pt x="1122" y="2699"/>
                    </a:lnTo>
                    <a:lnTo>
                      <a:pt x="1228" y="2699"/>
                    </a:lnTo>
                    <a:lnTo>
                      <a:pt x="1350" y="2669"/>
                    </a:lnTo>
                    <a:lnTo>
                      <a:pt x="1456" y="2638"/>
                    </a:lnTo>
                    <a:lnTo>
                      <a:pt x="1562" y="2593"/>
                    </a:lnTo>
                    <a:lnTo>
                      <a:pt x="1653" y="2532"/>
                    </a:lnTo>
                    <a:lnTo>
                      <a:pt x="1744" y="2471"/>
                    </a:lnTo>
                    <a:lnTo>
                      <a:pt x="1835" y="2396"/>
                    </a:lnTo>
                    <a:lnTo>
                      <a:pt x="1911" y="2305"/>
                    </a:lnTo>
                    <a:lnTo>
                      <a:pt x="1987" y="2214"/>
                    </a:lnTo>
                    <a:lnTo>
                      <a:pt x="2047" y="2108"/>
                    </a:lnTo>
                    <a:lnTo>
                      <a:pt x="2108" y="2001"/>
                    </a:lnTo>
                    <a:lnTo>
                      <a:pt x="2153" y="1880"/>
                    </a:lnTo>
                    <a:lnTo>
                      <a:pt x="2184" y="1759"/>
                    </a:lnTo>
                    <a:lnTo>
                      <a:pt x="2214" y="1622"/>
                    </a:lnTo>
                    <a:lnTo>
                      <a:pt x="2229" y="1486"/>
                    </a:lnTo>
                    <a:lnTo>
                      <a:pt x="2244" y="1350"/>
                    </a:lnTo>
                    <a:lnTo>
                      <a:pt x="2244" y="1350"/>
                    </a:lnTo>
                    <a:lnTo>
                      <a:pt x="2229" y="1213"/>
                    </a:lnTo>
                    <a:lnTo>
                      <a:pt x="2214" y="1077"/>
                    </a:lnTo>
                    <a:lnTo>
                      <a:pt x="2184" y="955"/>
                    </a:lnTo>
                    <a:lnTo>
                      <a:pt x="2153" y="834"/>
                    </a:lnTo>
                    <a:lnTo>
                      <a:pt x="2108" y="713"/>
                    </a:lnTo>
                    <a:lnTo>
                      <a:pt x="2047" y="607"/>
                    </a:lnTo>
                    <a:lnTo>
                      <a:pt x="1987" y="501"/>
                    </a:lnTo>
                    <a:lnTo>
                      <a:pt x="1911" y="394"/>
                    </a:lnTo>
                    <a:lnTo>
                      <a:pt x="1835" y="319"/>
                    </a:lnTo>
                    <a:lnTo>
                      <a:pt x="1744" y="243"/>
                    </a:lnTo>
                    <a:lnTo>
                      <a:pt x="1653" y="167"/>
                    </a:lnTo>
                    <a:lnTo>
                      <a:pt x="1562" y="106"/>
                    </a:lnTo>
                    <a:lnTo>
                      <a:pt x="1456" y="61"/>
                    </a:lnTo>
                    <a:lnTo>
                      <a:pt x="1350" y="31"/>
                    </a:lnTo>
                    <a:lnTo>
                      <a:pt x="1228" y="15"/>
                    </a:lnTo>
                    <a:lnTo>
                      <a:pt x="11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7"/>
              <p:cNvSpPr/>
              <p:nvPr/>
            </p:nvSpPr>
            <p:spPr>
              <a:xfrm>
                <a:off x="6278376" y="4963006"/>
                <a:ext cx="66407" cy="67417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2002" extrusionOk="0">
                    <a:moveTo>
                      <a:pt x="1001" y="0"/>
                    </a:moveTo>
                    <a:lnTo>
                      <a:pt x="895" y="15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52"/>
                    </a:lnTo>
                    <a:lnTo>
                      <a:pt x="486" y="228"/>
                    </a:lnTo>
                    <a:lnTo>
                      <a:pt x="410" y="303"/>
                    </a:lnTo>
                    <a:lnTo>
                      <a:pt x="319" y="394"/>
                    </a:lnTo>
                    <a:lnTo>
                      <a:pt x="258" y="485"/>
                    </a:lnTo>
                    <a:lnTo>
                      <a:pt x="182" y="591"/>
                    </a:lnTo>
                    <a:lnTo>
                      <a:pt x="137" y="698"/>
                    </a:lnTo>
                    <a:lnTo>
                      <a:pt x="91" y="819"/>
                    </a:lnTo>
                    <a:lnTo>
                      <a:pt x="46" y="940"/>
                    </a:lnTo>
                    <a:lnTo>
                      <a:pt x="16" y="1077"/>
                    </a:lnTo>
                    <a:lnTo>
                      <a:pt x="0" y="1198"/>
                    </a:lnTo>
                    <a:lnTo>
                      <a:pt x="0" y="1334"/>
                    </a:lnTo>
                    <a:lnTo>
                      <a:pt x="0" y="1516"/>
                    </a:lnTo>
                    <a:lnTo>
                      <a:pt x="31" y="1683"/>
                    </a:lnTo>
                    <a:lnTo>
                      <a:pt x="76" y="1850"/>
                    </a:lnTo>
                    <a:lnTo>
                      <a:pt x="137" y="2001"/>
                    </a:lnTo>
                    <a:lnTo>
                      <a:pt x="395" y="1865"/>
                    </a:lnTo>
                    <a:lnTo>
                      <a:pt x="652" y="1713"/>
                    </a:lnTo>
                    <a:lnTo>
                      <a:pt x="895" y="1547"/>
                    </a:lnTo>
                    <a:lnTo>
                      <a:pt x="1122" y="1365"/>
                    </a:lnTo>
                    <a:lnTo>
                      <a:pt x="1350" y="1167"/>
                    </a:lnTo>
                    <a:lnTo>
                      <a:pt x="1562" y="955"/>
                    </a:lnTo>
                    <a:lnTo>
                      <a:pt x="1774" y="728"/>
                    </a:lnTo>
                    <a:lnTo>
                      <a:pt x="1971" y="470"/>
                    </a:lnTo>
                    <a:lnTo>
                      <a:pt x="1895" y="364"/>
                    </a:lnTo>
                    <a:lnTo>
                      <a:pt x="1804" y="273"/>
                    </a:lnTo>
                    <a:lnTo>
                      <a:pt x="1698" y="197"/>
                    </a:lnTo>
                    <a:lnTo>
                      <a:pt x="1592" y="121"/>
                    </a:lnTo>
                    <a:lnTo>
                      <a:pt x="1486" y="61"/>
                    </a:lnTo>
                    <a:lnTo>
                      <a:pt x="1365" y="30"/>
                    </a:lnTo>
                    <a:lnTo>
                      <a:pt x="12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7"/>
              <p:cNvSpPr/>
              <p:nvPr/>
            </p:nvSpPr>
            <p:spPr>
              <a:xfrm>
                <a:off x="6278376" y="4963006"/>
                <a:ext cx="66407" cy="67417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2002" fill="none" extrusionOk="0">
                    <a:moveTo>
                      <a:pt x="1122" y="0"/>
                    </a:moveTo>
                    <a:lnTo>
                      <a:pt x="1122" y="0"/>
                    </a:lnTo>
                    <a:lnTo>
                      <a:pt x="1001" y="0"/>
                    </a:lnTo>
                    <a:lnTo>
                      <a:pt x="895" y="15"/>
                    </a:lnTo>
                    <a:lnTo>
                      <a:pt x="789" y="61"/>
                    </a:lnTo>
                    <a:lnTo>
                      <a:pt x="683" y="106"/>
                    </a:lnTo>
                    <a:lnTo>
                      <a:pt x="592" y="152"/>
                    </a:lnTo>
                    <a:lnTo>
                      <a:pt x="486" y="228"/>
                    </a:lnTo>
                    <a:lnTo>
                      <a:pt x="410" y="303"/>
                    </a:lnTo>
                    <a:lnTo>
                      <a:pt x="319" y="394"/>
                    </a:lnTo>
                    <a:lnTo>
                      <a:pt x="258" y="485"/>
                    </a:lnTo>
                    <a:lnTo>
                      <a:pt x="182" y="591"/>
                    </a:lnTo>
                    <a:lnTo>
                      <a:pt x="137" y="698"/>
                    </a:lnTo>
                    <a:lnTo>
                      <a:pt x="91" y="819"/>
                    </a:lnTo>
                    <a:lnTo>
                      <a:pt x="46" y="940"/>
                    </a:lnTo>
                    <a:lnTo>
                      <a:pt x="16" y="1077"/>
                    </a:lnTo>
                    <a:lnTo>
                      <a:pt x="0" y="1198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0" y="1516"/>
                    </a:lnTo>
                    <a:lnTo>
                      <a:pt x="31" y="1683"/>
                    </a:lnTo>
                    <a:lnTo>
                      <a:pt x="76" y="1850"/>
                    </a:lnTo>
                    <a:lnTo>
                      <a:pt x="137" y="2001"/>
                    </a:lnTo>
                    <a:lnTo>
                      <a:pt x="137" y="2001"/>
                    </a:lnTo>
                    <a:lnTo>
                      <a:pt x="395" y="1865"/>
                    </a:lnTo>
                    <a:lnTo>
                      <a:pt x="652" y="1713"/>
                    </a:lnTo>
                    <a:lnTo>
                      <a:pt x="895" y="1547"/>
                    </a:lnTo>
                    <a:lnTo>
                      <a:pt x="1122" y="1365"/>
                    </a:lnTo>
                    <a:lnTo>
                      <a:pt x="1350" y="1167"/>
                    </a:lnTo>
                    <a:lnTo>
                      <a:pt x="1562" y="955"/>
                    </a:lnTo>
                    <a:lnTo>
                      <a:pt x="1774" y="728"/>
                    </a:lnTo>
                    <a:lnTo>
                      <a:pt x="1971" y="470"/>
                    </a:lnTo>
                    <a:lnTo>
                      <a:pt x="1971" y="470"/>
                    </a:lnTo>
                    <a:lnTo>
                      <a:pt x="1895" y="364"/>
                    </a:lnTo>
                    <a:lnTo>
                      <a:pt x="1804" y="273"/>
                    </a:lnTo>
                    <a:lnTo>
                      <a:pt x="1698" y="197"/>
                    </a:lnTo>
                    <a:lnTo>
                      <a:pt x="1592" y="121"/>
                    </a:lnTo>
                    <a:lnTo>
                      <a:pt x="1486" y="61"/>
                    </a:lnTo>
                    <a:lnTo>
                      <a:pt x="1365" y="30"/>
                    </a:lnTo>
                    <a:lnTo>
                      <a:pt x="1244" y="0"/>
                    </a:lnTo>
                    <a:lnTo>
                      <a:pt x="11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7"/>
              <p:cNvSpPr/>
              <p:nvPr/>
            </p:nvSpPr>
            <p:spPr>
              <a:xfrm>
                <a:off x="6282956" y="4978834"/>
                <a:ext cx="71021" cy="74556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214" extrusionOk="0">
                    <a:moveTo>
                      <a:pt x="1835" y="0"/>
                    </a:moveTo>
                    <a:lnTo>
                      <a:pt x="1638" y="258"/>
                    </a:lnTo>
                    <a:lnTo>
                      <a:pt x="1426" y="485"/>
                    </a:lnTo>
                    <a:lnTo>
                      <a:pt x="1214" y="697"/>
                    </a:lnTo>
                    <a:lnTo>
                      <a:pt x="986" y="895"/>
                    </a:lnTo>
                    <a:lnTo>
                      <a:pt x="759" y="1077"/>
                    </a:lnTo>
                    <a:lnTo>
                      <a:pt x="516" y="1243"/>
                    </a:lnTo>
                    <a:lnTo>
                      <a:pt x="259" y="1395"/>
                    </a:lnTo>
                    <a:lnTo>
                      <a:pt x="1" y="1531"/>
                    </a:lnTo>
                    <a:lnTo>
                      <a:pt x="92" y="1683"/>
                    </a:lnTo>
                    <a:lnTo>
                      <a:pt x="183" y="1804"/>
                    </a:lnTo>
                    <a:lnTo>
                      <a:pt x="289" y="1925"/>
                    </a:lnTo>
                    <a:lnTo>
                      <a:pt x="410" y="2032"/>
                    </a:lnTo>
                    <a:lnTo>
                      <a:pt x="531" y="2107"/>
                    </a:lnTo>
                    <a:lnTo>
                      <a:pt x="683" y="2168"/>
                    </a:lnTo>
                    <a:lnTo>
                      <a:pt x="835" y="2198"/>
                    </a:lnTo>
                    <a:lnTo>
                      <a:pt x="986" y="2214"/>
                    </a:lnTo>
                    <a:lnTo>
                      <a:pt x="1092" y="2214"/>
                    </a:lnTo>
                    <a:lnTo>
                      <a:pt x="1214" y="2198"/>
                    </a:lnTo>
                    <a:lnTo>
                      <a:pt x="1320" y="2153"/>
                    </a:lnTo>
                    <a:lnTo>
                      <a:pt x="1411" y="2107"/>
                    </a:lnTo>
                    <a:lnTo>
                      <a:pt x="1517" y="2062"/>
                    </a:lnTo>
                    <a:lnTo>
                      <a:pt x="1608" y="1986"/>
                    </a:lnTo>
                    <a:lnTo>
                      <a:pt x="1699" y="1910"/>
                    </a:lnTo>
                    <a:lnTo>
                      <a:pt x="1775" y="1819"/>
                    </a:lnTo>
                    <a:lnTo>
                      <a:pt x="1850" y="1728"/>
                    </a:lnTo>
                    <a:lnTo>
                      <a:pt x="1911" y="1622"/>
                    </a:lnTo>
                    <a:lnTo>
                      <a:pt x="1972" y="1516"/>
                    </a:lnTo>
                    <a:lnTo>
                      <a:pt x="2017" y="1395"/>
                    </a:lnTo>
                    <a:lnTo>
                      <a:pt x="2048" y="1274"/>
                    </a:lnTo>
                    <a:lnTo>
                      <a:pt x="2078" y="1137"/>
                    </a:lnTo>
                    <a:lnTo>
                      <a:pt x="2093" y="1016"/>
                    </a:lnTo>
                    <a:lnTo>
                      <a:pt x="2108" y="864"/>
                    </a:lnTo>
                    <a:lnTo>
                      <a:pt x="2093" y="743"/>
                    </a:lnTo>
                    <a:lnTo>
                      <a:pt x="2078" y="622"/>
                    </a:lnTo>
                    <a:lnTo>
                      <a:pt x="2032" y="394"/>
                    </a:lnTo>
                    <a:lnTo>
                      <a:pt x="1941" y="182"/>
                    </a:lnTo>
                    <a:lnTo>
                      <a:pt x="18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7"/>
              <p:cNvSpPr/>
              <p:nvPr/>
            </p:nvSpPr>
            <p:spPr>
              <a:xfrm>
                <a:off x="6282956" y="4978834"/>
                <a:ext cx="71021" cy="74556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214" fill="none" extrusionOk="0">
                    <a:moveTo>
                      <a:pt x="1835" y="0"/>
                    </a:moveTo>
                    <a:lnTo>
                      <a:pt x="1835" y="0"/>
                    </a:lnTo>
                    <a:lnTo>
                      <a:pt x="1638" y="258"/>
                    </a:lnTo>
                    <a:lnTo>
                      <a:pt x="1426" y="485"/>
                    </a:lnTo>
                    <a:lnTo>
                      <a:pt x="1214" y="697"/>
                    </a:lnTo>
                    <a:lnTo>
                      <a:pt x="986" y="895"/>
                    </a:lnTo>
                    <a:lnTo>
                      <a:pt x="759" y="1077"/>
                    </a:lnTo>
                    <a:lnTo>
                      <a:pt x="516" y="1243"/>
                    </a:lnTo>
                    <a:lnTo>
                      <a:pt x="259" y="1395"/>
                    </a:lnTo>
                    <a:lnTo>
                      <a:pt x="1" y="1531"/>
                    </a:lnTo>
                    <a:lnTo>
                      <a:pt x="1" y="1531"/>
                    </a:lnTo>
                    <a:lnTo>
                      <a:pt x="92" y="1683"/>
                    </a:lnTo>
                    <a:lnTo>
                      <a:pt x="183" y="1804"/>
                    </a:lnTo>
                    <a:lnTo>
                      <a:pt x="289" y="1925"/>
                    </a:lnTo>
                    <a:lnTo>
                      <a:pt x="410" y="2032"/>
                    </a:lnTo>
                    <a:lnTo>
                      <a:pt x="531" y="2107"/>
                    </a:lnTo>
                    <a:lnTo>
                      <a:pt x="683" y="2168"/>
                    </a:lnTo>
                    <a:lnTo>
                      <a:pt x="835" y="2198"/>
                    </a:lnTo>
                    <a:lnTo>
                      <a:pt x="986" y="2214"/>
                    </a:lnTo>
                    <a:lnTo>
                      <a:pt x="986" y="2214"/>
                    </a:lnTo>
                    <a:lnTo>
                      <a:pt x="1092" y="2214"/>
                    </a:lnTo>
                    <a:lnTo>
                      <a:pt x="1214" y="2198"/>
                    </a:lnTo>
                    <a:lnTo>
                      <a:pt x="1320" y="2153"/>
                    </a:lnTo>
                    <a:lnTo>
                      <a:pt x="1411" y="2107"/>
                    </a:lnTo>
                    <a:lnTo>
                      <a:pt x="1517" y="2062"/>
                    </a:lnTo>
                    <a:lnTo>
                      <a:pt x="1608" y="1986"/>
                    </a:lnTo>
                    <a:lnTo>
                      <a:pt x="1699" y="1910"/>
                    </a:lnTo>
                    <a:lnTo>
                      <a:pt x="1775" y="1819"/>
                    </a:lnTo>
                    <a:lnTo>
                      <a:pt x="1850" y="1728"/>
                    </a:lnTo>
                    <a:lnTo>
                      <a:pt x="1911" y="1622"/>
                    </a:lnTo>
                    <a:lnTo>
                      <a:pt x="1972" y="1516"/>
                    </a:lnTo>
                    <a:lnTo>
                      <a:pt x="2017" y="1395"/>
                    </a:lnTo>
                    <a:lnTo>
                      <a:pt x="2048" y="1274"/>
                    </a:lnTo>
                    <a:lnTo>
                      <a:pt x="2078" y="1137"/>
                    </a:lnTo>
                    <a:lnTo>
                      <a:pt x="2093" y="1016"/>
                    </a:lnTo>
                    <a:lnTo>
                      <a:pt x="2108" y="864"/>
                    </a:lnTo>
                    <a:lnTo>
                      <a:pt x="2108" y="864"/>
                    </a:lnTo>
                    <a:lnTo>
                      <a:pt x="2093" y="743"/>
                    </a:lnTo>
                    <a:lnTo>
                      <a:pt x="2078" y="622"/>
                    </a:lnTo>
                    <a:lnTo>
                      <a:pt x="2032" y="394"/>
                    </a:lnTo>
                    <a:lnTo>
                      <a:pt x="1941" y="182"/>
                    </a:lnTo>
                    <a:lnTo>
                      <a:pt x="183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7"/>
              <p:cNvSpPr/>
              <p:nvPr/>
            </p:nvSpPr>
            <p:spPr>
              <a:xfrm>
                <a:off x="6532630" y="4845072"/>
                <a:ext cx="47010" cy="87824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2608" extrusionOk="0">
                    <a:moveTo>
                      <a:pt x="273" y="0"/>
                    </a:moveTo>
                    <a:lnTo>
                      <a:pt x="137" y="15"/>
                    </a:lnTo>
                    <a:lnTo>
                      <a:pt x="0" y="45"/>
                    </a:lnTo>
                    <a:lnTo>
                      <a:pt x="61" y="409"/>
                    </a:lnTo>
                    <a:lnTo>
                      <a:pt x="122" y="758"/>
                    </a:lnTo>
                    <a:lnTo>
                      <a:pt x="197" y="1107"/>
                    </a:lnTo>
                    <a:lnTo>
                      <a:pt x="273" y="1425"/>
                    </a:lnTo>
                    <a:lnTo>
                      <a:pt x="364" y="1743"/>
                    </a:lnTo>
                    <a:lnTo>
                      <a:pt x="455" y="2047"/>
                    </a:lnTo>
                    <a:lnTo>
                      <a:pt x="561" y="2335"/>
                    </a:lnTo>
                    <a:lnTo>
                      <a:pt x="667" y="2608"/>
                    </a:lnTo>
                    <a:lnTo>
                      <a:pt x="819" y="2532"/>
                    </a:lnTo>
                    <a:lnTo>
                      <a:pt x="955" y="2411"/>
                    </a:lnTo>
                    <a:lnTo>
                      <a:pt x="1077" y="2274"/>
                    </a:lnTo>
                    <a:lnTo>
                      <a:pt x="1183" y="2123"/>
                    </a:lnTo>
                    <a:lnTo>
                      <a:pt x="1274" y="1956"/>
                    </a:lnTo>
                    <a:lnTo>
                      <a:pt x="1334" y="1759"/>
                    </a:lnTo>
                    <a:lnTo>
                      <a:pt x="1380" y="1562"/>
                    </a:lnTo>
                    <a:lnTo>
                      <a:pt x="1395" y="1349"/>
                    </a:lnTo>
                    <a:lnTo>
                      <a:pt x="1380" y="1213"/>
                    </a:lnTo>
                    <a:lnTo>
                      <a:pt x="1365" y="1076"/>
                    </a:lnTo>
                    <a:lnTo>
                      <a:pt x="1334" y="955"/>
                    </a:lnTo>
                    <a:lnTo>
                      <a:pt x="1304" y="834"/>
                    </a:lnTo>
                    <a:lnTo>
                      <a:pt x="1259" y="713"/>
                    </a:lnTo>
                    <a:lnTo>
                      <a:pt x="1198" y="591"/>
                    </a:lnTo>
                    <a:lnTo>
                      <a:pt x="1137" y="500"/>
                    </a:lnTo>
                    <a:lnTo>
                      <a:pt x="1062" y="394"/>
                    </a:lnTo>
                    <a:lnTo>
                      <a:pt x="986" y="318"/>
                    </a:lnTo>
                    <a:lnTo>
                      <a:pt x="895" y="227"/>
                    </a:lnTo>
                    <a:lnTo>
                      <a:pt x="804" y="167"/>
                    </a:lnTo>
                    <a:lnTo>
                      <a:pt x="713" y="106"/>
                    </a:lnTo>
                    <a:lnTo>
                      <a:pt x="607" y="61"/>
                    </a:lnTo>
                    <a:lnTo>
                      <a:pt x="501" y="30"/>
                    </a:lnTo>
                    <a:lnTo>
                      <a:pt x="379" y="15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7"/>
              <p:cNvSpPr/>
              <p:nvPr/>
            </p:nvSpPr>
            <p:spPr>
              <a:xfrm>
                <a:off x="6532630" y="4845072"/>
                <a:ext cx="47010" cy="87824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2608" fill="none" extrusionOk="0">
                    <a:moveTo>
                      <a:pt x="273" y="0"/>
                    </a:moveTo>
                    <a:lnTo>
                      <a:pt x="273" y="0"/>
                    </a:lnTo>
                    <a:lnTo>
                      <a:pt x="137" y="15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61" y="409"/>
                    </a:lnTo>
                    <a:lnTo>
                      <a:pt x="122" y="758"/>
                    </a:lnTo>
                    <a:lnTo>
                      <a:pt x="197" y="1107"/>
                    </a:lnTo>
                    <a:lnTo>
                      <a:pt x="273" y="1425"/>
                    </a:lnTo>
                    <a:lnTo>
                      <a:pt x="364" y="1743"/>
                    </a:lnTo>
                    <a:lnTo>
                      <a:pt x="455" y="2047"/>
                    </a:lnTo>
                    <a:lnTo>
                      <a:pt x="561" y="2335"/>
                    </a:lnTo>
                    <a:lnTo>
                      <a:pt x="667" y="2608"/>
                    </a:lnTo>
                    <a:lnTo>
                      <a:pt x="667" y="2608"/>
                    </a:lnTo>
                    <a:lnTo>
                      <a:pt x="819" y="2532"/>
                    </a:lnTo>
                    <a:lnTo>
                      <a:pt x="955" y="2411"/>
                    </a:lnTo>
                    <a:lnTo>
                      <a:pt x="1077" y="2274"/>
                    </a:lnTo>
                    <a:lnTo>
                      <a:pt x="1183" y="2123"/>
                    </a:lnTo>
                    <a:lnTo>
                      <a:pt x="1274" y="1956"/>
                    </a:lnTo>
                    <a:lnTo>
                      <a:pt x="1334" y="1759"/>
                    </a:lnTo>
                    <a:lnTo>
                      <a:pt x="1380" y="1562"/>
                    </a:lnTo>
                    <a:lnTo>
                      <a:pt x="1395" y="1349"/>
                    </a:lnTo>
                    <a:lnTo>
                      <a:pt x="1395" y="1349"/>
                    </a:lnTo>
                    <a:lnTo>
                      <a:pt x="1380" y="1213"/>
                    </a:lnTo>
                    <a:lnTo>
                      <a:pt x="1365" y="1076"/>
                    </a:lnTo>
                    <a:lnTo>
                      <a:pt x="1334" y="955"/>
                    </a:lnTo>
                    <a:lnTo>
                      <a:pt x="1304" y="834"/>
                    </a:lnTo>
                    <a:lnTo>
                      <a:pt x="1259" y="713"/>
                    </a:lnTo>
                    <a:lnTo>
                      <a:pt x="1198" y="591"/>
                    </a:lnTo>
                    <a:lnTo>
                      <a:pt x="1137" y="500"/>
                    </a:lnTo>
                    <a:lnTo>
                      <a:pt x="1062" y="394"/>
                    </a:lnTo>
                    <a:lnTo>
                      <a:pt x="986" y="318"/>
                    </a:lnTo>
                    <a:lnTo>
                      <a:pt x="895" y="227"/>
                    </a:lnTo>
                    <a:lnTo>
                      <a:pt x="804" y="167"/>
                    </a:lnTo>
                    <a:lnTo>
                      <a:pt x="713" y="106"/>
                    </a:lnTo>
                    <a:lnTo>
                      <a:pt x="607" y="61"/>
                    </a:lnTo>
                    <a:lnTo>
                      <a:pt x="501" y="30"/>
                    </a:lnTo>
                    <a:lnTo>
                      <a:pt x="379" y="15"/>
                    </a:lnTo>
                    <a:lnTo>
                      <a:pt x="273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7"/>
              <p:cNvSpPr/>
              <p:nvPr/>
            </p:nvSpPr>
            <p:spPr>
              <a:xfrm>
                <a:off x="6504039" y="4846588"/>
                <a:ext cx="51085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54" extrusionOk="0">
                    <a:moveTo>
                      <a:pt x="849" y="0"/>
                    </a:moveTo>
                    <a:lnTo>
                      <a:pt x="758" y="31"/>
                    </a:lnTo>
                    <a:lnTo>
                      <a:pt x="667" y="76"/>
                    </a:lnTo>
                    <a:lnTo>
                      <a:pt x="516" y="182"/>
                    </a:lnTo>
                    <a:lnTo>
                      <a:pt x="364" y="304"/>
                    </a:lnTo>
                    <a:lnTo>
                      <a:pt x="243" y="470"/>
                    </a:lnTo>
                    <a:lnTo>
                      <a:pt x="137" y="652"/>
                    </a:lnTo>
                    <a:lnTo>
                      <a:pt x="61" y="849"/>
                    </a:lnTo>
                    <a:lnTo>
                      <a:pt x="16" y="1077"/>
                    </a:lnTo>
                    <a:lnTo>
                      <a:pt x="0" y="1304"/>
                    </a:lnTo>
                    <a:lnTo>
                      <a:pt x="0" y="1441"/>
                    </a:lnTo>
                    <a:lnTo>
                      <a:pt x="16" y="1577"/>
                    </a:lnTo>
                    <a:lnTo>
                      <a:pt x="46" y="1714"/>
                    </a:lnTo>
                    <a:lnTo>
                      <a:pt x="91" y="1835"/>
                    </a:lnTo>
                    <a:lnTo>
                      <a:pt x="137" y="1956"/>
                    </a:lnTo>
                    <a:lnTo>
                      <a:pt x="197" y="2062"/>
                    </a:lnTo>
                    <a:lnTo>
                      <a:pt x="258" y="2168"/>
                    </a:lnTo>
                    <a:lnTo>
                      <a:pt x="334" y="2259"/>
                    </a:lnTo>
                    <a:lnTo>
                      <a:pt x="410" y="2350"/>
                    </a:lnTo>
                    <a:lnTo>
                      <a:pt x="485" y="2426"/>
                    </a:lnTo>
                    <a:lnTo>
                      <a:pt x="592" y="2487"/>
                    </a:lnTo>
                    <a:lnTo>
                      <a:pt x="683" y="2547"/>
                    </a:lnTo>
                    <a:lnTo>
                      <a:pt x="789" y="2593"/>
                    </a:lnTo>
                    <a:lnTo>
                      <a:pt x="895" y="2623"/>
                    </a:lnTo>
                    <a:lnTo>
                      <a:pt x="1001" y="2654"/>
                    </a:lnTo>
                    <a:lnTo>
                      <a:pt x="1228" y="2654"/>
                    </a:lnTo>
                    <a:lnTo>
                      <a:pt x="1319" y="2638"/>
                    </a:lnTo>
                    <a:lnTo>
                      <a:pt x="1425" y="2608"/>
                    </a:lnTo>
                    <a:lnTo>
                      <a:pt x="1516" y="2563"/>
                    </a:lnTo>
                    <a:lnTo>
                      <a:pt x="1410" y="2290"/>
                    </a:lnTo>
                    <a:lnTo>
                      <a:pt x="1304" y="2002"/>
                    </a:lnTo>
                    <a:lnTo>
                      <a:pt x="1213" y="1698"/>
                    </a:lnTo>
                    <a:lnTo>
                      <a:pt x="1122" y="1380"/>
                    </a:lnTo>
                    <a:lnTo>
                      <a:pt x="1046" y="1062"/>
                    </a:lnTo>
                    <a:lnTo>
                      <a:pt x="971" y="713"/>
                    </a:lnTo>
                    <a:lnTo>
                      <a:pt x="910" y="364"/>
                    </a:lnTo>
                    <a:lnTo>
                      <a:pt x="84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7"/>
              <p:cNvSpPr/>
              <p:nvPr/>
            </p:nvSpPr>
            <p:spPr>
              <a:xfrm>
                <a:off x="6504039" y="4846588"/>
                <a:ext cx="51085" cy="89373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654" fill="none" extrusionOk="0">
                    <a:moveTo>
                      <a:pt x="849" y="0"/>
                    </a:moveTo>
                    <a:lnTo>
                      <a:pt x="849" y="0"/>
                    </a:lnTo>
                    <a:lnTo>
                      <a:pt x="758" y="31"/>
                    </a:lnTo>
                    <a:lnTo>
                      <a:pt x="667" y="76"/>
                    </a:lnTo>
                    <a:lnTo>
                      <a:pt x="516" y="182"/>
                    </a:lnTo>
                    <a:lnTo>
                      <a:pt x="364" y="304"/>
                    </a:lnTo>
                    <a:lnTo>
                      <a:pt x="243" y="470"/>
                    </a:lnTo>
                    <a:lnTo>
                      <a:pt x="137" y="652"/>
                    </a:lnTo>
                    <a:lnTo>
                      <a:pt x="61" y="849"/>
                    </a:lnTo>
                    <a:lnTo>
                      <a:pt x="16" y="1077"/>
                    </a:lnTo>
                    <a:lnTo>
                      <a:pt x="0" y="1304"/>
                    </a:lnTo>
                    <a:lnTo>
                      <a:pt x="0" y="1304"/>
                    </a:lnTo>
                    <a:lnTo>
                      <a:pt x="0" y="1441"/>
                    </a:lnTo>
                    <a:lnTo>
                      <a:pt x="16" y="1577"/>
                    </a:lnTo>
                    <a:lnTo>
                      <a:pt x="46" y="1714"/>
                    </a:lnTo>
                    <a:lnTo>
                      <a:pt x="91" y="1835"/>
                    </a:lnTo>
                    <a:lnTo>
                      <a:pt x="137" y="1956"/>
                    </a:lnTo>
                    <a:lnTo>
                      <a:pt x="197" y="2062"/>
                    </a:lnTo>
                    <a:lnTo>
                      <a:pt x="258" y="2168"/>
                    </a:lnTo>
                    <a:lnTo>
                      <a:pt x="334" y="2259"/>
                    </a:lnTo>
                    <a:lnTo>
                      <a:pt x="410" y="2350"/>
                    </a:lnTo>
                    <a:lnTo>
                      <a:pt x="485" y="2426"/>
                    </a:lnTo>
                    <a:lnTo>
                      <a:pt x="592" y="2487"/>
                    </a:lnTo>
                    <a:lnTo>
                      <a:pt x="683" y="2547"/>
                    </a:lnTo>
                    <a:lnTo>
                      <a:pt x="789" y="2593"/>
                    </a:lnTo>
                    <a:lnTo>
                      <a:pt x="895" y="2623"/>
                    </a:lnTo>
                    <a:lnTo>
                      <a:pt x="1001" y="2654"/>
                    </a:lnTo>
                    <a:lnTo>
                      <a:pt x="1122" y="2654"/>
                    </a:lnTo>
                    <a:lnTo>
                      <a:pt x="1122" y="2654"/>
                    </a:lnTo>
                    <a:lnTo>
                      <a:pt x="1228" y="2654"/>
                    </a:lnTo>
                    <a:lnTo>
                      <a:pt x="1319" y="2638"/>
                    </a:lnTo>
                    <a:lnTo>
                      <a:pt x="1425" y="2608"/>
                    </a:lnTo>
                    <a:lnTo>
                      <a:pt x="1516" y="2563"/>
                    </a:lnTo>
                    <a:lnTo>
                      <a:pt x="1516" y="2563"/>
                    </a:lnTo>
                    <a:lnTo>
                      <a:pt x="1410" y="2290"/>
                    </a:lnTo>
                    <a:lnTo>
                      <a:pt x="1304" y="2002"/>
                    </a:lnTo>
                    <a:lnTo>
                      <a:pt x="1213" y="1698"/>
                    </a:lnTo>
                    <a:lnTo>
                      <a:pt x="1122" y="1380"/>
                    </a:lnTo>
                    <a:lnTo>
                      <a:pt x="1046" y="1062"/>
                    </a:lnTo>
                    <a:lnTo>
                      <a:pt x="971" y="713"/>
                    </a:lnTo>
                    <a:lnTo>
                      <a:pt x="910" y="364"/>
                    </a:lnTo>
                    <a:lnTo>
                      <a:pt x="84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7"/>
              <p:cNvSpPr/>
              <p:nvPr/>
            </p:nvSpPr>
            <p:spPr>
              <a:xfrm>
                <a:off x="6374858" y="4738353"/>
                <a:ext cx="25054" cy="82739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457" extrusionOk="0">
                    <a:moveTo>
                      <a:pt x="744" y="0"/>
                    </a:moveTo>
                    <a:lnTo>
                      <a:pt x="592" y="76"/>
                    </a:lnTo>
                    <a:lnTo>
                      <a:pt x="440" y="182"/>
                    </a:lnTo>
                    <a:lnTo>
                      <a:pt x="319" y="319"/>
                    </a:lnTo>
                    <a:lnTo>
                      <a:pt x="213" y="486"/>
                    </a:lnTo>
                    <a:lnTo>
                      <a:pt x="122" y="652"/>
                    </a:lnTo>
                    <a:lnTo>
                      <a:pt x="46" y="849"/>
                    </a:lnTo>
                    <a:lnTo>
                      <a:pt x="1" y="1047"/>
                    </a:lnTo>
                    <a:lnTo>
                      <a:pt x="1" y="1274"/>
                    </a:lnTo>
                    <a:lnTo>
                      <a:pt x="1" y="1456"/>
                    </a:lnTo>
                    <a:lnTo>
                      <a:pt x="31" y="1638"/>
                    </a:lnTo>
                    <a:lnTo>
                      <a:pt x="92" y="1820"/>
                    </a:lnTo>
                    <a:lnTo>
                      <a:pt x="152" y="1971"/>
                    </a:lnTo>
                    <a:lnTo>
                      <a:pt x="243" y="2123"/>
                    </a:lnTo>
                    <a:lnTo>
                      <a:pt x="349" y="2259"/>
                    </a:lnTo>
                    <a:lnTo>
                      <a:pt x="471" y="2366"/>
                    </a:lnTo>
                    <a:lnTo>
                      <a:pt x="592" y="2456"/>
                    </a:lnTo>
                    <a:lnTo>
                      <a:pt x="637" y="197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7"/>
              <p:cNvSpPr/>
              <p:nvPr/>
            </p:nvSpPr>
            <p:spPr>
              <a:xfrm>
                <a:off x="6374858" y="4738353"/>
                <a:ext cx="25054" cy="82739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457" fill="none" extrusionOk="0">
                    <a:moveTo>
                      <a:pt x="744" y="0"/>
                    </a:moveTo>
                    <a:lnTo>
                      <a:pt x="744" y="0"/>
                    </a:lnTo>
                    <a:lnTo>
                      <a:pt x="592" y="76"/>
                    </a:lnTo>
                    <a:lnTo>
                      <a:pt x="440" y="182"/>
                    </a:lnTo>
                    <a:lnTo>
                      <a:pt x="319" y="319"/>
                    </a:lnTo>
                    <a:lnTo>
                      <a:pt x="213" y="486"/>
                    </a:lnTo>
                    <a:lnTo>
                      <a:pt x="122" y="652"/>
                    </a:lnTo>
                    <a:lnTo>
                      <a:pt x="46" y="849"/>
                    </a:lnTo>
                    <a:lnTo>
                      <a:pt x="1" y="1047"/>
                    </a:lnTo>
                    <a:lnTo>
                      <a:pt x="1" y="1274"/>
                    </a:lnTo>
                    <a:lnTo>
                      <a:pt x="1" y="1274"/>
                    </a:lnTo>
                    <a:lnTo>
                      <a:pt x="1" y="1456"/>
                    </a:lnTo>
                    <a:lnTo>
                      <a:pt x="31" y="1638"/>
                    </a:lnTo>
                    <a:lnTo>
                      <a:pt x="92" y="1820"/>
                    </a:lnTo>
                    <a:lnTo>
                      <a:pt x="152" y="1971"/>
                    </a:lnTo>
                    <a:lnTo>
                      <a:pt x="243" y="2123"/>
                    </a:lnTo>
                    <a:lnTo>
                      <a:pt x="349" y="2259"/>
                    </a:lnTo>
                    <a:lnTo>
                      <a:pt x="471" y="2366"/>
                    </a:lnTo>
                    <a:lnTo>
                      <a:pt x="592" y="2456"/>
                    </a:lnTo>
                    <a:lnTo>
                      <a:pt x="592" y="2456"/>
                    </a:lnTo>
                    <a:lnTo>
                      <a:pt x="637" y="1971"/>
                    </a:lnTo>
                    <a:lnTo>
                      <a:pt x="637" y="1971"/>
                    </a:lnTo>
                    <a:lnTo>
                      <a:pt x="74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7"/>
              <p:cNvSpPr/>
              <p:nvPr/>
            </p:nvSpPr>
            <p:spPr>
              <a:xfrm>
                <a:off x="6394760" y="4735793"/>
                <a:ext cx="55193" cy="90922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2700" extrusionOk="0">
                    <a:moveTo>
                      <a:pt x="425" y="1"/>
                    </a:moveTo>
                    <a:lnTo>
                      <a:pt x="335" y="16"/>
                    </a:lnTo>
                    <a:lnTo>
                      <a:pt x="153" y="76"/>
                    </a:lnTo>
                    <a:lnTo>
                      <a:pt x="46" y="2047"/>
                    </a:lnTo>
                    <a:lnTo>
                      <a:pt x="1" y="2532"/>
                    </a:lnTo>
                    <a:lnTo>
                      <a:pt x="122" y="2608"/>
                    </a:lnTo>
                    <a:lnTo>
                      <a:pt x="244" y="2654"/>
                    </a:lnTo>
                    <a:lnTo>
                      <a:pt x="380" y="2684"/>
                    </a:lnTo>
                    <a:lnTo>
                      <a:pt x="516" y="2699"/>
                    </a:lnTo>
                    <a:lnTo>
                      <a:pt x="638" y="2684"/>
                    </a:lnTo>
                    <a:lnTo>
                      <a:pt x="744" y="2669"/>
                    </a:lnTo>
                    <a:lnTo>
                      <a:pt x="850" y="2639"/>
                    </a:lnTo>
                    <a:lnTo>
                      <a:pt x="956" y="2593"/>
                    </a:lnTo>
                    <a:lnTo>
                      <a:pt x="1062" y="2532"/>
                    </a:lnTo>
                    <a:lnTo>
                      <a:pt x="1153" y="2457"/>
                    </a:lnTo>
                    <a:lnTo>
                      <a:pt x="1229" y="2381"/>
                    </a:lnTo>
                    <a:lnTo>
                      <a:pt x="1320" y="2305"/>
                    </a:lnTo>
                    <a:lnTo>
                      <a:pt x="1381" y="2199"/>
                    </a:lnTo>
                    <a:lnTo>
                      <a:pt x="1456" y="2093"/>
                    </a:lnTo>
                    <a:lnTo>
                      <a:pt x="1502" y="1987"/>
                    </a:lnTo>
                    <a:lnTo>
                      <a:pt x="1547" y="1865"/>
                    </a:lnTo>
                    <a:lnTo>
                      <a:pt x="1593" y="1744"/>
                    </a:lnTo>
                    <a:lnTo>
                      <a:pt x="1623" y="1623"/>
                    </a:lnTo>
                    <a:lnTo>
                      <a:pt x="1638" y="1486"/>
                    </a:lnTo>
                    <a:lnTo>
                      <a:pt x="1638" y="1350"/>
                    </a:lnTo>
                    <a:lnTo>
                      <a:pt x="1638" y="1213"/>
                    </a:lnTo>
                    <a:lnTo>
                      <a:pt x="1623" y="1077"/>
                    </a:lnTo>
                    <a:lnTo>
                      <a:pt x="1593" y="941"/>
                    </a:lnTo>
                    <a:lnTo>
                      <a:pt x="1547" y="819"/>
                    </a:lnTo>
                    <a:lnTo>
                      <a:pt x="1502" y="698"/>
                    </a:lnTo>
                    <a:lnTo>
                      <a:pt x="1456" y="592"/>
                    </a:lnTo>
                    <a:lnTo>
                      <a:pt x="1381" y="486"/>
                    </a:lnTo>
                    <a:lnTo>
                      <a:pt x="1320" y="395"/>
                    </a:lnTo>
                    <a:lnTo>
                      <a:pt x="1229" y="304"/>
                    </a:lnTo>
                    <a:lnTo>
                      <a:pt x="1153" y="228"/>
                    </a:lnTo>
                    <a:lnTo>
                      <a:pt x="1062" y="167"/>
                    </a:lnTo>
                    <a:lnTo>
                      <a:pt x="956" y="107"/>
                    </a:lnTo>
                    <a:lnTo>
                      <a:pt x="850" y="61"/>
                    </a:lnTo>
                    <a:lnTo>
                      <a:pt x="744" y="31"/>
                    </a:lnTo>
                    <a:lnTo>
                      <a:pt x="6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7"/>
              <p:cNvSpPr/>
              <p:nvPr/>
            </p:nvSpPr>
            <p:spPr>
              <a:xfrm>
                <a:off x="6394760" y="4735793"/>
                <a:ext cx="55193" cy="90922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2700" fill="none" extrusionOk="0">
                    <a:moveTo>
                      <a:pt x="516" y="1"/>
                    </a:moveTo>
                    <a:lnTo>
                      <a:pt x="516" y="1"/>
                    </a:lnTo>
                    <a:lnTo>
                      <a:pt x="425" y="1"/>
                    </a:lnTo>
                    <a:lnTo>
                      <a:pt x="335" y="16"/>
                    </a:lnTo>
                    <a:lnTo>
                      <a:pt x="153" y="76"/>
                    </a:lnTo>
                    <a:lnTo>
                      <a:pt x="153" y="76"/>
                    </a:lnTo>
                    <a:lnTo>
                      <a:pt x="46" y="2047"/>
                    </a:lnTo>
                    <a:lnTo>
                      <a:pt x="46" y="2047"/>
                    </a:lnTo>
                    <a:lnTo>
                      <a:pt x="1" y="2532"/>
                    </a:lnTo>
                    <a:lnTo>
                      <a:pt x="1" y="2532"/>
                    </a:lnTo>
                    <a:lnTo>
                      <a:pt x="122" y="2608"/>
                    </a:lnTo>
                    <a:lnTo>
                      <a:pt x="244" y="2654"/>
                    </a:lnTo>
                    <a:lnTo>
                      <a:pt x="380" y="2684"/>
                    </a:lnTo>
                    <a:lnTo>
                      <a:pt x="516" y="2699"/>
                    </a:lnTo>
                    <a:lnTo>
                      <a:pt x="516" y="2699"/>
                    </a:lnTo>
                    <a:lnTo>
                      <a:pt x="638" y="2684"/>
                    </a:lnTo>
                    <a:lnTo>
                      <a:pt x="744" y="2669"/>
                    </a:lnTo>
                    <a:lnTo>
                      <a:pt x="850" y="2639"/>
                    </a:lnTo>
                    <a:lnTo>
                      <a:pt x="956" y="2593"/>
                    </a:lnTo>
                    <a:lnTo>
                      <a:pt x="1062" y="2532"/>
                    </a:lnTo>
                    <a:lnTo>
                      <a:pt x="1153" y="2457"/>
                    </a:lnTo>
                    <a:lnTo>
                      <a:pt x="1229" y="2381"/>
                    </a:lnTo>
                    <a:lnTo>
                      <a:pt x="1320" y="2305"/>
                    </a:lnTo>
                    <a:lnTo>
                      <a:pt x="1381" y="2199"/>
                    </a:lnTo>
                    <a:lnTo>
                      <a:pt x="1456" y="2093"/>
                    </a:lnTo>
                    <a:lnTo>
                      <a:pt x="1502" y="1987"/>
                    </a:lnTo>
                    <a:lnTo>
                      <a:pt x="1547" y="1865"/>
                    </a:lnTo>
                    <a:lnTo>
                      <a:pt x="1593" y="1744"/>
                    </a:lnTo>
                    <a:lnTo>
                      <a:pt x="1623" y="1623"/>
                    </a:lnTo>
                    <a:lnTo>
                      <a:pt x="1638" y="1486"/>
                    </a:lnTo>
                    <a:lnTo>
                      <a:pt x="1638" y="1350"/>
                    </a:lnTo>
                    <a:lnTo>
                      <a:pt x="1638" y="1350"/>
                    </a:lnTo>
                    <a:lnTo>
                      <a:pt x="1638" y="1213"/>
                    </a:lnTo>
                    <a:lnTo>
                      <a:pt x="1623" y="1077"/>
                    </a:lnTo>
                    <a:lnTo>
                      <a:pt x="1593" y="941"/>
                    </a:lnTo>
                    <a:lnTo>
                      <a:pt x="1547" y="819"/>
                    </a:lnTo>
                    <a:lnTo>
                      <a:pt x="1502" y="698"/>
                    </a:lnTo>
                    <a:lnTo>
                      <a:pt x="1456" y="592"/>
                    </a:lnTo>
                    <a:lnTo>
                      <a:pt x="1381" y="486"/>
                    </a:lnTo>
                    <a:lnTo>
                      <a:pt x="1320" y="395"/>
                    </a:lnTo>
                    <a:lnTo>
                      <a:pt x="1229" y="304"/>
                    </a:lnTo>
                    <a:lnTo>
                      <a:pt x="1153" y="228"/>
                    </a:lnTo>
                    <a:lnTo>
                      <a:pt x="1062" y="167"/>
                    </a:lnTo>
                    <a:lnTo>
                      <a:pt x="956" y="107"/>
                    </a:lnTo>
                    <a:lnTo>
                      <a:pt x="850" y="61"/>
                    </a:lnTo>
                    <a:lnTo>
                      <a:pt x="744" y="31"/>
                    </a:lnTo>
                    <a:lnTo>
                      <a:pt x="638" y="1"/>
                    </a:lnTo>
                    <a:lnTo>
                      <a:pt x="516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7"/>
              <p:cNvSpPr/>
              <p:nvPr/>
            </p:nvSpPr>
            <p:spPr>
              <a:xfrm>
                <a:off x="6577049" y="4963006"/>
                <a:ext cx="63343" cy="66912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987" extrusionOk="0">
                    <a:moveTo>
                      <a:pt x="652" y="0"/>
                    </a:moveTo>
                    <a:lnTo>
                      <a:pt x="546" y="15"/>
                    </a:lnTo>
                    <a:lnTo>
                      <a:pt x="440" y="46"/>
                    </a:lnTo>
                    <a:lnTo>
                      <a:pt x="349" y="91"/>
                    </a:lnTo>
                    <a:lnTo>
                      <a:pt x="243" y="137"/>
                    </a:lnTo>
                    <a:lnTo>
                      <a:pt x="167" y="197"/>
                    </a:lnTo>
                    <a:lnTo>
                      <a:pt x="76" y="273"/>
                    </a:lnTo>
                    <a:lnTo>
                      <a:pt x="0" y="349"/>
                    </a:lnTo>
                    <a:lnTo>
                      <a:pt x="182" y="607"/>
                    </a:lnTo>
                    <a:lnTo>
                      <a:pt x="379" y="849"/>
                    </a:lnTo>
                    <a:lnTo>
                      <a:pt x="592" y="1077"/>
                    </a:lnTo>
                    <a:lnTo>
                      <a:pt x="804" y="1289"/>
                    </a:lnTo>
                    <a:lnTo>
                      <a:pt x="1016" y="1486"/>
                    </a:lnTo>
                    <a:lnTo>
                      <a:pt x="1259" y="1668"/>
                    </a:lnTo>
                    <a:lnTo>
                      <a:pt x="1486" y="1835"/>
                    </a:lnTo>
                    <a:lnTo>
                      <a:pt x="1744" y="1986"/>
                    </a:lnTo>
                    <a:lnTo>
                      <a:pt x="1789" y="1835"/>
                    </a:lnTo>
                    <a:lnTo>
                      <a:pt x="1835" y="1683"/>
                    </a:lnTo>
                    <a:lnTo>
                      <a:pt x="1865" y="1516"/>
                    </a:lnTo>
                    <a:lnTo>
                      <a:pt x="1880" y="1334"/>
                    </a:lnTo>
                    <a:lnTo>
                      <a:pt x="1865" y="1198"/>
                    </a:lnTo>
                    <a:lnTo>
                      <a:pt x="1850" y="1077"/>
                    </a:lnTo>
                    <a:lnTo>
                      <a:pt x="1820" y="940"/>
                    </a:lnTo>
                    <a:lnTo>
                      <a:pt x="1789" y="819"/>
                    </a:lnTo>
                    <a:lnTo>
                      <a:pt x="1744" y="698"/>
                    </a:lnTo>
                    <a:lnTo>
                      <a:pt x="1683" y="591"/>
                    </a:lnTo>
                    <a:lnTo>
                      <a:pt x="1622" y="485"/>
                    </a:lnTo>
                    <a:lnTo>
                      <a:pt x="1547" y="394"/>
                    </a:lnTo>
                    <a:lnTo>
                      <a:pt x="1471" y="303"/>
                    </a:lnTo>
                    <a:lnTo>
                      <a:pt x="1380" y="228"/>
                    </a:lnTo>
                    <a:lnTo>
                      <a:pt x="1289" y="152"/>
                    </a:lnTo>
                    <a:lnTo>
                      <a:pt x="1183" y="106"/>
                    </a:lnTo>
                    <a:lnTo>
                      <a:pt x="1092" y="61"/>
                    </a:lnTo>
                    <a:lnTo>
                      <a:pt x="986" y="15"/>
                    </a:lnTo>
                    <a:lnTo>
                      <a:pt x="86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7"/>
              <p:cNvSpPr/>
              <p:nvPr/>
            </p:nvSpPr>
            <p:spPr>
              <a:xfrm>
                <a:off x="6577049" y="4963006"/>
                <a:ext cx="63343" cy="66912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987" fill="none" extrusionOk="0">
                    <a:moveTo>
                      <a:pt x="758" y="0"/>
                    </a:moveTo>
                    <a:lnTo>
                      <a:pt x="758" y="0"/>
                    </a:lnTo>
                    <a:lnTo>
                      <a:pt x="652" y="0"/>
                    </a:lnTo>
                    <a:lnTo>
                      <a:pt x="546" y="15"/>
                    </a:lnTo>
                    <a:lnTo>
                      <a:pt x="440" y="46"/>
                    </a:lnTo>
                    <a:lnTo>
                      <a:pt x="349" y="91"/>
                    </a:lnTo>
                    <a:lnTo>
                      <a:pt x="243" y="137"/>
                    </a:lnTo>
                    <a:lnTo>
                      <a:pt x="167" y="197"/>
                    </a:lnTo>
                    <a:lnTo>
                      <a:pt x="76" y="273"/>
                    </a:lnTo>
                    <a:lnTo>
                      <a:pt x="0" y="349"/>
                    </a:lnTo>
                    <a:lnTo>
                      <a:pt x="0" y="349"/>
                    </a:lnTo>
                    <a:lnTo>
                      <a:pt x="182" y="607"/>
                    </a:lnTo>
                    <a:lnTo>
                      <a:pt x="379" y="849"/>
                    </a:lnTo>
                    <a:lnTo>
                      <a:pt x="592" y="1077"/>
                    </a:lnTo>
                    <a:lnTo>
                      <a:pt x="804" y="1289"/>
                    </a:lnTo>
                    <a:lnTo>
                      <a:pt x="1016" y="1486"/>
                    </a:lnTo>
                    <a:lnTo>
                      <a:pt x="1259" y="1668"/>
                    </a:lnTo>
                    <a:lnTo>
                      <a:pt x="1486" y="1835"/>
                    </a:lnTo>
                    <a:lnTo>
                      <a:pt x="1744" y="1986"/>
                    </a:lnTo>
                    <a:lnTo>
                      <a:pt x="1744" y="1986"/>
                    </a:lnTo>
                    <a:lnTo>
                      <a:pt x="1789" y="1835"/>
                    </a:lnTo>
                    <a:lnTo>
                      <a:pt x="1835" y="1683"/>
                    </a:lnTo>
                    <a:lnTo>
                      <a:pt x="1865" y="1516"/>
                    </a:lnTo>
                    <a:lnTo>
                      <a:pt x="1880" y="1334"/>
                    </a:lnTo>
                    <a:lnTo>
                      <a:pt x="1880" y="1334"/>
                    </a:lnTo>
                    <a:lnTo>
                      <a:pt x="1865" y="1198"/>
                    </a:lnTo>
                    <a:lnTo>
                      <a:pt x="1850" y="1077"/>
                    </a:lnTo>
                    <a:lnTo>
                      <a:pt x="1820" y="940"/>
                    </a:lnTo>
                    <a:lnTo>
                      <a:pt x="1789" y="819"/>
                    </a:lnTo>
                    <a:lnTo>
                      <a:pt x="1744" y="698"/>
                    </a:lnTo>
                    <a:lnTo>
                      <a:pt x="1683" y="591"/>
                    </a:lnTo>
                    <a:lnTo>
                      <a:pt x="1622" y="485"/>
                    </a:lnTo>
                    <a:lnTo>
                      <a:pt x="1547" y="394"/>
                    </a:lnTo>
                    <a:lnTo>
                      <a:pt x="1471" y="303"/>
                    </a:lnTo>
                    <a:lnTo>
                      <a:pt x="1380" y="228"/>
                    </a:lnTo>
                    <a:lnTo>
                      <a:pt x="1289" y="152"/>
                    </a:lnTo>
                    <a:lnTo>
                      <a:pt x="1183" y="106"/>
                    </a:lnTo>
                    <a:lnTo>
                      <a:pt x="1092" y="61"/>
                    </a:lnTo>
                    <a:lnTo>
                      <a:pt x="986" y="15"/>
                    </a:lnTo>
                    <a:lnTo>
                      <a:pt x="864" y="0"/>
                    </a:lnTo>
                    <a:lnTo>
                      <a:pt x="75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7"/>
              <p:cNvSpPr/>
              <p:nvPr/>
            </p:nvSpPr>
            <p:spPr>
              <a:xfrm>
                <a:off x="6564791" y="4974726"/>
                <a:ext cx="70987" cy="7866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336" extrusionOk="0">
                    <a:moveTo>
                      <a:pt x="364" y="1"/>
                    </a:moveTo>
                    <a:lnTo>
                      <a:pt x="289" y="92"/>
                    </a:lnTo>
                    <a:lnTo>
                      <a:pt x="213" y="198"/>
                    </a:lnTo>
                    <a:lnTo>
                      <a:pt x="152" y="319"/>
                    </a:lnTo>
                    <a:lnTo>
                      <a:pt x="91" y="440"/>
                    </a:lnTo>
                    <a:lnTo>
                      <a:pt x="61" y="577"/>
                    </a:lnTo>
                    <a:lnTo>
                      <a:pt x="16" y="698"/>
                    </a:lnTo>
                    <a:lnTo>
                      <a:pt x="0" y="850"/>
                    </a:lnTo>
                    <a:lnTo>
                      <a:pt x="0" y="986"/>
                    </a:lnTo>
                    <a:lnTo>
                      <a:pt x="0" y="1138"/>
                    </a:lnTo>
                    <a:lnTo>
                      <a:pt x="16" y="1259"/>
                    </a:lnTo>
                    <a:lnTo>
                      <a:pt x="46" y="1396"/>
                    </a:lnTo>
                    <a:lnTo>
                      <a:pt x="91" y="1517"/>
                    </a:lnTo>
                    <a:lnTo>
                      <a:pt x="137" y="1638"/>
                    </a:lnTo>
                    <a:lnTo>
                      <a:pt x="182" y="1744"/>
                    </a:lnTo>
                    <a:lnTo>
                      <a:pt x="258" y="1850"/>
                    </a:lnTo>
                    <a:lnTo>
                      <a:pt x="319" y="1941"/>
                    </a:lnTo>
                    <a:lnTo>
                      <a:pt x="410" y="2032"/>
                    </a:lnTo>
                    <a:lnTo>
                      <a:pt x="486" y="2108"/>
                    </a:lnTo>
                    <a:lnTo>
                      <a:pt x="577" y="2184"/>
                    </a:lnTo>
                    <a:lnTo>
                      <a:pt x="683" y="2229"/>
                    </a:lnTo>
                    <a:lnTo>
                      <a:pt x="789" y="2275"/>
                    </a:lnTo>
                    <a:lnTo>
                      <a:pt x="895" y="2320"/>
                    </a:lnTo>
                    <a:lnTo>
                      <a:pt x="1001" y="2336"/>
                    </a:lnTo>
                    <a:lnTo>
                      <a:pt x="1122" y="2336"/>
                    </a:lnTo>
                    <a:lnTo>
                      <a:pt x="1274" y="2320"/>
                    </a:lnTo>
                    <a:lnTo>
                      <a:pt x="1426" y="2290"/>
                    </a:lnTo>
                    <a:lnTo>
                      <a:pt x="1562" y="2229"/>
                    </a:lnTo>
                    <a:lnTo>
                      <a:pt x="1698" y="2138"/>
                    </a:lnTo>
                    <a:lnTo>
                      <a:pt x="1820" y="2047"/>
                    </a:lnTo>
                    <a:lnTo>
                      <a:pt x="1926" y="1926"/>
                    </a:lnTo>
                    <a:lnTo>
                      <a:pt x="2017" y="1790"/>
                    </a:lnTo>
                    <a:lnTo>
                      <a:pt x="2108" y="1638"/>
                    </a:lnTo>
                    <a:lnTo>
                      <a:pt x="1850" y="1487"/>
                    </a:lnTo>
                    <a:lnTo>
                      <a:pt x="1623" y="1320"/>
                    </a:lnTo>
                    <a:lnTo>
                      <a:pt x="1380" y="1138"/>
                    </a:lnTo>
                    <a:lnTo>
                      <a:pt x="1168" y="941"/>
                    </a:lnTo>
                    <a:lnTo>
                      <a:pt x="956" y="729"/>
                    </a:lnTo>
                    <a:lnTo>
                      <a:pt x="743" y="501"/>
                    </a:lnTo>
                    <a:lnTo>
                      <a:pt x="546" y="259"/>
                    </a:lnTo>
                    <a:lnTo>
                      <a:pt x="3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6564791" y="4974726"/>
                <a:ext cx="70987" cy="7866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336" fill="none" extrusionOk="0">
                    <a:moveTo>
                      <a:pt x="364" y="1"/>
                    </a:moveTo>
                    <a:lnTo>
                      <a:pt x="364" y="1"/>
                    </a:lnTo>
                    <a:lnTo>
                      <a:pt x="289" y="92"/>
                    </a:lnTo>
                    <a:lnTo>
                      <a:pt x="213" y="198"/>
                    </a:lnTo>
                    <a:lnTo>
                      <a:pt x="152" y="319"/>
                    </a:lnTo>
                    <a:lnTo>
                      <a:pt x="91" y="440"/>
                    </a:lnTo>
                    <a:lnTo>
                      <a:pt x="61" y="577"/>
                    </a:lnTo>
                    <a:lnTo>
                      <a:pt x="16" y="698"/>
                    </a:lnTo>
                    <a:lnTo>
                      <a:pt x="0" y="850"/>
                    </a:lnTo>
                    <a:lnTo>
                      <a:pt x="0" y="986"/>
                    </a:lnTo>
                    <a:lnTo>
                      <a:pt x="0" y="986"/>
                    </a:lnTo>
                    <a:lnTo>
                      <a:pt x="0" y="1138"/>
                    </a:lnTo>
                    <a:lnTo>
                      <a:pt x="16" y="1259"/>
                    </a:lnTo>
                    <a:lnTo>
                      <a:pt x="46" y="1396"/>
                    </a:lnTo>
                    <a:lnTo>
                      <a:pt x="91" y="1517"/>
                    </a:lnTo>
                    <a:lnTo>
                      <a:pt x="137" y="1638"/>
                    </a:lnTo>
                    <a:lnTo>
                      <a:pt x="182" y="1744"/>
                    </a:lnTo>
                    <a:lnTo>
                      <a:pt x="258" y="1850"/>
                    </a:lnTo>
                    <a:lnTo>
                      <a:pt x="319" y="1941"/>
                    </a:lnTo>
                    <a:lnTo>
                      <a:pt x="410" y="2032"/>
                    </a:lnTo>
                    <a:lnTo>
                      <a:pt x="486" y="2108"/>
                    </a:lnTo>
                    <a:lnTo>
                      <a:pt x="577" y="2184"/>
                    </a:lnTo>
                    <a:lnTo>
                      <a:pt x="683" y="2229"/>
                    </a:lnTo>
                    <a:lnTo>
                      <a:pt x="789" y="2275"/>
                    </a:lnTo>
                    <a:lnTo>
                      <a:pt x="895" y="2320"/>
                    </a:lnTo>
                    <a:lnTo>
                      <a:pt x="1001" y="2336"/>
                    </a:lnTo>
                    <a:lnTo>
                      <a:pt x="1122" y="2336"/>
                    </a:lnTo>
                    <a:lnTo>
                      <a:pt x="1122" y="2336"/>
                    </a:lnTo>
                    <a:lnTo>
                      <a:pt x="1274" y="2320"/>
                    </a:lnTo>
                    <a:lnTo>
                      <a:pt x="1426" y="2290"/>
                    </a:lnTo>
                    <a:lnTo>
                      <a:pt x="1562" y="2229"/>
                    </a:lnTo>
                    <a:lnTo>
                      <a:pt x="1698" y="2138"/>
                    </a:lnTo>
                    <a:lnTo>
                      <a:pt x="1820" y="2047"/>
                    </a:lnTo>
                    <a:lnTo>
                      <a:pt x="1926" y="1926"/>
                    </a:lnTo>
                    <a:lnTo>
                      <a:pt x="2017" y="1790"/>
                    </a:lnTo>
                    <a:lnTo>
                      <a:pt x="2108" y="1638"/>
                    </a:lnTo>
                    <a:lnTo>
                      <a:pt x="2108" y="1638"/>
                    </a:lnTo>
                    <a:lnTo>
                      <a:pt x="1850" y="1487"/>
                    </a:lnTo>
                    <a:lnTo>
                      <a:pt x="1623" y="1320"/>
                    </a:lnTo>
                    <a:lnTo>
                      <a:pt x="1380" y="1138"/>
                    </a:lnTo>
                    <a:lnTo>
                      <a:pt x="1168" y="941"/>
                    </a:lnTo>
                    <a:lnTo>
                      <a:pt x="956" y="729"/>
                    </a:lnTo>
                    <a:lnTo>
                      <a:pt x="743" y="501"/>
                    </a:lnTo>
                    <a:lnTo>
                      <a:pt x="546" y="259"/>
                    </a:lnTo>
                    <a:lnTo>
                      <a:pt x="364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1"/>
                    </a:moveTo>
                    <a:lnTo>
                      <a:pt x="501" y="16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1" y="471"/>
                    </a:lnTo>
                    <a:lnTo>
                      <a:pt x="16" y="607"/>
                    </a:lnTo>
                    <a:lnTo>
                      <a:pt x="1" y="759"/>
                    </a:lnTo>
                    <a:lnTo>
                      <a:pt x="16" y="910"/>
                    </a:lnTo>
                    <a:lnTo>
                      <a:pt x="61" y="1047"/>
                    </a:lnTo>
                    <a:lnTo>
                      <a:pt x="107" y="1168"/>
                    </a:lnTo>
                    <a:lnTo>
                      <a:pt x="183" y="1289"/>
                    </a:lnTo>
                    <a:lnTo>
                      <a:pt x="274" y="1380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759" y="1486"/>
                    </a:lnTo>
                    <a:lnTo>
                      <a:pt x="865" y="1441"/>
                    </a:lnTo>
                    <a:lnTo>
                      <a:pt x="971" y="1380"/>
                    </a:lnTo>
                    <a:lnTo>
                      <a:pt x="1062" y="1289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910"/>
                    </a:lnTo>
                    <a:lnTo>
                      <a:pt x="1244" y="759"/>
                    </a:lnTo>
                    <a:lnTo>
                      <a:pt x="1229" y="607"/>
                    </a:lnTo>
                    <a:lnTo>
                      <a:pt x="1198" y="471"/>
                    </a:lnTo>
                    <a:lnTo>
                      <a:pt x="1138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5" y="61"/>
                    </a:lnTo>
                    <a:lnTo>
                      <a:pt x="759" y="16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/>
              <p:cNvSpPr/>
              <p:nvPr/>
            </p:nvSpPr>
            <p:spPr>
              <a:xfrm>
                <a:off x="6428975" y="4192563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501" y="16"/>
                    </a:lnTo>
                    <a:lnTo>
                      <a:pt x="380" y="61"/>
                    </a:lnTo>
                    <a:lnTo>
                      <a:pt x="274" y="137"/>
                    </a:lnTo>
                    <a:lnTo>
                      <a:pt x="183" y="228"/>
                    </a:lnTo>
                    <a:lnTo>
                      <a:pt x="107" y="334"/>
                    </a:lnTo>
                    <a:lnTo>
                      <a:pt x="61" y="471"/>
                    </a:lnTo>
                    <a:lnTo>
                      <a:pt x="16" y="607"/>
                    </a:lnTo>
                    <a:lnTo>
                      <a:pt x="1" y="759"/>
                    </a:lnTo>
                    <a:lnTo>
                      <a:pt x="1" y="759"/>
                    </a:lnTo>
                    <a:lnTo>
                      <a:pt x="16" y="910"/>
                    </a:lnTo>
                    <a:lnTo>
                      <a:pt x="61" y="1047"/>
                    </a:lnTo>
                    <a:lnTo>
                      <a:pt x="107" y="1168"/>
                    </a:lnTo>
                    <a:lnTo>
                      <a:pt x="183" y="1289"/>
                    </a:lnTo>
                    <a:lnTo>
                      <a:pt x="274" y="1380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622" y="1502"/>
                    </a:lnTo>
                    <a:lnTo>
                      <a:pt x="759" y="1486"/>
                    </a:lnTo>
                    <a:lnTo>
                      <a:pt x="865" y="1441"/>
                    </a:lnTo>
                    <a:lnTo>
                      <a:pt x="971" y="1380"/>
                    </a:lnTo>
                    <a:lnTo>
                      <a:pt x="1062" y="1289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910"/>
                    </a:lnTo>
                    <a:lnTo>
                      <a:pt x="1244" y="759"/>
                    </a:lnTo>
                    <a:lnTo>
                      <a:pt x="1244" y="759"/>
                    </a:lnTo>
                    <a:lnTo>
                      <a:pt x="1229" y="607"/>
                    </a:lnTo>
                    <a:lnTo>
                      <a:pt x="1198" y="471"/>
                    </a:lnTo>
                    <a:lnTo>
                      <a:pt x="1138" y="334"/>
                    </a:lnTo>
                    <a:lnTo>
                      <a:pt x="1062" y="228"/>
                    </a:lnTo>
                    <a:lnTo>
                      <a:pt x="971" y="137"/>
                    </a:lnTo>
                    <a:lnTo>
                      <a:pt x="865" y="61"/>
                    </a:lnTo>
                    <a:lnTo>
                      <a:pt x="759" y="16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7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extrusionOk="0">
                    <a:moveTo>
                      <a:pt x="622" y="0"/>
                    </a:move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592"/>
                    </a:lnTo>
                    <a:lnTo>
                      <a:pt x="0" y="743"/>
                    </a:lnTo>
                    <a:lnTo>
                      <a:pt x="15" y="895"/>
                    </a:lnTo>
                    <a:lnTo>
                      <a:pt x="46" y="1031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71"/>
                    </a:lnTo>
                    <a:lnTo>
                      <a:pt x="622" y="1486"/>
                    </a:lnTo>
                    <a:lnTo>
                      <a:pt x="743" y="1471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31"/>
                    </a:lnTo>
                    <a:lnTo>
                      <a:pt x="1228" y="895"/>
                    </a:lnTo>
                    <a:lnTo>
                      <a:pt x="1243" y="743"/>
                    </a:lnTo>
                    <a:lnTo>
                      <a:pt x="1228" y="592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7"/>
              <p:cNvSpPr/>
              <p:nvPr/>
            </p:nvSpPr>
            <p:spPr>
              <a:xfrm>
                <a:off x="6449922" y="4576000"/>
                <a:ext cx="41892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487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34"/>
                    </a:lnTo>
                    <a:lnTo>
                      <a:pt x="46" y="455"/>
                    </a:lnTo>
                    <a:lnTo>
                      <a:pt x="15" y="592"/>
                    </a:lnTo>
                    <a:lnTo>
                      <a:pt x="0" y="743"/>
                    </a:lnTo>
                    <a:lnTo>
                      <a:pt x="0" y="743"/>
                    </a:lnTo>
                    <a:lnTo>
                      <a:pt x="15" y="895"/>
                    </a:lnTo>
                    <a:lnTo>
                      <a:pt x="46" y="1031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273" y="1365"/>
                    </a:lnTo>
                    <a:lnTo>
                      <a:pt x="379" y="1441"/>
                    </a:lnTo>
                    <a:lnTo>
                      <a:pt x="501" y="1471"/>
                    </a:lnTo>
                    <a:lnTo>
                      <a:pt x="622" y="1486"/>
                    </a:lnTo>
                    <a:lnTo>
                      <a:pt x="622" y="1486"/>
                    </a:lnTo>
                    <a:lnTo>
                      <a:pt x="743" y="1471"/>
                    </a:lnTo>
                    <a:lnTo>
                      <a:pt x="864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7" y="1168"/>
                    </a:lnTo>
                    <a:lnTo>
                      <a:pt x="1198" y="1031"/>
                    </a:lnTo>
                    <a:lnTo>
                      <a:pt x="1228" y="895"/>
                    </a:lnTo>
                    <a:lnTo>
                      <a:pt x="1243" y="743"/>
                    </a:lnTo>
                    <a:lnTo>
                      <a:pt x="1243" y="743"/>
                    </a:lnTo>
                    <a:lnTo>
                      <a:pt x="1228" y="592"/>
                    </a:lnTo>
                    <a:lnTo>
                      <a:pt x="1198" y="455"/>
                    </a:lnTo>
                    <a:lnTo>
                      <a:pt x="1137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4" y="61"/>
                    </a:lnTo>
                    <a:lnTo>
                      <a:pt x="743" y="16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7"/>
              <p:cNvSpPr/>
              <p:nvPr/>
            </p:nvSpPr>
            <p:spPr>
              <a:xfrm>
                <a:off x="6391191" y="4400379"/>
                <a:ext cx="19430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77" h="1486" extrusionOk="0">
                    <a:moveTo>
                      <a:pt x="577" y="0"/>
                    </a:moveTo>
                    <a:lnTo>
                      <a:pt x="456" y="15"/>
                    </a:lnTo>
                    <a:lnTo>
                      <a:pt x="350" y="76"/>
                    </a:lnTo>
                    <a:lnTo>
                      <a:pt x="259" y="137"/>
                    </a:lnTo>
                    <a:lnTo>
                      <a:pt x="168" y="243"/>
                    </a:lnTo>
                    <a:lnTo>
                      <a:pt x="107" y="349"/>
                    </a:lnTo>
                    <a:lnTo>
                      <a:pt x="46" y="470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79"/>
                    </a:lnTo>
                    <a:lnTo>
                      <a:pt x="46" y="1016"/>
                    </a:lnTo>
                    <a:lnTo>
                      <a:pt x="92" y="1137"/>
                    </a:lnTo>
                    <a:lnTo>
                      <a:pt x="168" y="1243"/>
                    </a:lnTo>
                    <a:lnTo>
                      <a:pt x="243" y="1319"/>
                    </a:lnTo>
                    <a:lnTo>
                      <a:pt x="334" y="1395"/>
                    </a:lnTo>
                    <a:lnTo>
                      <a:pt x="441" y="1456"/>
                    </a:lnTo>
                    <a:lnTo>
                      <a:pt x="547" y="1486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7"/>
              <p:cNvSpPr/>
              <p:nvPr/>
            </p:nvSpPr>
            <p:spPr>
              <a:xfrm>
                <a:off x="6391191" y="4400379"/>
                <a:ext cx="19430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577" h="1486" fill="none" extrusionOk="0">
                    <a:moveTo>
                      <a:pt x="577" y="0"/>
                    </a:moveTo>
                    <a:lnTo>
                      <a:pt x="577" y="0"/>
                    </a:lnTo>
                    <a:lnTo>
                      <a:pt x="456" y="15"/>
                    </a:lnTo>
                    <a:lnTo>
                      <a:pt x="350" y="76"/>
                    </a:lnTo>
                    <a:lnTo>
                      <a:pt x="259" y="137"/>
                    </a:lnTo>
                    <a:lnTo>
                      <a:pt x="168" y="243"/>
                    </a:lnTo>
                    <a:lnTo>
                      <a:pt x="107" y="349"/>
                    </a:lnTo>
                    <a:lnTo>
                      <a:pt x="46" y="470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79"/>
                    </a:lnTo>
                    <a:lnTo>
                      <a:pt x="46" y="1016"/>
                    </a:lnTo>
                    <a:lnTo>
                      <a:pt x="92" y="1137"/>
                    </a:lnTo>
                    <a:lnTo>
                      <a:pt x="168" y="1243"/>
                    </a:lnTo>
                    <a:lnTo>
                      <a:pt x="243" y="1319"/>
                    </a:lnTo>
                    <a:lnTo>
                      <a:pt x="334" y="1395"/>
                    </a:lnTo>
                    <a:lnTo>
                      <a:pt x="441" y="1456"/>
                    </a:lnTo>
                    <a:lnTo>
                      <a:pt x="547" y="1486"/>
                    </a:lnTo>
                    <a:lnTo>
                      <a:pt x="547" y="1486"/>
                    </a:lnTo>
                    <a:lnTo>
                      <a:pt x="577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7"/>
              <p:cNvSpPr/>
              <p:nvPr/>
            </p:nvSpPr>
            <p:spPr>
              <a:xfrm>
                <a:off x="6409578" y="4400379"/>
                <a:ext cx="23539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486" extrusionOk="0">
                    <a:moveTo>
                      <a:pt x="31" y="0"/>
                    </a:moveTo>
                    <a:lnTo>
                      <a:pt x="1" y="1486"/>
                    </a:lnTo>
                    <a:lnTo>
                      <a:pt x="76" y="1486"/>
                    </a:lnTo>
                    <a:lnTo>
                      <a:pt x="213" y="1471"/>
                    </a:lnTo>
                    <a:lnTo>
                      <a:pt x="319" y="1425"/>
                    </a:lnTo>
                    <a:lnTo>
                      <a:pt x="425" y="1365"/>
                    </a:lnTo>
                    <a:lnTo>
                      <a:pt x="516" y="1274"/>
                    </a:lnTo>
                    <a:lnTo>
                      <a:pt x="592" y="1152"/>
                    </a:lnTo>
                    <a:lnTo>
                      <a:pt x="653" y="1031"/>
                    </a:lnTo>
                    <a:lnTo>
                      <a:pt x="698" y="895"/>
                    </a:lnTo>
                    <a:lnTo>
                      <a:pt x="698" y="743"/>
                    </a:lnTo>
                    <a:lnTo>
                      <a:pt x="698" y="591"/>
                    </a:lnTo>
                    <a:lnTo>
                      <a:pt x="653" y="455"/>
                    </a:lnTo>
                    <a:lnTo>
                      <a:pt x="592" y="318"/>
                    </a:lnTo>
                    <a:lnTo>
                      <a:pt x="516" y="212"/>
                    </a:lnTo>
                    <a:lnTo>
                      <a:pt x="425" y="121"/>
                    </a:lnTo>
                    <a:lnTo>
                      <a:pt x="319" y="61"/>
                    </a:lnTo>
                    <a:lnTo>
                      <a:pt x="213" y="15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7"/>
              <p:cNvSpPr/>
              <p:nvPr/>
            </p:nvSpPr>
            <p:spPr>
              <a:xfrm>
                <a:off x="6409578" y="4400379"/>
                <a:ext cx="23539" cy="50041"/>
              </a:xfrm>
              <a:custGeom>
                <a:avLst/>
                <a:gdLst/>
                <a:ahLst/>
                <a:cxnLst/>
                <a:rect l="l" t="t" r="r" b="b"/>
                <a:pathLst>
                  <a:path w="699" h="1486" fill="none" extrusionOk="0">
                    <a:moveTo>
                      <a:pt x="76" y="0"/>
                    </a:moveTo>
                    <a:lnTo>
                      <a:pt x="76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1" y="1486"/>
                    </a:lnTo>
                    <a:lnTo>
                      <a:pt x="1" y="1486"/>
                    </a:lnTo>
                    <a:lnTo>
                      <a:pt x="76" y="1486"/>
                    </a:lnTo>
                    <a:lnTo>
                      <a:pt x="76" y="1486"/>
                    </a:lnTo>
                    <a:lnTo>
                      <a:pt x="213" y="1471"/>
                    </a:lnTo>
                    <a:lnTo>
                      <a:pt x="319" y="1425"/>
                    </a:lnTo>
                    <a:lnTo>
                      <a:pt x="425" y="1365"/>
                    </a:lnTo>
                    <a:lnTo>
                      <a:pt x="516" y="1274"/>
                    </a:lnTo>
                    <a:lnTo>
                      <a:pt x="592" y="1152"/>
                    </a:lnTo>
                    <a:lnTo>
                      <a:pt x="653" y="1031"/>
                    </a:lnTo>
                    <a:lnTo>
                      <a:pt x="698" y="895"/>
                    </a:lnTo>
                    <a:lnTo>
                      <a:pt x="698" y="743"/>
                    </a:lnTo>
                    <a:lnTo>
                      <a:pt x="698" y="743"/>
                    </a:lnTo>
                    <a:lnTo>
                      <a:pt x="698" y="591"/>
                    </a:lnTo>
                    <a:lnTo>
                      <a:pt x="653" y="455"/>
                    </a:lnTo>
                    <a:lnTo>
                      <a:pt x="592" y="318"/>
                    </a:lnTo>
                    <a:lnTo>
                      <a:pt x="516" y="212"/>
                    </a:lnTo>
                    <a:lnTo>
                      <a:pt x="425" y="121"/>
                    </a:lnTo>
                    <a:lnTo>
                      <a:pt x="319" y="61"/>
                    </a:lnTo>
                    <a:lnTo>
                      <a:pt x="213" y="15"/>
                    </a:lnTo>
                    <a:lnTo>
                      <a:pt x="7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7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6"/>
                    </a:lnTo>
                    <a:lnTo>
                      <a:pt x="183" y="227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4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744" y="1486"/>
                    </a:lnTo>
                    <a:lnTo>
                      <a:pt x="865" y="1440"/>
                    </a:lnTo>
                    <a:lnTo>
                      <a:pt x="971" y="1364"/>
                    </a:lnTo>
                    <a:lnTo>
                      <a:pt x="1062" y="1274"/>
                    </a:lnTo>
                    <a:lnTo>
                      <a:pt x="1138" y="1167"/>
                    </a:lnTo>
                    <a:lnTo>
                      <a:pt x="1198" y="1046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29" y="591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27"/>
                    </a:lnTo>
                    <a:lnTo>
                      <a:pt x="971" y="136"/>
                    </a:lnTo>
                    <a:lnTo>
                      <a:pt x="865" y="61"/>
                    </a:lnTo>
                    <a:lnTo>
                      <a:pt x="744" y="15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7"/>
              <p:cNvSpPr/>
              <p:nvPr/>
            </p:nvSpPr>
            <p:spPr>
              <a:xfrm>
                <a:off x="6483093" y="4730708"/>
                <a:ext cx="41892" cy="50546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1" fill="none" extrusionOk="0">
                    <a:moveTo>
                      <a:pt x="622" y="0"/>
                    </a:moveTo>
                    <a:lnTo>
                      <a:pt x="622" y="0"/>
                    </a:lnTo>
                    <a:lnTo>
                      <a:pt x="501" y="15"/>
                    </a:lnTo>
                    <a:lnTo>
                      <a:pt x="380" y="61"/>
                    </a:lnTo>
                    <a:lnTo>
                      <a:pt x="274" y="136"/>
                    </a:lnTo>
                    <a:lnTo>
                      <a:pt x="183" y="227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1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6"/>
                    </a:lnTo>
                    <a:lnTo>
                      <a:pt x="107" y="1167"/>
                    </a:lnTo>
                    <a:lnTo>
                      <a:pt x="183" y="1274"/>
                    </a:lnTo>
                    <a:lnTo>
                      <a:pt x="274" y="1364"/>
                    </a:lnTo>
                    <a:lnTo>
                      <a:pt x="380" y="1440"/>
                    </a:lnTo>
                    <a:lnTo>
                      <a:pt x="501" y="1486"/>
                    </a:lnTo>
                    <a:lnTo>
                      <a:pt x="622" y="1501"/>
                    </a:lnTo>
                    <a:lnTo>
                      <a:pt x="622" y="1501"/>
                    </a:lnTo>
                    <a:lnTo>
                      <a:pt x="744" y="1486"/>
                    </a:lnTo>
                    <a:lnTo>
                      <a:pt x="865" y="1440"/>
                    </a:lnTo>
                    <a:lnTo>
                      <a:pt x="971" y="1364"/>
                    </a:lnTo>
                    <a:lnTo>
                      <a:pt x="1062" y="1274"/>
                    </a:lnTo>
                    <a:lnTo>
                      <a:pt x="1138" y="1167"/>
                    </a:lnTo>
                    <a:lnTo>
                      <a:pt x="1198" y="1046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591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27"/>
                    </a:lnTo>
                    <a:lnTo>
                      <a:pt x="971" y="136"/>
                    </a:lnTo>
                    <a:lnTo>
                      <a:pt x="865" y="61"/>
                    </a:lnTo>
                    <a:lnTo>
                      <a:pt x="744" y="15"/>
                    </a:lnTo>
                    <a:lnTo>
                      <a:pt x="62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7"/>
              <p:cNvSpPr/>
              <p:nvPr/>
            </p:nvSpPr>
            <p:spPr>
              <a:xfrm>
                <a:off x="6353945" y="4910909"/>
                <a:ext cx="23505" cy="42936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275" extrusionOk="0">
                    <a:moveTo>
                      <a:pt x="622" y="1"/>
                    </a:moveTo>
                    <a:lnTo>
                      <a:pt x="485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19"/>
                    </a:lnTo>
                    <a:lnTo>
                      <a:pt x="46" y="456"/>
                    </a:lnTo>
                    <a:lnTo>
                      <a:pt x="0" y="592"/>
                    </a:lnTo>
                    <a:lnTo>
                      <a:pt x="0" y="744"/>
                    </a:lnTo>
                    <a:lnTo>
                      <a:pt x="0" y="895"/>
                    </a:lnTo>
                    <a:lnTo>
                      <a:pt x="46" y="1032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319" y="986"/>
                    </a:lnTo>
                    <a:lnTo>
                      <a:pt x="455" y="683"/>
                    </a:lnTo>
                    <a:lnTo>
                      <a:pt x="591" y="349"/>
                    </a:lnTo>
                    <a:lnTo>
                      <a:pt x="69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7"/>
              <p:cNvSpPr/>
              <p:nvPr/>
            </p:nvSpPr>
            <p:spPr>
              <a:xfrm>
                <a:off x="6353945" y="4910909"/>
                <a:ext cx="23505" cy="42936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275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485" y="16"/>
                    </a:lnTo>
                    <a:lnTo>
                      <a:pt x="379" y="61"/>
                    </a:lnTo>
                    <a:lnTo>
                      <a:pt x="273" y="122"/>
                    </a:lnTo>
                    <a:lnTo>
                      <a:pt x="182" y="213"/>
                    </a:lnTo>
                    <a:lnTo>
                      <a:pt x="106" y="319"/>
                    </a:lnTo>
                    <a:lnTo>
                      <a:pt x="46" y="456"/>
                    </a:lnTo>
                    <a:lnTo>
                      <a:pt x="0" y="592"/>
                    </a:lnTo>
                    <a:lnTo>
                      <a:pt x="0" y="744"/>
                    </a:lnTo>
                    <a:lnTo>
                      <a:pt x="0" y="744"/>
                    </a:lnTo>
                    <a:lnTo>
                      <a:pt x="0" y="895"/>
                    </a:lnTo>
                    <a:lnTo>
                      <a:pt x="46" y="1032"/>
                    </a:lnTo>
                    <a:lnTo>
                      <a:pt x="106" y="1168"/>
                    </a:lnTo>
                    <a:lnTo>
                      <a:pt x="182" y="1274"/>
                    </a:lnTo>
                    <a:lnTo>
                      <a:pt x="182" y="1274"/>
                    </a:lnTo>
                    <a:lnTo>
                      <a:pt x="319" y="986"/>
                    </a:lnTo>
                    <a:lnTo>
                      <a:pt x="455" y="683"/>
                    </a:lnTo>
                    <a:lnTo>
                      <a:pt x="591" y="349"/>
                    </a:lnTo>
                    <a:lnTo>
                      <a:pt x="698" y="1"/>
                    </a:lnTo>
                    <a:lnTo>
                      <a:pt x="698" y="1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7"/>
              <p:cNvSpPr/>
              <p:nvPr/>
            </p:nvSpPr>
            <p:spPr>
              <a:xfrm>
                <a:off x="6360074" y="4910909"/>
                <a:ext cx="35763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487" extrusionOk="0">
                    <a:moveTo>
                      <a:pt x="516" y="1"/>
                    </a:moveTo>
                    <a:lnTo>
                      <a:pt x="409" y="349"/>
                    </a:lnTo>
                    <a:lnTo>
                      <a:pt x="273" y="683"/>
                    </a:lnTo>
                    <a:lnTo>
                      <a:pt x="137" y="986"/>
                    </a:lnTo>
                    <a:lnTo>
                      <a:pt x="0" y="1274"/>
                    </a:lnTo>
                    <a:lnTo>
                      <a:pt x="91" y="1365"/>
                    </a:lnTo>
                    <a:lnTo>
                      <a:pt x="197" y="1441"/>
                    </a:lnTo>
                    <a:lnTo>
                      <a:pt x="303" y="1471"/>
                    </a:lnTo>
                    <a:lnTo>
                      <a:pt x="440" y="1486"/>
                    </a:lnTo>
                    <a:lnTo>
                      <a:pt x="561" y="1471"/>
                    </a:lnTo>
                    <a:lnTo>
                      <a:pt x="667" y="1426"/>
                    </a:lnTo>
                    <a:lnTo>
                      <a:pt x="773" y="1365"/>
                    </a:lnTo>
                    <a:lnTo>
                      <a:pt x="879" y="1274"/>
                    </a:lnTo>
                    <a:lnTo>
                      <a:pt x="955" y="1168"/>
                    </a:lnTo>
                    <a:lnTo>
                      <a:pt x="1001" y="1032"/>
                    </a:lnTo>
                    <a:lnTo>
                      <a:pt x="1046" y="895"/>
                    </a:lnTo>
                    <a:lnTo>
                      <a:pt x="1061" y="744"/>
                    </a:lnTo>
                    <a:lnTo>
                      <a:pt x="1046" y="607"/>
                    </a:lnTo>
                    <a:lnTo>
                      <a:pt x="1016" y="471"/>
                    </a:lnTo>
                    <a:lnTo>
                      <a:pt x="970" y="365"/>
                    </a:lnTo>
                    <a:lnTo>
                      <a:pt x="895" y="258"/>
                    </a:lnTo>
                    <a:lnTo>
                      <a:pt x="819" y="168"/>
                    </a:lnTo>
                    <a:lnTo>
                      <a:pt x="728" y="92"/>
                    </a:lnTo>
                    <a:lnTo>
                      <a:pt x="637" y="31"/>
                    </a:lnTo>
                    <a:lnTo>
                      <a:pt x="5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7"/>
              <p:cNvSpPr/>
              <p:nvPr/>
            </p:nvSpPr>
            <p:spPr>
              <a:xfrm>
                <a:off x="6360074" y="4910909"/>
                <a:ext cx="35763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487" fill="none" extrusionOk="0">
                    <a:moveTo>
                      <a:pt x="516" y="1"/>
                    </a:moveTo>
                    <a:lnTo>
                      <a:pt x="516" y="1"/>
                    </a:lnTo>
                    <a:lnTo>
                      <a:pt x="409" y="349"/>
                    </a:lnTo>
                    <a:lnTo>
                      <a:pt x="273" y="683"/>
                    </a:lnTo>
                    <a:lnTo>
                      <a:pt x="137" y="986"/>
                    </a:lnTo>
                    <a:lnTo>
                      <a:pt x="0" y="1274"/>
                    </a:lnTo>
                    <a:lnTo>
                      <a:pt x="0" y="1274"/>
                    </a:lnTo>
                    <a:lnTo>
                      <a:pt x="91" y="1365"/>
                    </a:lnTo>
                    <a:lnTo>
                      <a:pt x="197" y="1441"/>
                    </a:lnTo>
                    <a:lnTo>
                      <a:pt x="303" y="1471"/>
                    </a:lnTo>
                    <a:lnTo>
                      <a:pt x="440" y="1486"/>
                    </a:lnTo>
                    <a:lnTo>
                      <a:pt x="440" y="1486"/>
                    </a:lnTo>
                    <a:lnTo>
                      <a:pt x="561" y="1471"/>
                    </a:lnTo>
                    <a:lnTo>
                      <a:pt x="667" y="1426"/>
                    </a:lnTo>
                    <a:lnTo>
                      <a:pt x="773" y="1365"/>
                    </a:lnTo>
                    <a:lnTo>
                      <a:pt x="879" y="1274"/>
                    </a:lnTo>
                    <a:lnTo>
                      <a:pt x="955" y="1168"/>
                    </a:lnTo>
                    <a:lnTo>
                      <a:pt x="1001" y="1032"/>
                    </a:lnTo>
                    <a:lnTo>
                      <a:pt x="1046" y="895"/>
                    </a:lnTo>
                    <a:lnTo>
                      <a:pt x="1061" y="744"/>
                    </a:lnTo>
                    <a:lnTo>
                      <a:pt x="1061" y="744"/>
                    </a:lnTo>
                    <a:lnTo>
                      <a:pt x="1046" y="607"/>
                    </a:lnTo>
                    <a:lnTo>
                      <a:pt x="1016" y="471"/>
                    </a:lnTo>
                    <a:lnTo>
                      <a:pt x="970" y="365"/>
                    </a:lnTo>
                    <a:lnTo>
                      <a:pt x="895" y="258"/>
                    </a:lnTo>
                    <a:lnTo>
                      <a:pt x="819" y="168"/>
                    </a:lnTo>
                    <a:lnTo>
                      <a:pt x="728" y="92"/>
                    </a:lnTo>
                    <a:lnTo>
                      <a:pt x="637" y="31"/>
                    </a:lnTo>
                    <a:lnTo>
                      <a:pt x="516" y="1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7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extrusionOk="0">
                    <a:moveTo>
                      <a:pt x="622" y="1"/>
                    </a:moveTo>
                    <a:lnTo>
                      <a:pt x="501" y="16"/>
                    </a:lnTo>
                    <a:lnTo>
                      <a:pt x="380" y="61"/>
                    </a:lnTo>
                    <a:lnTo>
                      <a:pt x="273" y="122"/>
                    </a:lnTo>
                    <a:lnTo>
                      <a:pt x="183" y="213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2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7"/>
                    </a:lnTo>
                    <a:lnTo>
                      <a:pt x="107" y="1168"/>
                    </a:lnTo>
                    <a:lnTo>
                      <a:pt x="183" y="1274"/>
                    </a:lnTo>
                    <a:lnTo>
                      <a:pt x="273" y="1365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743" y="1486"/>
                    </a:lnTo>
                    <a:lnTo>
                      <a:pt x="865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29" y="592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5" y="61"/>
                    </a:lnTo>
                    <a:lnTo>
                      <a:pt x="743" y="16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7"/>
              <p:cNvSpPr/>
              <p:nvPr/>
            </p:nvSpPr>
            <p:spPr>
              <a:xfrm>
                <a:off x="6441233" y="4935931"/>
                <a:ext cx="41892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02" fill="none" extrusionOk="0">
                    <a:moveTo>
                      <a:pt x="622" y="1"/>
                    </a:moveTo>
                    <a:lnTo>
                      <a:pt x="622" y="1"/>
                    </a:lnTo>
                    <a:lnTo>
                      <a:pt x="501" y="16"/>
                    </a:lnTo>
                    <a:lnTo>
                      <a:pt x="380" y="61"/>
                    </a:lnTo>
                    <a:lnTo>
                      <a:pt x="273" y="122"/>
                    </a:lnTo>
                    <a:lnTo>
                      <a:pt x="183" y="213"/>
                    </a:lnTo>
                    <a:lnTo>
                      <a:pt x="107" y="334"/>
                    </a:lnTo>
                    <a:lnTo>
                      <a:pt x="46" y="455"/>
                    </a:lnTo>
                    <a:lnTo>
                      <a:pt x="16" y="592"/>
                    </a:lnTo>
                    <a:lnTo>
                      <a:pt x="1" y="743"/>
                    </a:lnTo>
                    <a:lnTo>
                      <a:pt x="1" y="743"/>
                    </a:lnTo>
                    <a:lnTo>
                      <a:pt x="16" y="895"/>
                    </a:lnTo>
                    <a:lnTo>
                      <a:pt x="46" y="1047"/>
                    </a:lnTo>
                    <a:lnTo>
                      <a:pt x="107" y="1168"/>
                    </a:lnTo>
                    <a:lnTo>
                      <a:pt x="183" y="1274"/>
                    </a:lnTo>
                    <a:lnTo>
                      <a:pt x="273" y="1365"/>
                    </a:lnTo>
                    <a:lnTo>
                      <a:pt x="380" y="1441"/>
                    </a:lnTo>
                    <a:lnTo>
                      <a:pt x="501" y="1486"/>
                    </a:lnTo>
                    <a:lnTo>
                      <a:pt x="622" y="1502"/>
                    </a:lnTo>
                    <a:lnTo>
                      <a:pt x="622" y="1502"/>
                    </a:lnTo>
                    <a:lnTo>
                      <a:pt x="743" y="1486"/>
                    </a:lnTo>
                    <a:lnTo>
                      <a:pt x="865" y="1441"/>
                    </a:lnTo>
                    <a:lnTo>
                      <a:pt x="971" y="1365"/>
                    </a:lnTo>
                    <a:lnTo>
                      <a:pt x="1062" y="1274"/>
                    </a:lnTo>
                    <a:lnTo>
                      <a:pt x="1138" y="1168"/>
                    </a:lnTo>
                    <a:lnTo>
                      <a:pt x="1198" y="1047"/>
                    </a:lnTo>
                    <a:lnTo>
                      <a:pt x="1229" y="895"/>
                    </a:lnTo>
                    <a:lnTo>
                      <a:pt x="1244" y="743"/>
                    </a:lnTo>
                    <a:lnTo>
                      <a:pt x="1244" y="743"/>
                    </a:lnTo>
                    <a:lnTo>
                      <a:pt x="1229" y="592"/>
                    </a:lnTo>
                    <a:lnTo>
                      <a:pt x="1198" y="455"/>
                    </a:lnTo>
                    <a:lnTo>
                      <a:pt x="1138" y="334"/>
                    </a:lnTo>
                    <a:lnTo>
                      <a:pt x="1062" y="213"/>
                    </a:lnTo>
                    <a:lnTo>
                      <a:pt x="971" y="122"/>
                    </a:lnTo>
                    <a:lnTo>
                      <a:pt x="865" y="61"/>
                    </a:lnTo>
                    <a:lnTo>
                      <a:pt x="743" y="16"/>
                    </a:lnTo>
                    <a:lnTo>
                      <a:pt x="62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7"/>
              <p:cNvSpPr/>
              <p:nvPr/>
            </p:nvSpPr>
            <p:spPr>
              <a:xfrm>
                <a:off x="6655683" y="4779202"/>
                <a:ext cx="163391" cy="132242"/>
              </a:xfrm>
              <a:custGeom>
                <a:avLst/>
                <a:gdLst/>
                <a:ahLst/>
                <a:cxnLst/>
                <a:rect l="l" t="t" r="r" b="b"/>
                <a:pathLst>
                  <a:path w="4852" h="3927" extrusionOk="0">
                    <a:moveTo>
                      <a:pt x="2896" y="0"/>
                    </a:moveTo>
                    <a:lnTo>
                      <a:pt x="2668" y="31"/>
                    </a:lnTo>
                    <a:lnTo>
                      <a:pt x="2350" y="106"/>
                    </a:lnTo>
                    <a:lnTo>
                      <a:pt x="2032" y="213"/>
                    </a:lnTo>
                    <a:lnTo>
                      <a:pt x="1728" y="349"/>
                    </a:lnTo>
                    <a:lnTo>
                      <a:pt x="1440" y="516"/>
                    </a:lnTo>
                    <a:lnTo>
                      <a:pt x="1167" y="713"/>
                    </a:lnTo>
                    <a:lnTo>
                      <a:pt x="925" y="925"/>
                    </a:lnTo>
                    <a:lnTo>
                      <a:pt x="804" y="1046"/>
                    </a:lnTo>
                    <a:lnTo>
                      <a:pt x="697" y="1183"/>
                    </a:lnTo>
                    <a:lnTo>
                      <a:pt x="591" y="1304"/>
                    </a:lnTo>
                    <a:lnTo>
                      <a:pt x="500" y="1441"/>
                    </a:lnTo>
                    <a:lnTo>
                      <a:pt x="379" y="1653"/>
                    </a:lnTo>
                    <a:lnTo>
                      <a:pt x="258" y="1926"/>
                    </a:lnTo>
                    <a:lnTo>
                      <a:pt x="152" y="2229"/>
                    </a:lnTo>
                    <a:lnTo>
                      <a:pt x="61" y="2547"/>
                    </a:lnTo>
                    <a:lnTo>
                      <a:pt x="30" y="2714"/>
                    </a:lnTo>
                    <a:lnTo>
                      <a:pt x="0" y="2881"/>
                    </a:lnTo>
                    <a:lnTo>
                      <a:pt x="0" y="3032"/>
                    </a:lnTo>
                    <a:lnTo>
                      <a:pt x="0" y="3184"/>
                    </a:lnTo>
                    <a:lnTo>
                      <a:pt x="15" y="3320"/>
                    </a:lnTo>
                    <a:lnTo>
                      <a:pt x="61" y="3457"/>
                    </a:lnTo>
                    <a:lnTo>
                      <a:pt x="121" y="3578"/>
                    </a:lnTo>
                    <a:lnTo>
                      <a:pt x="197" y="3669"/>
                    </a:lnTo>
                    <a:lnTo>
                      <a:pt x="334" y="3790"/>
                    </a:lnTo>
                    <a:lnTo>
                      <a:pt x="455" y="3866"/>
                    </a:lnTo>
                    <a:lnTo>
                      <a:pt x="591" y="3912"/>
                    </a:lnTo>
                    <a:lnTo>
                      <a:pt x="697" y="3927"/>
                    </a:lnTo>
                    <a:lnTo>
                      <a:pt x="819" y="3912"/>
                    </a:lnTo>
                    <a:lnTo>
                      <a:pt x="940" y="3866"/>
                    </a:lnTo>
                    <a:lnTo>
                      <a:pt x="1046" y="3806"/>
                    </a:lnTo>
                    <a:lnTo>
                      <a:pt x="1152" y="3730"/>
                    </a:lnTo>
                    <a:lnTo>
                      <a:pt x="1258" y="3639"/>
                    </a:lnTo>
                    <a:lnTo>
                      <a:pt x="1364" y="3548"/>
                    </a:lnTo>
                    <a:lnTo>
                      <a:pt x="1577" y="3320"/>
                    </a:lnTo>
                    <a:lnTo>
                      <a:pt x="1774" y="3123"/>
                    </a:lnTo>
                    <a:lnTo>
                      <a:pt x="1880" y="3017"/>
                    </a:lnTo>
                    <a:lnTo>
                      <a:pt x="1986" y="2941"/>
                    </a:lnTo>
                    <a:lnTo>
                      <a:pt x="2138" y="2850"/>
                    </a:lnTo>
                    <a:lnTo>
                      <a:pt x="2304" y="2775"/>
                    </a:lnTo>
                    <a:lnTo>
                      <a:pt x="2486" y="2714"/>
                    </a:lnTo>
                    <a:lnTo>
                      <a:pt x="2668" y="2669"/>
                    </a:lnTo>
                    <a:lnTo>
                      <a:pt x="3047" y="2593"/>
                    </a:lnTo>
                    <a:lnTo>
                      <a:pt x="3426" y="2547"/>
                    </a:lnTo>
                    <a:lnTo>
                      <a:pt x="3608" y="2502"/>
                    </a:lnTo>
                    <a:lnTo>
                      <a:pt x="3805" y="2471"/>
                    </a:lnTo>
                    <a:lnTo>
                      <a:pt x="3987" y="2411"/>
                    </a:lnTo>
                    <a:lnTo>
                      <a:pt x="4169" y="2335"/>
                    </a:lnTo>
                    <a:lnTo>
                      <a:pt x="4321" y="2244"/>
                    </a:lnTo>
                    <a:lnTo>
                      <a:pt x="4472" y="2138"/>
                    </a:lnTo>
                    <a:lnTo>
                      <a:pt x="4609" y="2017"/>
                    </a:lnTo>
                    <a:lnTo>
                      <a:pt x="4715" y="1865"/>
                    </a:lnTo>
                    <a:lnTo>
                      <a:pt x="4760" y="1774"/>
                    </a:lnTo>
                    <a:lnTo>
                      <a:pt x="4806" y="1668"/>
                    </a:lnTo>
                    <a:lnTo>
                      <a:pt x="4836" y="1577"/>
                    </a:lnTo>
                    <a:lnTo>
                      <a:pt x="4851" y="1471"/>
                    </a:lnTo>
                    <a:lnTo>
                      <a:pt x="4851" y="1365"/>
                    </a:lnTo>
                    <a:lnTo>
                      <a:pt x="4851" y="1259"/>
                    </a:lnTo>
                    <a:lnTo>
                      <a:pt x="4836" y="1153"/>
                    </a:lnTo>
                    <a:lnTo>
                      <a:pt x="4806" y="1046"/>
                    </a:lnTo>
                    <a:lnTo>
                      <a:pt x="4730" y="849"/>
                    </a:lnTo>
                    <a:lnTo>
                      <a:pt x="4624" y="652"/>
                    </a:lnTo>
                    <a:lnTo>
                      <a:pt x="4488" y="485"/>
                    </a:lnTo>
                    <a:lnTo>
                      <a:pt x="4412" y="410"/>
                    </a:lnTo>
                    <a:lnTo>
                      <a:pt x="4321" y="334"/>
                    </a:lnTo>
                    <a:lnTo>
                      <a:pt x="4139" y="228"/>
                    </a:lnTo>
                    <a:lnTo>
                      <a:pt x="3957" y="137"/>
                    </a:lnTo>
                    <a:lnTo>
                      <a:pt x="3745" y="61"/>
                    </a:lnTo>
                    <a:lnTo>
                      <a:pt x="3548" y="15"/>
                    </a:lnTo>
                    <a:lnTo>
                      <a:pt x="332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7"/>
              <p:cNvSpPr/>
              <p:nvPr/>
            </p:nvSpPr>
            <p:spPr>
              <a:xfrm>
                <a:off x="6710810" y="4911414"/>
                <a:ext cx="92438" cy="49064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1457" extrusionOk="0">
                    <a:moveTo>
                      <a:pt x="1456" y="1"/>
                    </a:moveTo>
                    <a:lnTo>
                      <a:pt x="1289" y="16"/>
                    </a:lnTo>
                    <a:lnTo>
                      <a:pt x="1122" y="46"/>
                    </a:lnTo>
                    <a:lnTo>
                      <a:pt x="955" y="92"/>
                    </a:lnTo>
                    <a:lnTo>
                      <a:pt x="804" y="153"/>
                    </a:lnTo>
                    <a:lnTo>
                      <a:pt x="652" y="228"/>
                    </a:lnTo>
                    <a:lnTo>
                      <a:pt x="546" y="304"/>
                    </a:lnTo>
                    <a:lnTo>
                      <a:pt x="425" y="395"/>
                    </a:lnTo>
                    <a:lnTo>
                      <a:pt x="319" y="516"/>
                    </a:lnTo>
                    <a:lnTo>
                      <a:pt x="197" y="638"/>
                    </a:lnTo>
                    <a:lnTo>
                      <a:pt x="106" y="774"/>
                    </a:lnTo>
                    <a:lnTo>
                      <a:pt x="31" y="926"/>
                    </a:lnTo>
                    <a:lnTo>
                      <a:pt x="16" y="986"/>
                    </a:lnTo>
                    <a:lnTo>
                      <a:pt x="0" y="1062"/>
                    </a:lnTo>
                    <a:lnTo>
                      <a:pt x="0" y="1123"/>
                    </a:lnTo>
                    <a:lnTo>
                      <a:pt x="16" y="1199"/>
                    </a:lnTo>
                    <a:lnTo>
                      <a:pt x="46" y="1274"/>
                    </a:lnTo>
                    <a:lnTo>
                      <a:pt x="91" y="1335"/>
                    </a:lnTo>
                    <a:lnTo>
                      <a:pt x="137" y="1396"/>
                    </a:lnTo>
                    <a:lnTo>
                      <a:pt x="182" y="1426"/>
                    </a:lnTo>
                    <a:lnTo>
                      <a:pt x="243" y="1441"/>
                    </a:lnTo>
                    <a:lnTo>
                      <a:pt x="304" y="1441"/>
                    </a:lnTo>
                    <a:lnTo>
                      <a:pt x="440" y="1426"/>
                    </a:lnTo>
                    <a:lnTo>
                      <a:pt x="576" y="1396"/>
                    </a:lnTo>
                    <a:lnTo>
                      <a:pt x="728" y="1335"/>
                    </a:lnTo>
                    <a:lnTo>
                      <a:pt x="865" y="1290"/>
                    </a:lnTo>
                    <a:lnTo>
                      <a:pt x="1001" y="1259"/>
                    </a:lnTo>
                    <a:lnTo>
                      <a:pt x="1092" y="1244"/>
                    </a:lnTo>
                    <a:lnTo>
                      <a:pt x="1198" y="1244"/>
                    </a:lnTo>
                    <a:lnTo>
                      <a:pt x="1380" y="1274"/>
                    </a:lnTo>
                    <a:lnTo>
                      <a:pt x="1562" y="1335"/>
                    </a:lnTo>
                    <a:lnTo>
                      <a:pt x="1759" y="1396"/>
                    </a:lnTo>
                    <a:lnTo>
                      <a:pt x="1941" y="1441"/>
                    </a:lnTo>
                    <a:lnTo>
                      <a:pt x="2138" y="1456"/>
                    </a:lnTo>
                    <a:lnTo>
                      <a:pt x="2244" y="1456"/>
                    </a:lnTo>
                    <a:lnTo>
                      <a:pt x="2335" y="1441"/>
                    </a:lnTo>
                    <a:lnTo>
                      <a:pt x="2426" y="1411"/>
                    </a:lnTo>
                    <a:lnTo>
                      <a:pt x="2502" y="1365"/>
                    </a:lnTo>
                    <a:lnTo>
                      <a:pt x="2593" y="1290"/>
                    </a:lnTo>
                    <a:lnTo>
                      <a:pt x="2653" y="1214"/>
                    </a:lnTo>
                    <a:lnTo>
                      <a:pt x="2699" y="1108"/>
                    </a:lnTo>
                    <a:lnTo>
                      <a:pt x="2729" y="1002"/>
                    </a:lnTo>
                    <a:lnTo>
                      <a:pt x="2744" y="895"/>
                    </a:lnTo>
                    <a:lnTo>
                      <a:pt x="2729" y="789"/>
                    </a:lnTo>
                    <a:lnTo>
                      <a:pt x="2714" y="683"/>
                    </a:lnTo>
                    <a:lnTo>
                      <a:pt x="2669" y="577"/>
                    </a:lnTo>
                    <a:lnTo>
                      <a:pt x="2608" y="486"/>
                    </a:lnTo>
                    <a:lnTo>
                      <a:pt x="2532" y="395"/>
                    </a:lnTo>
                    <a:lnTo>
                      <a:pt x="2456" y="319"/>
                    </a:lnTo>
                    <a:lnTo>
                      <a:pt x="2381" y="243"/>
                    </a:lnTo>
                    <a:lnTo>
                      <a:pt x="2274" y="198"/>
                    </a:lnTo>
                    <a:lnTo>
                      <a:pt x="2183" y="137"/>
                    </a:lnTo>
                    <a:lnTo>
                      <a:pt x="1971" y="62"/>
                    </a:lnTo>
                    <a:lnTo>
                      <a:pt x="1804" y="31"/>
                    </a:lnTo>
                    <a:lnTo>
                      <a:pt x="16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7"/>
              <p:cNvSpPr/>
              <p:nvPr/>
            </p:nvSpPr>
            <p:spPr>
              <a:xfrm>
                <a:off x="6049143" y="4755696"/>
                <a:ext cx="163391" cy="132781"/>
              </a:xfrm>
              <a:custGeom>
                <a:avLst/>
                <a:gdLst/>
                <a:ahLst/>
                <a:cxnLst/>
                <a:rect l="l" t="t" r="r" b="b"/>
                <a:pathLst>
                  <a:path w="4852" h="3943" extrusionOk="0">
                    <a:moveTo>
                      <a:pt x="1744" y="1"/>
                    </a:moveTo>
                    <a:lnTo>
                      <a:pt x="1516" y="16"/>
                    </a:lnTo>
                    <a:lnTo>
                      <a:pt x="1304" y="31"/>
                    </a:lnTo>
                    <a:lnTo>
                      <a:pt x="1092" y="77"/>
                    </a:lnTo>
                    <a:lnTo>
                      <a:pt x="895" y="153"/>
                    </a:lnTo>
                    <a:lnTo>
                      <a:pt x="698" y="243"/>
                    </a:lnTo>
                    <a:lnTo>
                      <a:pt x="516" y="350"/>
                    </a:lnTo>
                    <a:lnTo>
                      <a:pt x="440" y="425"/>
                    </a:lnTo>
                    <a:lnTo>
                      <a:pt x="364" y="501"/>
                    </a:lnTo>
                    <a:lnTo>
                      <a:pt x="228" y="668"/>
                    </a:lnTo>
                    <a:lnTo>
                      <a:pt x="122" y="865"/>
                    </a:lnTo>
                    <a:lnTo>
                      <a:pt x="46" y="1062"/>
                    </a:lnTo>
                    <a:lnTo>
                      <a:pt x="15" y="1168"/>
                    </a:lnTo>
                    <a:lnTo>
                      <a:pt x="0" y="1274"/>
                    </a:lnTo>
                    <a:lnTo>
                      <a:pt x="0" y="1381"/>
                    </a:lnTo>
                    <a:lnTo>
                      <a:pt x="0" y="1487"/>
                    </a:lnTo>
                    <a:lnTo>
                      <a:pt x="15" y="1578"/>
                    </a:lnTo>
                    <a:lnTo>
                      <a:pt x="46" y="1684"/>
                    </a:lnTo>
                    <a:lnTo>
                      <a:pt x="76" y="1790"/>
                    </a:lnTo>
                    <a:lnTo>
                      <a:pt x="122" y="1881"/>
                    </a:lnTo>
                    <a:lnTo>
                      <a:pt x="228" y="2032"/>
                    </a:lnTo>
                    <a:lnTo>
                      <a:pt x="364" y="2154"/>
                    </a:lnTo>
                    <a:lnTo>
                      <a:pt x="516" y="2260"/>
                    </a:lnTo>
                    <a:lnTo>
                      <a:pt x="683" y="2351"/>
                    </a:lnTo>
                    <a:lnTo>
                      <a:pt x="864" y="2427"/>
                    </a:lnTo>
                    <a:lnTo>
                      <a:pt x="1046" y="2472"/>
                    </a:lnTo>
                    <a:lnTo>
                      <a:pt x="1228" y="2518"/>
                    </a:lnTo>
                    <a:lnTo>
                      <a:pt x="1425" y="2563"/>
                    </a:lnTo>
                    <a:lnTo>
                      <a:pt x="1804" y="2609"/>
                    </a:lnTo>
                    <a:lnTo>
                      <a:pt x="2183" y="2669"/>
                    </a:lnTo>
                    <a:lnTo>
                      <a:pt x="2365" y="2730"/>
                    </a:lnTo>
                    <a:lnTo>
                      <a:pt x="2532" y="2775"/>
                    </a:lnTo>
                    <a:lnTo>
                      <a:pt x="2699" y="2866"/>
                    </a:lnTo>
                    <a:lnTo>
                      <a:pt x="2866" y="2957"/>
                    </a:lnTo>
                    <a:lnTo>
                      <a:pt x="2972" y="3033"/>
                    </a:lnTo>
                    <a:lnTo>
                      <a:pt x="3063" y="3139"/>
                    </a:lnTo>
                    <a:lnTo>
                      <a:pt x="3275" y="3336"/>
                    </a:lnTo>
                    <a:lnTo>
                      <a:pt x="3487" y="3564"/>
                    </a:lnTo>
                    <a:lnTo>
                      <a:pt x="3593" y="3655"/>
                    </a:lnTo>
                    <a:lnTo>
                      <a:pt x="3699" y="3746"/>
                    </a:lnTo>
                    <a:lnTo>
                      <a:pt x="3806" y="3821"/>
                    </a:lnTo>
                    <a:lnTo>
                      <a:pt x="3912" y="3882"/>
                    </a:lnTo>
                    <a:lnTo>
                      <a:pt x="4018" y="3928"/>
                    </a:lnTo>
                    <a:lnTo>
                      <a:pt x="4139" y="3943"/>
                    </a:lnTo>
                    <a:lnTo>
                      <a:pt x="4260" y="3928"/>
                    </a:lnTo>
                    <a:lnTo>
                      <a:pt x="4382" y="3882"/>
                    </a:lnTo>
                    <a:lnTo>
                      <a:pt x="4518" y="3806"/>
                    </a:lnTo>
                    <a:lnTo>
                      <a:pt x="4639" y="3685"/>
                    </a:lnTo>
                    <a:lnTo>
                      <a:pt x="4730" y="3594"/>
                    </a:lnTo>
                    <a:lnTo>
                      <a:pt x="4791" y="3473"/>
                    </a:lnTo>
                    <a:lnTo>
                      <a:pt x="4821" y="3336"/>
                    </a:lnTo>
                    <a:lnTo>
                      <a:pt x="4852" y="3200"/>
                    </a:lnTo>
                    <a:lnTo>
                      <a:pt x="4852" y="3048"/>
                    </a:lnTo>
                    <a:lnTo>
                      <a:pt x="4837" y="2897"/>
                    </a:lnTo>
                    <a:lnTo>
                      <a:pt x="4821" y="2730"/>
                    </a:lnTo>
                    <a:lnTo>
                      <a:pt x="4791" y="2563"/>
                    </a:lnTo>
                    <a:lnTo>
                      <a:pt x="4700" y="2245"/>
                    </a:lnTo>
                    <a:lnTo>
                      <a:pt x="4594" y="1941"/>
                    </a:lnTo>
                    <a:lnTo>
                      <a:pt x="4457" y="1669"/>
                    </a:lnTo>
                    <a:lnTo>
                      <a:pt x="4351" y="1456"/>
                    </a:lnTo>
                    <a:lnTo>
                      <a:pt x="4245" y="1320"/>
                    </a:lnTo>
                    <a:lnTo>
                      <a:pt x="4154" y="1199"/>
                    </a:lnTo>
                    <a:lnTo>
                      <a:pt x="4048" y="1062"/>
                    </a:lnTo>
                    <a:lnTo>
                      <a:pt x="3927" y="941"/>
                    </a:lnTo>
                    <a:lnTo>
                      <a:pt x="3684" y="729"/>
                    </a:lnTo>
                    <a:lnTo>
                      <a:pt x="3411" y="532"/>
                    </a:lnTo>
                    <a:lnTo>
                      <a:pt x="3123" y="365"/>
                    </a:lnTo>
                    <a:lnTo>
                      <a:pt x="2805" y="228"/>
                    </a:lnTo>
                    <a:lnTo>
                      <a:pt x="2502" y="122"/>
                    </a:lnTo>
                    <a:lnTo>
                      <a:pt x="2168" y="46"/>
                    </a:lnTo>
                    <a:lnTo>
                      <a:pt x="1956" y="16"/>
                    </a:lnTo>
                    <a:lnTo>
                      <a:pt x="17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7"/>
              <p:cNvSpPr/>
              <p:nvPr/>
            </p:nvSpPr>
            <p:spPr>
              <a:xfrm>
                <a:off x="6203312" y="4681171"/>
                <a:ext cx="122577" cy="174133"/>
              </a:xfrm>
              <a:custGeom>
                <a:avLst/>
                <a:gdLst/>
                <a:ahLst/>
                <a:cxnLst/>
                <a:rect l="l" t="t" r="r" b="b"/>
                <a:pathLst>
                  <a:path w="3640" h="5171" extrusionOk="0">
                    <a:moveTo>
                      <a:pt x="2411" y="0"/>
                    </a:moveTo>
                    <a:lnTo>
                      <a:pt x="2199" y="16"/>
                    </a:lnTo>
                    <a:lnTo>
                      <a:pt x="1987" y="61"/>
                    </a:lnTo>
                    <a:lnTo>
                      <a:pt x="1790" y="137"/>
                    </a:lnTo>
                    <a:lnTo>
                      <a:pt x="1593" y="228"/>
                    </a:lnTo>
                    <a:lnTo>
                      <a:pt x="1411" y="334"/>
                    </a:lnTo>
                    <a:lnTo>
                      <a:pt x="1229" y="455"/>
                    </a:lnTo>
                    <a:lnTo>
                      <a:pt x="1062" y="607"/>
                    </a:lnTo>
                    <a:lnTo>
                      <a:pt x="910" y="758"/>
                    </a:lnTo>
                    <a:lnTo>
                      <a:pt x="698" y="1001"/>
                    </a:lnTo>
                    <a:lnTo>
                      <a:pt x="501" y="1274"/>
                    </a:lnTo>
                    <a:lnTo>
                      <a:pt x="334" y="1577"/>
                    </a:lnTo>
                    <a:lnTo>
                      <a:pt x="213" y="1880"/>
                    </a:lnTo>
                    <a:lnTo>
                      <a:pt x="107" y="2199"/>
                    </a:lnTo>
                    <a:lnTo>
                      <a:pt x="46" y="2517"/>
                    </a:lnTo>
                    <a:lnTo>
                      <a:pt x="16" y="2684"/>
                    </a:lnTo>
                    <a:lnTo>
                      <a:pt x="1" y="2851"/>
                    </a:lnTo>
                    <a:lnTo>
                      <a:pt x="1" y="3017"/>
                    </a:lnTo>
                    <a:lnTo>
                      <a:pt x="16" y="3184"/>
                    </a:lnTo>
                    <a:lnTo>
                      <a:pt x="46" y="3427"/>
                    </a:lnTo>
                    <a:lnTo>
                      <a:pt x="107" y="3715"/>
                    </a:lnTo>
                    <a:lnTo>
                      <a:pt x="198" y="4018"/>
                    </a:lnTo>
                    <a:lnTo>
                      <a:pt x="319" y="4336"/>
                    </a:lnTo>
                    <a:lnTo>
                      <a:pt x="395" y="4488"/>
                    </a:lnTo>
                    <a:lnTo>
                      <a:pt x="471" y="4624"/>
                    </a:lnTo>
                    <a:lnTo>
                      <a:pt x="562" y="4761"/>
                    </a:lnTo>
                    <a:lnTo>
                      <a:pt x="653" y="4867"/>
                    </a:lnTo>
                    <a:lnTo>
                      <a:pt x="759" y="4973"/>
                    </a:lnTo>
                    <a:lnTo>
                      <a:pt x="865" y="5049"/>
                    </a:lnTo>
                    <a:lnTo>
                      <a:pt x="986" y="5110"/>
                    </a:lnTo>
                    <a:lnTo>
                      <a:pt x="1107" y="5155"/>
                    </a:lnTo>
                    <a:lnTo>
                      <a:pt x="1289" y="5170"/>
                    </a:lnTo>
                    <a:lnTo>
                      <a:pt x="1426" y="5155"/>
                    </a:lnTo>
                    <a:lnTo>
                      <a:pt x="1562" y="5110"/>
                    </a:lnTo>
                    <a:lnTo>
                      <a:pt x="1653" y="5049"/>
                    </a:lnTo>
                    <a:lnTo>
                      <a:pt x="1744" y="4973"/>
                    </a:lnTo>
                    <a:lnTo>
                      <a:pt x="1805" y="4867"/>
                    </a:lnTo>
                    <a:lnTo>
                      <a:pt x="1866" y="4746"/>
                    </a:lnTo>
                    <a:lnTo>
                      <a:pt x="1911" y="4624"/>
                    </a:lnTo>
                    <a:lnTo>
                      <a:pt x="1941" y="4488"/>
                    </a:lnTo>
                    <a:lnTo>
                      <a:pt x="1956" y="4352"/>
                    </a:lnTo>
                    <a:lnTo>
                      <a:pt x="2002" y="4048"/>
                    </a:lnTo>
                    <a:lnTo>
                      <a:pt x="2032" y="3760"/>
                    </a:lnTo>
                    <a:lnTo>
                      <a:pt x="2063" y="3624"/>
                    </a:lnTo>
                    <a:lnTo>
                      <a:pt x="2093" y="3503"/>
                    </a:lnTo>
                    <a:lnTo>
                      <a:pt x="2169" y="3321"/>
                    </a:lnTo>
                    <a:lnTo>
                      <a:pt x="2245" y="3154"/>
                    </a:lnTo>
                    <a:lnTo>
                      <a:pt x="2351" y="3002"/>
                    </a:lnTo>
                    <a:lnTo>
                      <a:pt x="2472" y="2851"/>
                    </a:lnTo>
                    <a:lnTo>
                      <a:pt x="2745" y="2578"/>
                    </a:lnTo>
                    <a:lnTo>
                      <a:pt x="3003" y="2305"/>
                    </a:lnTo>
                    <a:lnTo>
                      <a:pt x="3139" y="2168"/>
                    </a:lnTo>
                    <a:lnTo>
                      <a:pt x="3260" y="2017"/>
                    </a:lnTo>
                    <a:lnTo>
                      <a:pt x="3382" y="1865"/>
                    </a:lnTo>
                    <a:lnTo>
                      <a:pt x="3473" y="1698"/>
                    </a:lnTo>
                    <a:lnTo>
                      <a:pt x="3564" y="1532"/>
                    </a:lnTo>
                    <a:lnTo>
                      <a:pt x="3609" y="1365"/>
                    </a:lnTo>
                    <a:lnTo>
                      <a:pt x="3639" y="1183"/>
                    </a:lnTo>
                    <a:lnTo>
                      <a:pt x="3639" y="986"/>
                    </a:lnTo>
                    <a:lnTo>
                      <a:pt x="3624" y="880"/>
                    </a:lnTo>
                    <a:lnTo>
                      <a:pt x="3594" y="789"/>
                    </a:lnTo>
                    <a:lnTo>
                      <a:pt x="3548" y="683"/>
                    </a:lnTo>
                    <a:lnTo>
                      <a:pt x="3503" y="592"/>
                    </a:lnTo>
                    <a:lnTo>
                      <a:pt x="3442" y="516"/>
                    </a:lnTo>
                    <a:lnTo>
                      <a:pt x="3382" y="425"/>
                    </a:lnTo>
                    <a:lnTo>
                      <a:pt x="3306" y="349"/>
                    </a:lnTo>
                    <a:lnTo>
                      <a:pt x="3215" y="289"/>
                    </a:lnTo>
                    <a:lnTo>
                      <a:pt x="3033" y="167"/>
                    </a:lnTo>
                    <a:lnTo>
                      <a:pt x="2836" y="76"/>
                    </a:lnTo>
                    <a:lnTo>
                      <a:pt x="2624" y="31"/>
                    </a:lnTo>
                    <a:lnTo>
                      <a:pt x="2517" y="16"/>
                    </a:lnTo>
                    <a:lnTo>
                      <a:pt x="241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7"/>
              <p:cNvSpPr/>
              <p:nvPr/>
            </p:nvSpPr>
            <p:spPr>
              <a:xfrm>
                <a:off x="6064970" y="4888447"/>
                <a:ext cx="92438" cy="49064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1457" extrusionOk="0">
                    <a:moveTo>
                      <a:pt x="1107" y="1"/>
                    </a:moveTo>
                    <a:lnTo>
                      <a:pt x="940" y="31"/>
                    </a:lnTo>
                    <a:lnTo>
                      <a:pt x="773" y="61"/>
                    </a:lnTo>
                    <a:lnTo>
                      <a:pt x="561" y="137"/>
                    </a:lnTo>
                    <a:lnTo>
                      <a:pt x="455" y="198"/>
                    </a:lnTo>
                    <a:lnTo>
                      <a:pt x="364" y="243"/>
                    </a:lnTo>
                    <a:lnTo>
                      <a:pt x="273" y="319"/>
                    </a:lnTo>
                    <a:lnTo>
                      <a:pt x="197" y="395"/>
                    </a:lnTo>
                    <a:lnTo>
                      <a:pt x="137" y="471"/>
                    </a:lnTo>
                    <a:lnTo>
                      <a:pt x="76" y="577"/>
                    </a:lnTo>
                    <a:lnTo>
                      <a:pt x="31" y="668"/>
                    </a:lnTo>
                    <a:lnTo>
                      <a:pt x="0" y="789"/>
                    </a:lnTo>
                    <a:lnTo>
                      <a:pt x="0" y="895"/>
                    </a:lnTo>
                    <a:lnTo>
                      <a:pt x="15" y="1001"/>
                    </a:lnTo>
                    <a:lnTo>
                      <a:pt x="46" y="1107"/>
                    </a:lnTo>
                    <a:lnTo>
                      <a:pt x="91" y="1214"/>
                    </a:lnTo>
                    <a:lnTo>
                      <a:pt x="152" y="1289"/>
                    </a:lnTo>
                    <a:lnTo>
                      <a:pt x="228" y="1365"/>
                    </a:lnTo>
                    <a:lnTo>
                      <a:pt x="319" y="1411"/>
                    </a:lnTo>
                    <a:lnTo>
                      <a:pt x="410" y="1441"/>
                    </a:lnTo>
                    <a:lnTo>
                      <a:pt x="501" y="1456"/>
                    </a:lnTo>
                    <a:lnTo>
                      <a:pt x="592" y="1456"/>
                    </a:lnTo>
                    <a:lnTo>
                      <a:pt x="789" y="1441"/>
                    </a:lnTo>
                    <a:lnTo>
                      <a:pt x="986" y="1380"/>
                    </a:lnTo>
                    <a:lnTo>
                      <a:pt x="1168" y="1335"/>
                    </a:lnTo>
                    <a:lnTo>
                      <a:pt x="1365" y="1274"/>
                    </a:lnTo>
                    <a:lnTo>
                      <a:pt x="1547" y="1244"/>
                    </a:lnTo>
                    <a:lnTo>
                      <a:pt x="1744" y="1244"/>
                    </a:lnTo>
                    <a:lnTo>
                      <a:pt x="1880" y="1289"/>
                    </a:lnTo>
                    <a:lnTo>
                      <a:pt x="2017" y="1335"/>
                    </a:lnTo>
                    <a:lnTo>
                      <a:pt x="2153" y="1395"/>
                    </a:lnTo>
                    <a:lnTo>
                      <a:pt x="2305" y="1426"/>
                    </a:lnTo>
                    <a:lnTo>
                      <a:pt x="2426" y="1441"/>
                    </a:lnTo>
                    <a:lnTo>
                      <a:pt x="2487" y="1441"/>
                    </a:lnTo>
                    <a:lnTo>
                      <a:pt x="2547" y="1426"/>
                    </a:lnTo>
                    <a:lnTo>
                      <a:pt x="2608" y="1395"/>
                    </a:lnTo>
                    <a:lnTo>
                      <a:pt x="2653" y="1335"/>
                    </a:lnTo>
                    <a:lnTo>
                      <a:pt x="2684" y="1274"/>
                    </a:lnTo>
                    <a:lnTo>
                      <a:pt x="2729" y="1198"/>
                    </a:lnTo>
                    <a:lnTo>
                      <a:pt x="2744" y="1123"/>
                    </a:lnTo>
                    <a:lnTo>
                      <a:pt x="2744" y="1062"/>
                    </a:lnTo>
                    <a:lnTo>
                      <a:pt x="2729" y="986"/>
                    </a:lnTo>
                    <a:lnTo>
                      <a:pt x="2714" y="925"/>
                    </a:lnTo>
                    <a:lnTo>
                      <a:pt x="2638" y="774"/>
                    </a:lnTo>
                    <a:lnTo>
                      <a:pt x="2547" y="637"/>
                    </a:lnTo>
                    <a:lnTo>
                      <a:pt x="2426" y="516"/>
                    </a:lnTo>
                    <a:lnTo>
                      <a:pt x="2305" y="395"/>
                    </a:lnTo>
                    <a:lnTo>
                      <a:pt x="2183" y="304"/>
                    </a:lnTo>
                    <a:lnTo>
                      <a:pt x="2092" y="228"/>
                    </a:lnTo>
                    <a:lnTo>
                      <a:pt x="1941" y="152"/>
                    </a:lnTo>
                    <a:lnTo>
                      <a:pt x="1774" y="92"/>
                    </a:lnTo>
                    <a:lnTo>
                      <a:pt x="1622" y="31"/>
                    </a:lnTo>
                    <a:lnTo>
                      <a:pt x="1441" y="16"/>
                    </a:lnTo>
                    <a:lnTo>
                      <a:pt x="127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7"/>
              <p:cNvSpPr/>
              <p:nvPr/>
            </p:nvSpPr>
            <p:spPr>
              <a:xfrm>
                <a:off x="5964885" y="4845072"/>
                <a:ext cx="30173" cy="30139"/>
              </a:xfrm>
              <a:custGeom>
                <a:avLst/>
                <a:gdLst/>
                <a:ahLst/>
                <a:cxnLst/>
                <a:rect l="l" t="t" r="r" b="b"/>
                <a:pathLst>
                  <a:path w="896" h="895" extrusionOk="0">
                    <a:moveTo>
                      <a:pt x="440" y="0"/>
                    </a:moveTo>
                    <a:lnTo>
                      <a:pt x="349" y="15"/>
                    </a:lnTo>
                    <a:lnTo>
                      <a:pt x="274" y="45"/>
                    </a:lnTo>
                    <a:lnTo>
                      <a:pt x="198" y="76"/>
                    </a:lnTo>
                    <a:lnTo>
                      <a:pt x="122" y="136"/>
                    </a:lnTo>
                    <a:lnTo>
                      <a:pt x="77" y="197"/>
                    </a:lnTo>
                    <a:lnTo>
                      <a:pt x="31" y="273"/>
                    </a:lnTo>
                    <a:lnTo>
                      <a:pt x="1" y="364"/>
                    </a:lnTo>
                    <a:lnTo>
                      <a:pt x="1" y="455"/>
                    </a:lnTo>
                    <a:lnTo>
                      <a:pt x="1" y="546"/>
                    </a:lnTo>
                    <a:lnTo>
                      <a:pt x="31" y="622"/>
                    </a:lnTo>
                    <a:lnTo>
                      <a:pt x="77" y="697"/>
                    </a:lnTo>
                    <a:lnTo>
                      <a:pt x="122" y="773"/>
                    </a:lnTo>
                    <a:lnTo>
                      <a:pt x="198" y="819"/>
                    </a:lnTo>
                    <a:lnTo>
                      <a:pt x="274" y="864"/>
                    </a:lnTo>
                    <a:lnTo>
                      <a:pt x="349" y="894"/>
                    </a:lnTo>
                    <a:lnTo>
                      <a:pt x="531" y="894"/>
                    </a:lnTo>
                    <a:lnTo>
                      <a:pt x="622" y="864"/>
                    </a:lnTo>
                    <a:lnTo>
                      <a:pt x="698" y="819"/>
                    </a:lnTo>
                    <a:lnTo>
                      <a:pt x="759" y="773"/>
                    </a:lnTo>
                    <a:lnTo>
                      <a:pt x="819" y="697"/>
                    </a:lnTo>
                    <a:lnTo>
                      <a:pt x="850" y="622"/>
                    </a:lnTo>
                    <a:lnTo>
                      <a:pt x="880" y="546"/>
                    </a:lnTo>
                    <a:lnTo>
                      <a:pt x="895" y="455"/>
                    </a:lnTo>
                    <a:lnTo>
                      <a:pt x="880" y="364"/>
                    </a:lnTo>
                    <a:lnTo>
                      <a:pt x="850" y="273"/>
                    </a:lnTo>
                    <a:lnTo>
                      <a:pt x="819" y="197"/>
                    </a:lnTo>
                    <a:lnTo>
                      <a:pt x="759" y="136"/>
                    </a:lnTo>
                    <a:lnTo>
                      <a:pt x="698" y="76"/>
                    </a:lnTo>
                    <a:lnTo>
                      <a:pt x="622" y="45"/>
                    </a:lnTo>
                    <a:lnTo>
                      <a:pt x="531" y="15"/>
                    </a:lnTo>
                    <a:lnTo>
                      <a:pt x="4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7"/>
              <p:cNvSpPr/>
              <p:nvPr/>
            </p:nvSpPr>
            <p:spPr>
              <a:xfrm>
                <a:off x="6088443" y="4601021"/>
                <a:ext cx="42397" cy="42397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259" extrusionOk="0">
                    <a:moveTo>
                      <a:pt x="622" y="0"/>
                    </a:moveTo>
                    <a:lnTo>
                      <a:pt x="501" y="15"/>
                    </a:lnTo>
                    <a:lnTo>
                      <a:pt x="380" y="46"/>
                    </a:lnTo>
                    <a:lnTo>
                      <a:pt x="274" y="106"/>
                    </a:lnTo>
                    <a:lnTo>
                      <a:pt x="183" y="182"/>
                    </a:lnTo>
                    <a:lnTo>
                      <a:pt x="107" y="273"/>
                    </a:lnTo>
                    <a:lnTo>
                      <a:pt x="46" y="379"/>
                    </a:lnTo>
                    <a:lnTo>
                      <a:pt x="16" y="501"/>
                    </a:lnTo>
                    <a:lnTo>
                      <a:pt x="1" y="637"/>
                    </a:lnTo>
                    <a:lnTo>
                      <a:pt x="16" y="758"/>
                    </a:lnTo>
                    <a:lnTo>
                      <a:pt x="46" y="880"/>
                    </a:lnTo>
                    <a:lnTo>
                      <a:pt x="107" y="986"/>
                    </a:lnTo>
                    <a:lnTo>
                      <a:pt x="183" y="1077"/>
                    </a:lnTo>
                    <a:lnTo>
                      <a:pt x="274" y="1152"/>
                    </a:lnTo>
                    <a:lnTo>
                      <a:pt x="380" y="1213"/>
                    </a:lnTo>
                    <a:lnTo>
                      <a:pt x="501" y="1243"/>
                    </a:lnTo>
                    <a:lnTo>
                      <a:pt x="622" y="1259"/>
                    </a:lnTo>
                    <a:lnTo>
                      <a:pt x="759" y="1243"/>
                    </a:lnTo>
                    <a:lnTo>
                      <a:pt x="865" y="1213"/>
                    </a:lnTo>
                    <a:lnTo>
                      <a:pt x="971" y="1152"/>
                    </a:lnTo>
                    <a:lnTo>
                      <a:pt x="1077" y="1077"/>
                    </a:lnTo>
                    <a:lnTo>
                      <a:pt x="1153" y="986"/>
                    </a:lnTo>
                    <a:lnTo>
                      <a:pt x="1213" y="880"/>
                    </a:lnTo>
                    <a:lnTo>
                      <a:pt x="1244" y="758"/>
                    </a:lnTo>
                    <a:lnTo>
                      <a:pt x="1259" y="637"/>
                    </a:lnTo>
                    <a:lnTo>
                      <a:pt x="1244" y="501"/>
                    </a:lnTo>
                    <a:lnTo>
                      <a:pt x="1213" y="379"/>
                    </a:lnTo>
                    <a:lnTo>
                      <a:pt x="1153" y="273"/>
                    </a:lnTo>
                    <a:lnTo>
                      <a:pt x="1077" y="182"/>
                    </a:lnTo>
                    <a:lnTo>
                      <a:pt x="971" y="106"/>
                    </a:lnTo>
                    <a:lnTo>
                      <a:pt x="865" y="46"/>
                    </a:lnTo>
                    <a:lnTo>
                      <a:pt x="759" y="15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7"/>
              <p:cNvSpPr/>
              <p:nvPr/>
            </p:nvSpPr>
            <p:spPr>
              <a:xfrm>
                <a:off x="6640360" y="4643386"/>
                <a:ext cx="49031" cy="49031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456" extrusionOk="0">
                    <a:moveTo>
                      <a:pt x="728" y="1"/>
                    </a:moveTo>
                    <a:lnTo>
                      <a:pt x="576" y="16"/>
                    </a:lnTo>
                    <a:lnTo>
                      <a:pt x="440" y="61"/>
                    </a:lnTo>
                    <a:lnTo>
                      <a:pt x="319" y="122"/>
                    </a:lnTo>
                    <a:lnTo>
                      <a:pt x="212" y="213"/>
                    </a:lnTo>
                    <a:lnTo>
                      <a:pt x="122" y="319"/>
                    </a:lnTo>
                    <a:lnTo>
                      <a:pt x="46" y="455"/>
                    </a:lnTo>
                    <a:lnTo>
                      <a:pt x="0" y="592"/>
                    </a:lnTo>
                    <a:lnTo>
                      <a:pt x="0" y="728"/>
                    </a:lnTo>
                    <a:lnTo>
                      <a:pt x="0" y="880"/>
                    </a:lnTo>
                    <a:lnTo>
                      <a:pt x="46" y="1016"/>
                    </a:lnTo>
                    <a:lnTo>
                      <a:pt x="122" y="1138"/>
                    </a:lnTo>
                    <a:lnTo>
                      <a:pt x="212" y="1244"/>
                    </a:lnTo>
                    <a:lnTo>
                      <a:pt x="319" y="1335"/>
                    </a:lnTo>
                    <a:lnTo>
                      <a:pt x="440" y="1411"/>
                    </a:lnTo>
                    <a:lnTo>
                      <a:pt x="576" y="1441"/>
                    </a:lnTo>
                    <a:lnTo>
                      <a:pt x="728" y="1456"/>
                    </a:lnTo>
                    <a:lnTo>
                      <a:pt x="864" y="1441"/>
                    </a:lnTo>
                    <a:lnTo>
                      <a:pt x="1001" y="1411"/>
                    </a:lnTo>
                    <a:lnTo>
                      <a:pt x="1122" y="1335"/>
                    </a:lnTo>
                    <a:lnTo>
                      <a:pt x="1243" y="1244"/>
                    </a:lnTo>
                    <a:lnTo>
                      <a:pt x="1319" y="1138"/>
                    </a:lnTo>
                    <a:lnTo>
                      <a:pt x="1395" y="1016"/>
                    </a:lnTo>
                    <a:lnTo>
                      <a:pt x="1440" y="880"/>
                    </a:lnTo>
                    <a:lnTo>
                      <a:pt x="1456" y="728"/>
                    </a:lnTo>
                    <a:lnTo>
                      <a:pt x="1440" y="592"/>
                    </a:lnTo>
                    <a:lnTo>
                      <a:pt x="1395" y="455"/>
                    </a:lnTo>
                    <a:lnTo>
                      <a:pt x="1319" y="319"/>
                    </a:lnTo>
                    <a:lnTo>
                      <a:pt x="1243" y="213"/>
                    </a:lnTo>
                    <a:lnTo>
                      <a:pt x="1122" y="122"/>
                    </a:lnTo>
                    <a:lnTo>
                      <a:pt x="1001" y="61"/>
                    </a:lnTo>
                    <a:lnTo>
                      <a:pt x="864" y="16"/>
                    </a:lnTo>
                    <a:lnTo>
                      <a:pt x="72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7"/>
              <p:cNvSpPr/>
              <p:nvPr/>
            </p:nvSpPr>
            <p:spPr>
              <a:xfrm>
                <a:off x="6876227" y="4860361"/>
                <a:ext cx="28119" cy="2811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334" y="1"/>
                    </a:moveTo>
                    <a:lnTo>
                      <a:pt x="258" y="31"/>
                    </a:lnTo>
                    <a:lnTo>
                      <a:pt x="182" y="61"/>
                    </a:lnTo>
                    <a:lnTo>
                      <a:pt x="122" y="122"/>
                    </a:lnTo>
                    <a:lnTo>
                      <a:pt x="76" y="183"/>
                    </a:lnTo>
                    <a:lnTo>
                      <a:pt x="31" y="259"/>
                    </a:lnTo>
                    <a:lnTo>
                      <a:pt x="0" y="334"/>
                    </a:lnTo>
                    <a:lnTo>
                      <a:pt x="0" y="410"/>
                    </a:lnTo>
                    <a:lnTo>
                      <a:pt x="0" y="501"/>
                    </a:lnTo>
                    <a:lnTo>
                      <a:pt x="31" y="577"/>
                    </a:lnTo>
                    <a:lnTo>
                      <a:pt x="76" y="653"/>
                    </a:lnTo>
                    <a:lnTo>
                      <a:pt x="122" y="713"/>
                    </a:lnTo>
                    <a:lnTo>
                      <a:pt x="182" y="759"/>
                    </a:lnTo>
                    <a:lnTo>
                      <a:pt x="258" y="804"/>
                    </a:lnTo>
                    <a:lnTo>
                      <a:pt x="334" y="820"/>
                    </a:lnTo>
                    <a:lnTo>
                      <a:pt x="410" y="835"/>
                    </a:lnTo>
                    <a:lnTo>
                      <a:pt x="501" y="820"/>
                    </a:lnTo>
                    <a:lnTo>
                      <a:pt x="576" y="804"/>
                    </a:lnTo>
                    <a:lnTo>
                      <a:pt x="652" y="759"/>
                    </a:lnTo>
                    <a:lnTo>
                      <a:pt x="713" y="713"/>
                    </a:lnTo>
                    <a:lnTo>
                      <a:pt x="758" y="653"/>
                    </a:lnTo>
                    <a:lnTo>
                      <a:pt x="804" y="577"/>
                    </a:lnTo>
                    <a:lnTo>
                      <a:pt x="819" y="501"/>
                    </a:lnTo>
                    <a:lnTo>
                      <a:pt x="834" y="410"/>
                    </a:lnTo>
                    <a:lnTo>
                      <a:pt x="819" y="334"/>
                    </a:lnTo>
                    <a:lnTo>
                      <a:pt x="804" y="259"/>
                    </a:lnTo>
                    <a:lnTo>
                      <a:pt x="758" y="183"/>
                    </a:lnTo>
                    <a:lnTo>
                      <a:pt x="713" y="122"/>
                    </a:lnTo>
                    <a:lnTo>
                      <a:pt x="652" y="61"/>
                    </a:lnTo>
                    <a:lnTo>
                      <a:pt x="576" y="31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7"/>
              <p:cNvSpPr/>
              <p:nvPr/>
            </p:nvSpPr>
            <p:spPr>
              <a:xfrm>
                <a:off x="7019688" y="4822072"/>
                <a:ext cx="53139" cy="53139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578" extrusionOk="0">
                    <a:moveTo>
                      <a:pt x="789" y="1"/>
                    </a:moveTo>
                    <a:lnTo>
                      <a:pt x="622" y="16"/>
                    </a:lnTo>
                    <a:lnTo>
                      <a:pt x="486" y="61"/>
                    </a:lnTo>
                    <a:lnTo>
                      <a:pt x="349" y="137"/>
                    </a:lnTo>
                    <a:lnTo>
                      <a:pt x="228" y="228"/>
                    </a:lnTo>
                    <a:lnTo>
                      <a:pt x="137" y="349"/>
                    </a:lnTo>
                    <a:lnTo>
                      <a:pt x="61" y="486"/>
                    </a:lnTo>
                    <a:lnTo>
                      <a:pt x="16" y="638"/>
                    </a:lnTo>
                    <a:lnTo>
                      <a:pt x="1" y="789"/>
                    </a:lnTo>
                    <a:lnTo>
                      <a:pt x="16" y="956"/>
                    </a:lnTo>
                    <a:lnTo>
                      <a:pt x="61" y="1092"/>
                    </a:lnTo>
                    <a:lnTo>
                      <a:pt x="137" y="1229"/>
                    </a:lnTo>
                    <a:lnTo>
                      <a:pt x="228" y="1350"/>
                    </a:lnTo>
                    <a:lnTo>
                      <a:pt x="349" y="1441"/>
                    </a:lnTo>
                    <a:lnTo>
                      <a:pt x="486" y="1517"/>
                    </a:lnTo>
                    <a:lnTo>
                      <a:pt x="622" y="1562"/>
                    </a:lnTo>
                    <a:lnTo>
                      <a:pt x="789" y="1577"/>
                    </a:lnTo>
                    <a:lnTo>
                      <a:pt x="940" y="1562"/>
                    </a:lnTo>
                    <a:lnTo>
                      <a:pt x="1092" y="1517"/>
                    </a:lnTo>
                    <a:lnTo>
                      <a:pt x="1229" y="1441"/>
                    </a:lnTo>
                    <a:lnTo>
                      <a:pt x="1350" y="1350"/>
                    </a:lnTo>
                    <a:lnTo>
                      <a:pt x="1441" y="1229"/>
                    </a:lnTo>
                    <a:lnTo>
                      <a:pt x="1517" y="1092"/>
                    </a:lnTo>
                    <a:lnTo>
                      <a:pt x="1562" y="956"/>
                    </a:lnTo>
                    <a:lnTo>
                      <a:pt x="1577" y="789"/>
                    </a:lnTo>
                    <a:lnTo>
                      <a:pt x="1562" y="638"/>
                    </a:lnTo>
                    <a:lnTo>
                      <a:pt x="1517" y="486"/>
                    </a:lnTo>
                    <a:lnTo>
                      <a:pt x="1441" y="349"/>
                    </a:lnTo>
                    <a:lnTo>
                      <a:pt x="1350" y="228"/>
                    </a:lnTo>
                    <a:lnTo>
                      <a:pt x="1229" y="137"/>
                    </a:lnTo>
                    <a:lnTo>
                      <a:pt x="1092" y="61"/>
                    </a:lnTo>
                    <a:lnTo>
                      <a:pt x="940" y="16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7"/>
              <p:cNvSpPr/>
              <p:nvPr/>
            </p:nvSpPr>
            <p:spPr>
              <a:xfrm>
                <a:off x="5753029" y="4755696"/>
                <a:ext cx="64858" cy="64892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27" extrusionOk="0">
                    <a:moveTo>
                      <a:pt x="970" y="1"/>
                    </a:moveTo>
                    <a:lnTo>
                      <a:pt x="864" y="16"/>
                    </a:lnTo>
                    <a:lnTo>
                      <a:pt x="773" y="31"/>
                    </a:lnTo>
                    <a:lnTo>
                      <a:pt x="682" y="46"/>
                    </a:lnTo>
                    <a:lnTo>
                      <a:pt x="591" y="77"/>
                    </a:lnTo>
                    <a:lnTo>
                      <a:pt x="425" y="168"/>
                    </a:lnTo>
                    <a:lnTo>
                      <a:pt x="288" y="289"/>
                    </a:lnTo>
                    <a:lnTo>
                      <a:pt x="167" y="425"/>
                    </a:lnTo>
                    <a:lnTo>
                      <a:pt x="76" y="592"/>
                    </a:lnTo>
                    <a:lnTo>
                      <a:pt x="46" y="683"/>
                    </a:lnTo>
                    <a:lnTo>
                      <a:pt x="30" y="774"/>
                    </a:lnTo>
                    <a:lnTo>
                      <a:pt x="15" y="865"/>
                    </a:lnTo>
                    <a:lnTo>
                      <a:pt x="0" y="971"/>
                    </a:lnTo>
                    <a:lnTo>
                      <a:pt x="15" y="1062"/>
                    </a:lnTo>
                    <a:lnTo>
                      <a:pt x="30" y="1168"/>
                    </a:lnTo>
                    <a:lnTo>
                      <a:pt x="46" y="1259"/>
                    </a:lnTo>
                    <a:lnTo>
                      <a:pt x="76" y="1335"/>
                    </a:lnTo>
                    <a:lnTo>
                      <a:pt x="167" y="1502"/>
                    </a:lnTo>
                    <a:lnTo>
                      <a:pt x="288" y="1653"/>
                    </a:lnTo>
                    <a:lnTo>
                      <a:pt x="425" y="1760"/>
                    </a:lnTo>
                    <a:lnTo>
                      <a:pt x="591" y="1851"/>
                    </a:lnTo>
                    <a:lnTo>
                      <a:pt x="682" y="1881"/>
                    </a:lnTo>
                    <a:lnTo>
                      <a:pt x="773" y="1911"/>
                    </a:lnTo>
                    <a:lnTo>
                      <a:pt x="864" y="1926"/>
                    </a:lnTo>
                    <a:lnTo>
                      <a:pt x="1061" y="1926"/>
                    </a:lnTo>
                    <a:lnTo>
                      <a:pt x="1152" y="1911"/>
                    </a:lnTo>
                    <a:lnTo>
                      <a:pt x="1258" y="1881"/>
                    </a:lnTo>
                    <a:lnTo>
                      <a:pt x="1334" y="1851"/>
                    </a:lnTo>
                    <a:lnTo>
                      <a:pt x="1501" y="1760"/>
                    </a:lnTo>
                    <a:lnTo>
                      <a:pt x="1653" y="1653"/>
                    </a:lnTo>
                    <a:lnTo>
                      <a:pt x="1759" y="1502"/>
                    </a:lnTo>
                    <a:lnTo>
                      <a:pt x="1850" y="1335"/>
                    </a:lnTo>
                    <a:lnTo>
                      <a:pt x="1880" y="1259"/>
                    </a:lnTo>
                    <a:lnTo>
                      <a:pt x="1910" y="1168"/>
                    </a:lnTo>
                    <a:lnTo>
                      <a:pt x="1926" y="1062"/>
                    </a:lnTo>
                    <a:lnTo>
                      <a:pt x="1926" y="971"/>
                    </a:lnTo>
                    <a:lnTo>
                      <a:pt x="1926" y="865"/>
                    </a:lnTo>
                    <a:lnTo>
                      <a:pt x="1910" y="774"/>
                    </a:lnTo>
                    <a:lnTo>
                      <a:pt x="1880" y="683"/>
                    </a:lnTo>
                    <a:lnTo>
                      <a:pt x="1850" y="592"/>
                    </a:lnTo>
                    <a:lnTo>
                      <a:pt x="1759" y="425"/>
                    </a:lnTo>
                    <a:lnTo>
                      <a:pt x="1653" y="289"/>
                    </a:lnTo>
                    <a:lnTo>
                      <a:pt x="1501" y="168"/>
                    </a:lnTo>
                    <a:lnTo>
                      <a:pt x="1334" y="77"/>
                    </a:lnTo>
                    <a:lnTo>
                      <a:pt x="1258" y="46"/>
                    </a:lnTo>
                    <a:lnTo>
                      <a:pt x="1152" y="31"/>
                    </a:lnTo>
                    <a:lnTo>
                      <a:pt x="1061" y="16"/>
                    </a:lnTo>
                    <a:lnTo>
                      <a:pt x="9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7"/>
              <p:cNvSpPr/>
              <p:nvPr/>
            </p:nvSpPr>
            <p:spPr>
              <a:xfrm>
                <a:off x="5550837" y="4681171"/>
                <a:ext cx="63343" cy="63848"/>
              </a:xfrm>
              <a:custGeom>
                <a:avLst/>
                <a:gdLst/>
                <a:ahLst/>
                <a:cxnLst/>
                <a:rect l="l" t="t" r="r" b="b"/>
                <a:pathLst>
                  <a:path w="1881" h="1896" extrusionOk="0">
                    <a:moveTo>
                      <a:pt x="941" y="0"/>
                    </a:moveTo>
                    <a:lnTo>
                      <a:pt x="850" y="16"/>
                    </a:lnTo>
                    <a:lnTo>
                      <a:pt x="759" y="31"/>
                    </a:lnTo>
                    <a:lnTo>
                      <a:pt x="668" y="46"/>
                    </a:lnTo>
                    <a:lnTo>
                      <a:pt x="577" y="76"/>
                    </a:lnTo>
                    <a:lnTo>
                      <a:pt x="410" y="167"/>
                    </a:lnTo>
                    <a:lnTo>
                      <a:pt x="273" y="289"/>
                    </a:lnTo>
                    <a:lnTo>
                      <a:pt x="167" y="425"/>
                    </a:lnTo>
                    <a:lnTo>
                      <a:pt x="76" y="577"/>
                    </a:lnTo>
                    <a:lnTo>
                      <a:pt x="46" y="668"/>
                    </a:lnTo>
                    <a:lnTo>
                      <a:pt x="16" y="758"/>
                    </a:lnTo>
                    <a:lnTo>
                      <a:pt x="1" y="849"/>
                    </a:lnTo>
                    <a:lnTo>
                      <a:pt x="1" y="940"/>
                    </a:lnTo>
                    <a:lnTo>
                      <a:pt x="1" y="1047"/>
                    </a:lnTo>
                    <a:lnTo>
                      <a:pt x="16" y="1138"/>
                    </a:lnTo>
                    <a:lnTo>
                      <a:pt x="46" y="1228"/>
                    </a:lnTo>
                    <a:lnTo>
                      <a:pt x="76" y="1319"/>
                    </a:lnTo>
                    <a:lnTo>
                      <a:pt x="167" y="1471"/>
                    </a:lnTo>
                    <a:lnTo>
                      <a:pt x="273" y="1607"/>
                    </a:lnTo>
                    <a:lnTo>
                      <a:pt x="410" y="1729"/>
                    </a:lnTo>
                    <a:lnTo>
                      <a:pt x="577" y="1820"/>
                    </a:lnTo>
                    <a:lnTo>
                      <a:pt x="668" y="1850"/>
                    </a:lnTo>
                    <a:lnTo>
                      <a:pt x="759" y="1865"/>
                    </a:lnTo>
                    <a:lnTo>
                      <a:pt x="850" y="1880"/>
                    </a:lnTo>
                    <a:lnTo>
                      <a:pt x="941" y="1896"/>
                    </a:lnTo>
                    <a:lnTo>
                      <a:pt x="1031" y="1880"/>
                    </a:lnTo>
                    <a:lnTo>
                      <a:pt x="1138" y="1865"/>
                    </a:lnTo>
                    <a:lnTo>
                      <a:pt x="1229" y="1850"/>
                    </a:lnTo>
                    <a:lnTo>
                      <a:pt x="1304" y="1820"/>
                    </a:lnTo>
                    <a:lnTo>
                      <a:pt x="1471" y="1729"/>
                    </a:lnTo>
                    <a:lnTo>
                      <a:pt x="1608" y="1607"/>
                    </a:lnTo>
                    <a:lnTo>
                      <a:pt x="1729" y="1471"/>
                    </a:lnTo>
                    <a:lnTo>
                      <a:pt x="1805" y="1319"/>
                    </a:lnTo>
                    <a:lnTo>
                      <a:pt x="1835" y="1228"/>
                    </a:lnTo>
                    <a:lnTo>
                      <a:pt x="1865" y="1138"/>
                    </a:lnTo>
                    <a:lnTo>
                      <a:pt x="1880" y="1047"/>
                    </a:lnTo>
                    <a:lnTo>
                      <a:pt x="1880" y="940"/>
                    </a:lnTo>
                    <a:lnTo>
                      <a:pt x="1880" y="849"/>
                    </a:lnTo>
                    <a:lnTo>
                      <a:pt x="1865" y="758"/>
                    </a:lnTo>
                    <a:lnTo>
                      <a:pt x="1835" y="668"/>
                    </a:lnTo>
                    <a:lnTo>
                      <a:pt x="1805" y="577"/>
                    </a:lnTo>
                    <a:lnTo>
                      <a:pt x="1729" y="425"/>
                    </a:lnTo>
                    <a:lnTo>
                      <a:pt x="1608" y="289"/>
                    </a:lnTo>
                    <a:lnTo>
                      <a:pt x="1471" y="167"/>
                    </a:lnTo>
                    <a:lnTo>
                      <a:pt x="1304" y="76"/>
                    </a:lnTo>
                    <a:lnTo>
                      <a:pt x="1229" y="46"/>
                    </a:lnTo>
                    <a:lnTo>
                      <a:pt x="1138" y="31"/>
                    </a:lnTo>
                    <a:lnTo>
                      <a:pt x="1031" y="16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7"/>
              <p:cNvSpPr/>
              <p:nvPr/>
            </p:nvSpPr>
            <p:spPr>
              <a:xfrm>
                <a:off x="7236663" y="4626043"/>
                <a:ext cx="17410" cy="17376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6" extrusionOk="0">
                    <a:moveTo>
                      <a:pt x="258" y="0"/>
                    </a:moveTo>
                    <a:lnTo>
                      <a:pt x="213" y="15"/>
                    </a:lnTo>
                    <a:lnTo>
                      <a:pt x="152" y="30"/>
                    </a:lnTo>
                    <a:lnTo>
                      <a:pt x="107" y="46"/>
                    </a:lnTo>
                    <a:lnTo>
                      <a:pt x="77" y="76"/>
                    </a:lnTo>
                    <a:lnTo>
                      <a:pt x="46" y="121"/>
                    </a:lnTo>
                    <a:lnTo>
                      <a:pt x="16" y="167"/>
                    </a:lnTo>
                    <a:lnTo>
                      <a:pt x="1" y="212"/>
                    </a:lnTo>
                    <a:lnTo>
                      <a:pt x="1" y="258"/>
                    </a:lnTo>
                    <a:lnTo>
                      <a:pt x="1" y="318"/>
                    </a:lnTo>
                    <a:lnTo>
                      <a:pt x="16" y="364"/>
                    </a:lnTo>
                    <a:lnTo>
                      <a:pt x="46" y="409"/>
                    </a:lnTo>
                    <a:lnTo>
                      <a:pt x="77" y="440"/>
                    </a:lnTo>
                    <a:lnTo>
                      <a:pt x="107" y="470"/>
                    </a:lnTo>
                    <a:lnTo>
                      <a:pt x="152" y="500"/>
                    </a:lnTo>
                    <a:lnTo>
                      <a:pt x="213" y="516"/>
                    </a:lnTo>
                    <a:lnTo>
                      <a:pt x="304" y="516"/>
                    </a:lnTo>
                    <a:lnTo>
                      <a:pt x="365" y="500"/>
                    </a:lnTo>
                    <a:lnTo>
                      <a:pt x="395" y="470"/>
                    </a:lnTo>
                    <a:lnTo>
                      <a:pt x="440" y="440"/>
                    </a:lnTo>
                    <a:lnTo>
                      <a:pt x="471" y="409"/>
                    </a:lnTo>
                    <a:lnTo>
                      <a:pt x="501" y="364"/>
                    </a:lnTo>
                    <a:lnTo>
                      <a:pt x="501" y="318"/>
                    </a:lnTo>
                    <a:lnTo>
                      <a:pt x="516" y="258"/>
                    </a:lnTo>
                    <a:lnTo>
                      <a:pt x="501" y="212"/>
                    </a:lnTo>
                    <a:lnTo>
                      <a:pt x="501" y="167"/>
                    </a:lnTo>
                    <a:lnTo>
                      <a:pt x="471" y="121"/>
                    </a:lnTo>
                    <a:lnTo>
                      <a:pt x="440" y="76"/>
                    </a:lnTo>
                    <a:lnTo>
                      <a:pt x="395" y="46"/>
                    </a:lnTo>
                    <a:lnTo>
                      <a:pt x="365" y="30"/>
                    </a:lnTo>
                    <a:lnTo>
                      <a:pt x="304" y="15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7"/>
              <p:cNvSpPr/>
              <p:nvPr/>
            </p:nvSpPr>
            <p:spPr>
              <a:xfrm>
                <a:off x="7019688" y="4512184"/>
                <a:ext cx="53139" cy="5310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577" extrusionOk="0">
                    <a:moveTo>
                      <a:pt x="789" y="0"/>
                    </a:moveTo>
                    <a:lnTo>
                      <a:pt x="622" y="15"/>
                    </a:lnTo>
                    <a:lnTo>
                      <a:pt x="486" y="61"/>
                    </a:lnTo>
                    <a:lnTo>
                      <a:pt x="349" y="137"/>
                    </a:lnTo>
                    <a:lnTo>
                      <a:pt x="228" y="228"/>
                    </a:lnTo>
                    <a:lnTo>
                      <a:pt x="137" y="349"/>
                    </a:lnTo>
                    <a:lnTo>
                      <a:pt x="61" y="485"/>
                    </a:lnTo>
                    <a:lnTo>
                      <a:pt x="16" y="622"/>
                    </a:lnTo>
                    <a:lnTo>
                      <a:pt x="1" y="789"/>
                    </a:lnTo>
                    <a:lnTo>
                      <a:pt x="16" y="940"/>
                    </a:lnTo>
                    <a:lnTo>
                      <a:pt x="61" y="1092"/>
                    </a:lnTo>
                    <a:lnTo>
                      <a:pt x="137" y="1228"/>
                    </a:lnTo>
                    <a:lnTo>
                      <a:pt x="228" y="1350"/>
                    </a:lnTo>
                    <a:lnTo>
                      <a:pt x="349" y="1441"/>
                    </a:lnTo>
                    <a:lnTo>
                      <a:pt x="486" y="1516"/>
                    </a:lnTo>
                    <a:lnTo>
                      <a:pt x="622" y="1562"/>
                    </a:lnTo>
                    <a:lnTo>
                      <a:pt x="789" y="1577"/>
                    </a:lnTo>
                    <a:lnTo>
                      <a:pt x="940" y="1562"/>
                    </a:lnTo>
                    <a:lnTo>
                      <a:pt x="1092" y="1516"/>
                    </a:lnTo>
                    <a:lnTo>
                      <a:pt x="1229" y="1441"/>
                    </a:lnTo>
                    <a:lnTo>
                      <a:pt x="1350" y="1350"/>
                    </a:lnTo>
                    <a:lnTo>
                      <a:pt x="1441" y="1228"/>
                    </a:lnTo>
                    <a:lnTo>
                      <a:pt x="1517" y="1092"/>
                    </a:lnTo>
                    <a:lnTo>
                      <a:pt x="1562" y="940"/>
                    </a:lnTo>
                    <a:lnTo>
                      <a:pt x="1577" y="789"/>
                    </a:lnTo>
                    <a:lnTo>
                      <a:pt x="1562" y="622"/>
                    </a:lnTo>
                    <a:lnTo>
                      <a:pt x="1517" y="485"/>
                    </a:lnTo>
                    <a:lnTo>
                      <a:pt x="1441" y="349"/>
                    </a:lnTo>
                    <a:lnTo>
                      <a:pt x="1350" y="228"/>
                    </a:lnTo>
                    <a:lnTo>
                      <a:pt x="1229" y="137"/>
                    </a:lnTo>
                    <a:lnTo>
                      <a:pt x="1092" y="61"/>
                    </a:lnTo>
                    <a:lnTo>
                      <a:pt x="940" y="15"/>
                    </a:lnTo>
                    <a:lnTo>
                      <a:pt x="78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7"/>
              <p:cNvSpPr/>
              <p:nvPr/>
            </p:nvSpPr>
            <p:spPr>
              <a:xfrm>
                <a:off x="7617034" y="4667902"/>
                <a:ext cx="45461" cy="44956"/>
              </a:xfrm>
              <a:custGeom>
                <a:avLst/>
                <a:gdLst/>
                <a:ahLst/>
                <a:cxnLst/>
                <a:rect l="l" t="t" r="r" b="b"/>
                <a:pathLst>
                  <a:path w="1350" h="1335" extrusionOk="0">
                    <a:moveTo>
                      <a:pt x="683" y="0"/>
                    </a:moveTo>
                    <a:lnTo>
                      <a:pt x="546" y="15"/>
                    </a:lnTo>
                    <a:lnTo>
                      <a:pt x="410" y="61"/>
                    </a:lnTo>
                    <a:lnTo>
                      <a:pt x="304" y="122"/>
                    </a:lnTo>
                    <a:lnTo>
                      <a:pt x="197" y="197"/>
                    </a:lnTo>
                    <a:lnTo>
                      <a:pt x="122" y="303"/>
                    </a:lnTo>
                    <a:lnTo>
                      <a:pt x="61" y="410"/>
                    </a:lnTo>
                    <a:lnTo>
                      <a:pt x="16" y="531"/>
                    </a:lnTo>
                    <a:lnTo>
                      <a:pt x="0" y="667"/>
                    </a:lnTo>
                    <a:lnTo>
                      <a:pt x="16" y="804"/>
                    </a:lnTo>
                    <a:lnTo>
                      <a:pt x="61" y="940"/>
                    </a:lnTo>
                    <a:lnTo>
                      <a:pt x="122" y="1046"/>
                    </a:lnTo>
                    <a:lnTo>
                      <a:pt x="197" y="1152"/>
                    </a:lnTo>
                    <a:lnTo>
                      <a:pt x="304" y="1228"/>
                    </a:lnTo>
                    <a:lnTo>
                      <a:pt x="410" y="1289"/>
                    </a:lnTo>
                    <a:lnTo>
                      <a:pt x="546" y="1334"/>
                    </a:lnTo>
                    <a:lnTo>
                      <a:pt x="804" y="1334"/>
                    </a:lnTo>
                    <a:lnTo>
                      <a:pt x="940" y="1289"/>
                    </a:lnTo>
                    <a:lnTo>
                      <a:pt x="1046" y="1228"/>
                    </a:lnTo>
                    <a:lnTo>
                      <a:pt x="1153" y="1152"/>
                    </a:lnTo>
                    <a:lnTo>
                      <a:pt x="1228" y="1046"/>
                    </a:lnTo>
                    <a:lnTo>
                      <a:pt x="1289" y="940"/>
                    </a:lnTo>
                    <a:lnTo>
                      <a:pt x="1335" y="804"/>
                    </a:lnTo>
                    <a:lnTo>
                      <a:pt x="1350" y="667"/>
                    </a:lnTo>
                    <a:lnTo>
                      <a:pt x="1335" y="531"/>
                    </a:lnTo>
                    <a:lnTo>
                      <a:pt x="1289" y="410"/>
                    </a:lnTo>
                    <a:lnTo>
                      <a:pt x="1228" y="303"/>
                    </a:lnTo>
                    <a:lnTo>
                      <a:pt x="1153" y="197"/>
                    </a:lnTo>
                    <a:lnTo>
                      <a:pt x="1046" y="122"/>
                    </a:lnTo>
                    <a:lnTo>
                      <a:pt x="940" y="61"/>
                    </a:lnTo>
                    <a:lnTo>
                      <a:pt x="804" y="15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7"/>
              <p:cNvSpPr/>
              <p:nvPr/>
            </p:nvSpPr>
            <p:spPr>
              <a:xfrm>
                <a:off x="5300658" y="4667902"/>
                <a:ext cx="72031" cy="72536"/>
              </a:xfrm>
              <a:custGeom>
                <a:avLst/>
                <a:gdLst/>
                <a:ahLst/>
                <a:cxnLst/>
                <a:rect l="l" t="t" r="r" b="b"/>
                <a:pathLst>
                  <a:path w="2139" h="2154" extrusionOk="0">
                    <a:moveTo>
                      <a:pt x="1062" y="0"/>
                    </a:moveTo>
                    <a:lnTo>
                      <a:pt x="956" y="15"/>
                    </a:lnTo>
                    <a:lnTo>
                      <a:pt x="850" y="31"/>
                    </a:lnTo>
                    <a:lnTo>
                      <a:pt x="744" y="46"/>
                    </a:lnTo>
                    <a:lnTo>
                      <a:pt x="653" y="91"/>
                    </a:lnTo>
                    <a:lnTo>
                      <a:pt x="562" y="137"/>
                    </a:lnTo>
                    <a:lnTo>
                      <a:pt x="471" y="182"/>
                    </a:lnTo>
                    <a:lnTo>
                      <a:pt x="380" y="243"/>
                    </a:lnTo>
                    <a:lnTo>
                      <a:pt x="304" y="319"/>
                    </a:lnTo>
                    <a:lnTo>
                      <a:pt x="243" y="394"/>
                    </a:lnTo>
                    <a:lnTo>
                      <a:pt x="183" y="470"/>
                    </a:lnTo>
                    <a:lnTo>
                      <a:pt x="122" y="561"/>
                    </a:lnTo>
                    <a:lnTo>
                      <a:pt x="77" y="652"/>
                    </a:lnTo>
                    <a:lnTo>
                      <a:pt x="46" y="758"/>
                    </a:lnTo>
                    <a:lnTo>
                      <a:pt x="16" y="864"/>
                    </a:lnTo>
                    <a:lnTo>
                      <a:pt x="1" y="971"/>
                    </a:lnTo>
                    <a:lnTo>
                      <a:pt x="1" y="1077"/>
                    </a:lnTo>
                    <a:lnTo>
                      <a:pt x="1" y="1183"/>
                    </a:lnTo>
                    <a:lnTo>
                      <a:pt x="16" y="1289"/>
                    </a:lnTo>
                    <a:lnTo>
                      <a:pt x="46" y="1395"/>
                    </a:lnTo>
                    <a:lnTo>
                      <a:pt x="77" y="1501"/>
                    </a:lnTo>
                    <a:lnTo>
                      <a:pt x="122" y="1592"/>
                    </a:lnTo>
                    <a:lnTo>
                      <a:pt x="183" y="1683"/>
                    </a:lnTo>
                    <a:lnTo>
                      <a:pt x="243" y="1759"/>
                    </a:lnTo>
                    <a:lnTo>
                      <a:pt x="304" y="1835"/>
                    </a:lnTo>
                    <a:lnTo>
                      <a:pt x="380" y="1911"/>
                    </a:lnTo>
                    <a:lnTo>
                      <a:pt x="471" y="1971"/>
                    </a:lnTo>
                    <a:lnTo>
                      <a:pt x="562" y="2017"/>
                    </a:lnTo>
                    <a:lnTo>
                      <a:pt x="653" y="2062"/>
                    </a:lnTo>
                    <a:lnTo>
                      <a:pt x="744" y="2108"/>
                    </a:lnTo>
                    <a:lnTo>
                      <a:pt x="850" y="2123"/>
                    </a:lnTo>
                    <a:lnTo>
                      <a:pt x="956" y="2138"/>
                    </a:lnTo>
                    <a:lnTo>
                      <a:pt x="1062" y="2153"/>
                    </a:lnTo>
                    <a:lnTo>
                      <a:pt x="1183" y="2138"/>
                    </a:lnTo>
                    <a:lnTo>
                      <a:pt x="1290" y="2123"/>
                    </a:lnTo>
                    <a:lnTo>
                      <a:pt x="1381" y="2108"/>
                    </a:lnTo>
                    <a:lnTo>
                      <a:pt x="1487" y="2062"/>
                    </a:lnTo>
                    <a:lnTo>
                      <a:pt x="1578" y="2017"/>
                    </a:lnTo>
                    <a:lnTo>
                      <a:pt x="1669" y="1971"/>
                    </a:lnTo>
                    <a:lnTo>
                      <a:pt x="1744" y="1911"/>
                    </a:lnTo>
                    <a:lnTo>
                      <a:pt x="1820" y="1835"/>
                    </a:lnTo>
                    <a:lnTo>
                      <a:pt x="1896" y="1759"/>
                    </a:lnTo>
                    <a:lnTo>
                      <a:pt x="1957" y="1683"/>
                    </a:lnTo>
                    <a:lnTo>
                      <a:pt x="2002" y="1592"/>
                    </a:lnTo>
                    <a:lnTo>
                      <a:pt x="2048" y="1501"/>
                    </a:lnTo>
                    <a:lnTo>
                      <a:pt x="2093" y="1395"/>
                    </a:lnTo>
                    <a:lnTo>
                      <a:pt x="2123" y="1289"/>
                    </a:lnTo>
                    <a:lnTo>
                      <a:pt x="2139" y="1183"/>
                    </a:lnTo>
                    <a:lnTo>
                      <a:pt x="2139" y="1077"/>
                    </a:lnTo>
                    <a:lnTo>
                      <a:pt x="2139" y="971"/>
                    </a:lnTo>
                    <a:lnTo>
                      <a:pt x="2123" y="864"/>
                    </a:lnTo>
                    <a:lnTo>
                      <a:pt x="2093" y="758"/>
                    </a:lnTo>
                    <a:lnTo>
                      <a:pt x="2048" y="652"/>
                    </a:lnTo>
                    <a:lnTo>
                      <a:pt x="2002" y="561"/>
                    </a:lnTo>
                    <a:lnTo>
                      <a:pt x="1957" y="470"/>
                    </a:lnTo>
                    <a:lnTo>
                      <a:pt x="1896" y="394"/>
                    </a:lnTo>
                    <a:lnTo>
                      <a:pt x="1820" y="319"/>
                    </a:lnTo>
                    <a:lnTo>
                      <a:pt x="1744" y="243"/>
                    </a:lnTo>
                    <a:lnTo>
                      <a:pt x="1669" y="182"/>
                    </a:lnTo>
                    <a:lnTo>
                      <a:pt x="1578" y="137"/>
                    </a:lnTo>
                    <a:lnTo>
                      <a:pt x="1487" y="91"/>
                    </a:lnTo>
                    <a:lnTo>
                      <a:pt x="1381" y="46"/>
                    </a:lnTo>
                    <a:lnTo>
                      <a:pt x="1290" y="31"/>
                    </a:lnTo>
                    <a:lnTo>
                      <a:pt x="1183" y="15"/>
                    </a:lnTo>
                    <a:lnTo>
                      <a:pt x="106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7"/>
              <p:cNvSpPr/>
              <p:nvPr/>
            </p:nvSpPr>
            <p:spPr>
              <a:xfrm>
                <a:off x="6264602" y="4543334"/>
                <a:ext cx="51590" cy="5108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517" extrusionOk="0">
                    <a:moveTo>
                      <a:pt x="773" y="0"/>
                    </a:moveTo>
                    <a:lnTo>
                      <a:pt x="606" y="15"/>
                    </a:lnTo>
                    <a:lnTo>
                      <a:pt x="470" y="61"/>
                    </a:lnTo>
                    <a:lnTo>
                      <a:pt x="334" y="137"/>
                    </a:lnTo>
                    <a:lnTo>
                      <a:pt x="227" y="228"/>
                    </a:lnTo>
                    <a:lnTo>
                      <a:pt x="136" y="334"/>
                    </a:lnTo>
                    <a:lnTo>
                      <a:pt x="61" y="470"/>
                    </a:lnTo>
                    <a:lnTo>
                      <a:pt x="15" y="607"/>
                    </a:lnTo>
                    <a:lnTo>
                      <a:pt x="0" y="758"/>
                    </a:lnTo>
                    <a:lnTo>
                      <a:pt x="15" y="910"/>
                    </a:lnTo>
                    <a:lnTo>
                      <a:pt x="61" y="1061"/>
                    </a:lnTo>
                    <a:lnTo>
                      <a:pt x="136" y="1183"/>
                    </a:lnTo>
                    <a:lnTo>
                      <a:pt x="227" y="1304"/>
                    </a:lnTo>
                    <a:lnTo>
                      <a:pt x="334" y="1395"/>
                    </a:lnTo>
                    <a:lnTo>
                      <a:pt x="470" y="1456"/>
                    </a:lnTo>
                    <a:lnTo>
                      <a:pt x="606" y="1501"/>
                    </a:lnTo>
                    <a:lnTo>
                      <a:pt x="773" y="1516"/>
                    </a:lnTo>
                    <a:lnTo>
                      <a:pt x="925" y="1501"/>
                    </a:lnTo>
                    <a:lnTo>
                      <a:pt x="1061" y="1456"/>
                    </a:lnTo>
                    <a:lnTo>
                      <a:pt x="1198" y="1395"/>
                    </a:lnTo>
                    <a:lnTo>
                      <a:pt x="1304" y="1304"/>
                    </a:lnTo>
                    <a:lnTo>
                      <a:pt x="1395" y="1183"/>
                    </a:lnTo>
                    <a:lnTo>
                      <a:pt x="1471" y="1061"/>
                    </a:lnTo>
                    <a:lnTo>
                      <a:pt x="1516" y="910"/>
                    </a:lnTo>
                    <a:lnTo>
                      <a:pt x="1531" y="758"/>
                    </a:lnTo>
                    <a:lnTo>
                      <a:pt x="1516" y="607"/>
                    </a:lnTo>
                    <a:lnTo>
                      <a:pt x="1471" y="470"/>
                    </a:lnTo>
                    <a:lnTo>
                      <a:pt x="1395" y="334"/>
                    </a:lnTo>
                    <a:lnTo>
                      <a:pt x="1304" y="228"/>
                    </a:lnTo>
                    <a:lnTo>
                      <a:pt x="1198" y="137"/>
                    </a:lnTo>
                    <a:lnTo>
                      <a:pt x="1061" y="61"/>
                    </a:lnTo>
                    <a:lnTo>
                      <a:pt x="925" y="15"/>
                    </a:lnTo>
                    <a:lnTo>
                      <a:pt x="77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852;p47">
            <a:extLst>
              <a:ext uri="{FF2B5EF4-FFF2-40B4-BE49-F238E27FC236}">
                <a16:creationId xmlns:a16="http://schemas.microsoft.com/office/drawing/2014/main" id="{233C1559-8647-8C0A-BD01-3A7BD01E09C9}"/>
              </a:ext>
            </a:extLst>
          </p:cNvPr>
          <p:cNvSpPr txBox="1">
            <a:spLocks/>
          </p:cNvSpPr>
          <p:nvPr/>
        </p:nvSpPr>
        <p:spPr>
          <a:xfrm>
            <a:off x="3276600" y="1676400"/>
            <a:ext cx="5429249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bin"/>
              <a:buNone/>
              <a:defRPr sz="7500" b="1" i="0" u="none" strike="noStrike" cap="none" spc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aleway"/>
              <a:buNone/>
              <a:defRPr sz="52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IN" sz="8800" dirty="0"/>
              <a:t>Thank You</a:t>
            </a:r>
          </a:p>
        </p:txBody>
      </p:sp>
      <p:sp>
        <p:nvSpPr>
          <p:cNvPr id="6" name="Google Shape;338;p28">
            <a:extLst>
              <a:ext uri="{FF2B5EF4-FFF2-40B4-BE49-F238E27FC236}">
                <a16:creationId xmlns:a16="http://schemas.microsoft.com/office/drawing/2014/main" id="{B8D06AE7-8837-7A67-44CA-1579DEA9060E}"/>
              </a:ext>
            </a:extLst>
          </p:cNvPr>
          <p:cNvSpPr txBox="1">
            <a:spLocks/>
          </p:cNvSpPr>
          <p:nvPr/>
        </p:nvSpPr>
        <p:spPr>
          <a:xfrm>
            <a:off x="3578700" y="2714787"/>
            <a:ext cx="5241450" cy="53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dirty="0"/>
              <a:t>Every Drop Counts — Save Water, Save the Future.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77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window dir="ver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Water Conservation Newsletter by Slidesgo">
  <a:themeElements>
    <a:clrScheme name="Simple Light">
      <a:dk1>
        <a:srgbClr val="0958B7"/>
      </a:dk1>
      <a:lt1>
        <a:srgbClr val="191919"/>
      </a:lt1>
      <a:dk2>
        <a:srgbClr val="D3E4FF"/>
      </a:dk2>
      <a:lt2>
        <a:srgbClr val="FFFFFF"/>
      </a:lt2>
      <a:accent1>
        <a:srgbClr val="336AAD"/>
      </a:accent1>
      <a:accent2>
        <a:srgbClr val="94AADF"/>
      </a:accent2>
      <a:accent3>
        <a:srgbClr val="C8D5F5"/>
      </a:accent3>
      <a:accent4>
        <a:srgbClr val="7CC2FF"/>
      </a:accent4>
      <a:accent5>
        <a:srgbClr val="629DE5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674</Words>
  <Application>Microsoft Office PowerPoint</Application>
  <PresentationFormat>On-screen Show (16:9)</PresentationFormat>
  <Paragraphs>122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Raleway</vt:lpstr>
      <vt:lpstr>Nunito Light</vt:lpstr>
      <vt:lpstr>Wingdings</vt:lpstr>
      <vt:lpstr>Cabin</vt:lpstr>
      <vt:lpstr>Open Sans</vt:lpstr>
      <vt:lpstr>Arial</vt:lpstr>
      <vt:lpstr>Open Sans Light</vt:lpstr>
      <vt:lpstr>Water Conservation Newsletter by Slidesgo</vt:lpstr>
      <vt:lpstr>Save Water SAVE LIFE</vt:lpstr>
      <vt:lpstr>Water  Conservation</vt:lpstr>
      <vt:lpstr>Why Water Conservation Matters?</vt:lpstr>
      <vt:lpstr>Water Scarcity</vt:lpstr>
      <vt:lpstr>Water Conservation in Action</vt:lpstr>
      <vt:lpstr>Water Saving Tips</vt:lpstr>
      <vt:lpstr>Water Scarcity: Latest Updates</vt:lpstr>
      <vt:lpstr>—Our responsiblity</vt:lpstr>
      <vt:lpstr>April 22</vt:lpstr>
      <vt:lpstr>Water Conservation Priorities</vt:lpstr>
      <vt:lpstr>Are Our Water-Saving Efforts working?</vt:lpstr>
      <vt:lpstr>Water-Saving moments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Khushi Maurya</dc:creator>
  <cp:lastModifiedBy>Khushi Maurya</cp:lastModifiedBy>
  <cp:revision>6</cp:revision>
  <dcterms:modified xsi:type="dcterms:W3CDTF">2026-10-13T08:44:25Z</dcterms:modified>
</cp:coreProperties>
</file>