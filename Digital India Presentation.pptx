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416B"/>
    <a:srgbClr val="176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lt1"/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r>
              <a:rPr lang="en-IN" sz="2000" dirty="0">
                <a:solidFill>
                  <a:schemeClr val="lt1"/>
                </a:solidFill>
                <a:latin typeface="Book Antiqua" panose="02040602050305030304" pitchFamily="18" charset="0"/>
                <a:ea typeface="+mn-ea"/>
                <a:cs typeface="+mn-cs"/>
              </a:rPr>
              <a:t>Transaction</a:t>
            </a:r>
            <a:r>
              <a:rPr lang="en-IN" sz="2000" baseline="0" dirty="0">
                <a:solidFill>
                  <a:schemeClr val="lt1"/>
                </a:solidFill>
                <a:latin typeface="Book Antiqua" panose="02040602050305030304" pitchFamily="18" charset="0"/>
                <a:ea typeface="+mn-ea"/>
                <a:cs typeface="+mn-cs"/>
              </a:rPr>
              <a:t> Index</a:t>
            </a:r>
            <a:endParaRPr lang="en-IN" sz="2000" dirty="0">
              <a:latin typeface="Book Antiqua" panose="02040602050305030304" pitchFamily="18" charset="0"/>
            </a:endParaRPr>
          </a:p>
        </c:rich>
      </c:tx>
      <c:layout>
        <c:manualLayout>
          <c:xMode val="edge"/>
          <c:yMode val="edge"/>
          <c:x val="0.44627047794857772"/>
          <c:y val="2.0865117897157559E-2"/>
        </c:manualLayout>
      </c:layout>
      <c:overlay val="0"/>
      <c:spPr>
        <a:solidFill>
          <a:schemeClr val="dk1">
            <a:alpha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lt1"/>
              </a:solidFill>
              <a:latin typeface="Book Antiqua" panose="02040602050305030304" pitchFamily="18" charset="0"/>
              <a:ea typeface="+mn-ea"/>
              <a:cs typeface="+mn-cs"/>
            </a:defRPr>
          </a:pPr>
          <a:endParaRPr lang="en-IN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ook Antiqua" panose="02040602050305030304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40</c:v>
                </c:pt>
                <c:pt idx="2">
                  <c:v>58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B3-4B19-BCC1-CEC91BE748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E5B3-4B19-BCC1-CEC91BE748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E5B3-4B19-BCC1-CEC91BE748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73584143"/>
        <c:axId val="1900487824"/>
        <c:axId val="0"/>
      </c:bar3DChart>
      <c:catAx>
        <c:axId val="735841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Book Antiqua" panose="02040602050305030304" pitchFamily="18" charset="0"/>
                    <a:ea typeface="+mn-ea"/>
                    <a:cs typeface="+mn-cs"/>
                  </a:defRPr>
                </a:pPr>
                <a:r>
                  <a:rPr lang="en-IN" sz="2000" dirty="0">
                    <a:latin typeface="Book Antiqua" panose="02040602050305030304" pitchFamily="18" charset="0"/>
                  </a:rPr>
                  <a:t>Year</a:t>
                </a:r>
              </a:p>
            </c:rich>
          </c:tx>
          <c:layout>
            <c:manualLayout>
              <c:xMode val="edge"/>
              <c:yMode val="edge"/>
              <c:x val="0.47231427593289971"/>
              <c:y val="0.912585048552882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Book Antiqua" panose="02040602050305030304" pitchFamily="18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1900487824"/>
        <c:crosses val="autoZero"/>
        <c:auto val="1"/>
        <c:lblAlgn val="ctr"/>
        <c:lblOffset val="100"/>
        <c:noMultiLvlLbl val="0"/>
      </c:catAx>
      <c:valAx>
        <c:axId val="1900487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  <a:ea typeface="+mn-ea"/>
                <a:cs typeface="+mn-cs"/>
              </a:defRPr>
            </a:pPr>
            <a:endParaRPr lang="en-US"/>
          </a:p>
        </c:txPr>
        <c:crossAx val="73584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454238-E8F4-4622-AB5D-2369D1F9B91B}" type="doc">
      <dgm:prSet loTypeId="urn:microsoft.com/office/officeart/2008/layout/VerticalCurv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56A331E-DC3D-4D81-B58D-24D4050754C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Book Antiqua" panose="02040602050305030304" pitchFamily="18" charset="0"/>
            </a:rPr>
            <a:t>Digital Payments</a:t>
          </a:r>
        </a:p>
      </dgm:t>
    </dgm:pt>
    <dgm:pt modelId="{13240E1E-BCA9-46BA-A8CD-225C4BF0A93B}" type="parTrans" cxnId="{9BC1B756-6FFB-4E8A-82A7-29E01FC642DA}">
      <dgm:prSet/>
      <dgm:spPr/>
      <dgm:t>
        <a:bodyPr/>
        <a:lstStyle/>
        <a:p>
          <a:endParaRPr lang="en-IN"/>
        </a:p>
      </dgm:t>
    </dgm:pt>
    <dgm:pt modelId="{5366C1AC-F583-4494-87BE-F759E7AC20E5}" type="sibTrans" cxnId="{9BC1B756-6FFB-4E8A-82A7-29E01FC642DA}">
      <dgm:prSet/>
      <dgm:spPr/>
      <dgm:t>
        <a:bodyPr/>
        <a:lstStyle/>
        <a:p>
          <a:endParaRPr lang="en-IN">
            <a:latin typeface="Book Antiqua" panose="02040602050305030304" pitchFamily="18" charset="0"/>
          </a:endParaRPr>
        </a:p>
      </dgm:t>
    </dgm:pt>
    <dgm:pt modelId="{B3D45788-4F33-4117-B9FA-BD66355E367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>
              <a:latin typeface="Book Antiqua" panose="02040602050305030304" pitchFamily="18" charset="0"/>
            </a:rPr>
            <a:t>E-Governance</a:t>
          </a:r>
        </a:p>
      </dgm:t>
    </dgm:pt>
    <dgm:pt modelId="{500951DC-B707-47CA-BE38-54B872D5AB24}" type="parTrans" cxnId="{8AC9455D-F84F-4E15-B49E-2E148C1EC0C2}">
      <dgm:prSet/>
      <dgm:spPr/>
      <dgm:t>
        <a:bodyPr/>
        <a:lstStyle/>
        <a:p>
          <a:endParaRPr lang="en-IN"/>
        </a:p>
      </dgm:t>
    </dgm:pt>
    <dgm:pt modelId="{C87B2EF8-DF17-4187-AEC4-586FBBEB0A1D}" type="sibTrans" cxnId="{8AC9455D-F84F-4E15-B49E-2E148C1EC0C2}">
      <dgm:prSet/>
      <dgm:spPr/>
      <dgm:t>
        <a:bodyPr/>
        <a:lstStyle/>
        <a:p>
          <a:endParaRPr lang="en-IN"/>
        </a:p>
      </dgm:t>
    </dgm:pt>
    <dgm:pt modelId="{2D1678B3-133C-4559-B9D0-E73D97BF42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>
              <a:latin typeface="Book Antiqua" panose="02040602050305030304" pitchFamily="18" charset="0"/>
            </a:rPr>
            <a:t>Digital Education</a:t>
          </a:r>
        </a:p>
      </dgm:t>
    </dgm:pt>
    <dgm:pt modelId="{BEA4E100-A009-489E-B45A-0E0382641347}" type="parTrans" cxnId="{176F116C-5254-4749-8F99-C3021329298F}">
      <dgm:prSet/>
      <dgm:spPr/>
      <dgm:t>
        <a:bodyPr/>
        <a:lstStyle/>
        <a:p>
          <a:endParaRPr lang="en-IN"/>
        </a:p>
      </dgm:t>
    </dgm:pt>
    <dgm:pt modelId="{87A40089-08CB-439E-A525-3225E8A0C3A8}" type="sibTrans" cxnId="{176F116C-5254-4749-8F99-C3021329298F}">
      <dgm:prSet/>
      <dgm:spPr/>
      <dgm:t>
        <a:bodyPr/>
        <a:lstStyle/>
        <a:p>
          <a:endParaRPr lang="en-IN"/>
        </a:p>
      </dgm:t>
    </dgm:pt>
    <dgm:pt modelId="{F67F3AB1-A22D-4A34-BDF4-250BE87BBA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>
              <a:latin typeface="Book Antiqua" panose="02040602050305030304" pitchFamily="18" charset="0"/>
            </a:rPr>
            <a:t>Digital Healthcare</a:t>
          </a:r>
        </a:p>
      </dgm:t>
    </dgm:pt>
    <dgm:pt modelId="{0B1CA924-687B-414D-B4B9-A8147F4E9E4A}" type="parTrans" cxnId="{1B2ED9DB-0DAF-4387-BC50-EA8E5815C18D}">
      <dgm:prSet/>
      <dgm:spPr/>
      <dgm:t>
        <a:bodyPr/>
        <a:lstStyle/>
        <a:p>
          <a:endParaRPr lang="en-IN"/>
        </a:p>
      </dgm:t>
    </dgm:pt>
    <dgm:pt modelId="{668C0DF0-1C76-46FB-B734-5BB7288ABC1A}" type="sibTrans" cxnId="{1B2ED9DB-0DAF-4387-BC50-EA8E5815C18D}">
      <dgm:prSet/>
      <dgm:spPr/>
      <dgm:t>
        <a:bodyPr/>
        <a:lstStyle/>
        <a:p>
          <a:endParaRPr lang="en-IN"/>
        </a:p>
      </dgm:t>
    </dgm:pt>
    <dgm:pt modelId="{9D455927-C331-405E-AC92-E13566D7AD9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>
              <a:latin typeface="Book Antiqua" panose="02040602050305030304" pitchFamily="18" charset="0"/>
            </a:rPr>
            <a:t>Online Banking</a:t>
          </a:r>
        </a:p>
      </dgm:t>
    </dgm:pt>
    <dgm:pt modelId="{BE09338A-0AF9-4F47-8D67-2BEC5C6198AB}" type="parTrans" cxnId="{91775C52-AC27-460C-B330-C7FF334F770B}">
      <dgm:prSet/>
      <dgm:spPr/>
      <dgm:t>
        <a:bodyPr/>
        <a:lstStyle/>
        <a:p>
          <a:endParaRPr lang="en-IN"/>
        </a:p>
      </dgm:t>
    </dgm:pt>
    <dgm:pt modelId="{9178B0ED-195A-4001-AF03-6BAD6CA1C8AB}" type="sibTrans" cxnId="{91775C52-AC27-460C-B330-C7FF334F770B}">
      <dgm:prSet/>
      <dgm:spPr/>
      <dgm:t>
        <a:bodyPr/>
        <a:lstStyle/>
        <a:p>
          <a:endParaRPr lang="en-IN"/>
        </a:p>
      </dgm:t>
    </dgm:pt>
    <dgm:pt modelId="{E3D737D2-A238-4E3E-A7FC-87E52ABCB0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>
              <a:latin typeface="Book Antiqua" panose="02040602050305030304" pitchFamily="18" charset="0"/>
            </a:rPr>
            <a:t>Digital Infrastructure</a:t>
          </a:r>
        </a:p>
      </dgm:t>
    </dgm:pt>
    <dgm:pt modelId="{1F0FA096-A6BD-4E3B-BBF5-0D468A2305C3}" type="parTrans" cxnId="{A7E6508F-408E-44F6-9AF0-970D8F727B4D}">
      <dgm:prSet/>
      <dgm:spPr/>
      <dgm:t>
        <a:bodyPr/>
        <a:lstStyle/>
        <a:p>
          <a:endParaRPr lang="en-IN"/>
        </a:p>
      </dgm:t>
    </dgm:pt>
    <dgm:pt modelId="{4D90A21C-5667-4019-A6D6-A7938C085546}" type="sibTrans" cxnId="{A7E6508F-408E-44F6-9AF0-970D8F727B4D}">
      <dgm:prSet/>
      <dgm:spPr/>
      <dgm:t>
        <a:bodyPr/>
        <a:lstStyle/>
        <a:p>
          <a:endParaRPr lang="en-IN"/>
        </a:p>
      </dgm:t>
    </dgm:pt>
    <dgm:pt modelId="{609D7A62-D76D-4063-987A-66BA1B6DD3C1}" type="pres">
      <dgm:prSet presAssocID="{F9454238-E8F4-4622-AB5D-2369D1F9B91B}" presName="Name0" presStyleCnt="0">
        <dgm:presLayoutVars>
          <dgm:chMax val="7"/>
          <dgm:chPref val="7"/>
          <dgm:dir/>
        </dgm:presLayoutVars>
      </dgm:prSet>
      <dgm:spPr/>
    </dgm:pt>
    <dgm:pt modelId="{9F3523F0-60B9-4B80-B61E-FB0053AF332A}" type="pres">
      <dgm:prSet presAssocID="{F9454238-E8F4-4622-AB5D-2369D1F9B91B}" presName="Name1" presStyleCnt="0"/>
      <dgm:spPr/>
    </dgm:pt>
    <dgm:pt modelId="{0589D733-1748-45A0-835C-27F79377BF7A}" type="pres">
      <dgm:prSet presAssocID="{F9454238-E8F4-4622-AB5D-2369D1F9B91B}" presName="cycle" presStyleCnt="0"/>
      <dgm:spPr/>
    </dgm:pt>
    <dgm:pt modelId="{9B71A702-C217-4E91-ACB1-CE2F2CF1F62D}" type="pres">
      <dgm:prSet presAssocID="{F9454238-E8F4-4622-AB5D-2369D1F9B91B}" presName="srcNode" presStyleLbl="node1" presStyleIdx="0" presStyleCnt="6"/>
      <dgm:spPr/>
    </dgm:pt>
    <dgm:pt modelId="{65CC08D5-62C2-4FB0-8C64-8DB5B1393652}" type="pres">
      <dgm:prSet presAssocID="{F9454238-E8F4-4622-AB5D-2369D1F9B91B}" presName="conn" presStyleLbl="parChTrans1D2" presStyleIdx="0" presStyleCnt="1"/>
      <dgm:spPr/>
    </dgm:pt>
    <dgm:pt modelId="{A17E184B-425A-4998-AD98-85F1678C8DCF}" type="pres">
      <dgm:prSet presAssocID="{F9454238-E8F4-4622-AB5D-2369D1F9B91B}" presName="extraNode" presStyleLbl="node1" presStyleIdx="0" presStyleCnt="6"/>
      <dgm:spPr/>
    </dgm:pt>
    <dgm:pt modelId="{8D695514-8E37-4B1D-B3E8-25F570DCC781}" type="pres">
      <dgm:prSet presAssocID="{F9454238-E8F4-4622-AB5D-2369D1F9B91B}" presName="dstNode" presStyleLbl="node1" presStyleIdx="0" presStyleCnt="6"/>
      <dgm:spPr/>
    </dgm:pt>
    <dgm:pt modelId="{47FE5C34-7541-4507-A32B-37CE92DF0410}" type="pres">
      <dgm:prSet presAssocID="{656A331E-DC3D-4D81-B58D-24D4050754CA}" presName="text_1" presStyleLbl="node1" presStyleIdx="0" presStyleCnt="6">
        <dgm:presLayoutVars>
          <dgm:bulletEnabled val="1"/>
        </dgm:presLayoutVars>
      </dgm:prSet>
      <dgm:spPr/>
    </dgm:pt>
    <dgm:pt modelId="{4EB0C1CD-54AE-4CF8-A11C-14E5E917F693}" type="pres">
      <dgm:prSet presAssocID="{656A331E-DC3D-4D81-B58D-24D4050754CA}" presName="accent_1" presStyleCnt="0"/>
      <dgm:spPr/>
    </dgm:pt>
    <dgm:pt modelId="{809B3900-9E66-49F7-ADC9-D3F19DDE29FE}" type="pres">
      <dgm:prSet presAssocID="{656A331E-DC3D-4D81-B58D-24D4050754CA}" presName="accentRepeatNode" presStyleLbl="solidFgAcc1" presStyleIdx="0" presStyleCnt="6"/>
      <dgm:spPr/>
    </dgm:pt>
    <dgm:pt modelId="{EC988E39-6171-43C6-8D8F-6E55DB178FE0}" type="pres">
      <dgm:prSet presAssocID="{B3D45788-4F33-4117-B9FA-BD66355E367A}" presName="text_2" presStyleLbl="node1" presStyleIdx="1" presStyleCnt="6">
        <dgm:presLayoutVars>
          <dgm:bulletEnabled val="1"/>
        </dgm:presLayoutVars>
      </dgm:prSet>
      <dgm:spPr/>
    </dgm:pt>
    <dgm:pt modelId="{4B5EA1F0-2181-42EE-B8AD-2B01E0960777}" type="pres">
      <dgm:prSet presAssocID="{B3D45788-4F33-4117-B9FA-BD66355E367A}" presName="accent_2" presStyleCnt="0"/>
      <dgm:spPr/>
    </dgm:pt>
    <dgm:pt modelId="{1684BDFE-21F5-41F1-AE06-AA09ED7D62EB}" type="pres">
      <dgm:prSet presAssocID="{B3D45788-4F33-4117-B9FA-BD66355E367A}" presName="accentRepeatNode" presStyleLbl="solidFgAcc1" presStyleIdx="1" presStyleCnt="6"/>
      <dgm:spPr/>
    </dgm:pt>
    <dgm:pt modelId="{2CBC27E5-E753-427B-837C-70BBAA76BEB5}" type="pres">
      <dgm:prSet presAssocID="{2D1678B3-133C-4559-B9D0-E73D97BF42DE}" presName="text_3" presStyleLbl="node1" presStyleIdx="2" presStyleCnt="6">
        <dgm:presLayoutVars>
          <dgm:bulletEnabled val="1"/>
        </dgm:presLayoutVars>
      </dgm:prSet>
      <dgm:spPr/>
    </dgm:pt>
    <dgm:pt modelId="{D90CFBE1-D49B-410B-BC84-7417177A745D}" type="pres">
      <dgm:prSet presAssocID="{2D1678B3-133C-4559-B9D0-E73D97BF42DE}" presName="accent_3" presStyleCnt="0"/>
      <dgm:spPr/>
    </dgm:pt>
    <dgm:pt modelId="{A53A9FFD-456C-420A-9BFD-14A609E7DFDB}" type="pres">
      <dgm:prSet presAssocID="{2D1678B3-133C-4559-B9D0-E73D97BF42DE}" presName="accentRepeatNode" presStyleLbl="solidFgAcc1" presStyleIdx="2" presStyleCnt="6"/>
      <dgm:spPr/>
    </dgm:pt>
    <dgm:pt modelId="{A47A40F3-75DD-4C8A-B35F-137850C58421}" type="pres">
      <dgm:prSet presAssocID="{F67F3AB1-A22D-4A34-BDF4-250BE87BBA88}" presName="text_4" presStyleLbl="node1" presStyleIdx="3" presStyleCnt="6">
        <dgm:presLayoutVars>
          <dgm:bulletEnabled val="1"/>
        </dgm:presLayoutVars>
      </dgm:prSet>
      <dgm:spPr/>
    </dgm:pt>
    <dgm:pt modelId="{AFD360E1-E1D9-41B1-8FBB-C088B5FE5DBC}" type="pres">
      <dgm:prSet presAssocID="{F67F3AB1-A22D-4A34-BDF4-250BE87BBA88}" presName="accent_4" presStyleCnt="0"/>
      <dgm:spPr/>
    </dgm:pt>
    <dgm:pt modelId="{576A2128-58FC-4AF2-AD4B-2C450051C6F8}" type="pres">
      <dgm:prSet presAssocID="{F67F3AB1-A22D-4A34-BDF4-250BE87BBA88}" presName="accentRepeatNode" presStyleLbl="solidFgAcc1" presStyleIdx="3" presStyleCnt="6"/>
      <dgm:spPr/>
    </dgm:pt>
    <dgm:pt modelId="{03920C91-0AC3-4683-A016-E8140A78659B}" type="pres">
      <dgm:prSet presAssocID="{9D455927-C331-405E-AC92-E13566D7AD94}" presName="text_5" presStyleLbl="node1" presStyleIdx="4" presStyleCnt="6">
        <dgm:presLayoutVars>
          <dgm:bulletEnabled val="1"/>
        </dgm:presLayoutVars>
      </dgm:prSet>
      <dgm:spPr/>
    </dgm:pt>
    <dgm:pt modelId="{B88637F3-02B5-4A0C-94BF-1DC7B54F21B0}" type="pres">
      <dgm:prSet presAssocID="{9D455927-C331-405E-AC92-E13566D7AD94}" presName="accent_5" presStyleCnt="0"/>
      <dgm:spPr/>
    </dgm:pt>
    <dgm:pt modelId="{C9B747E5-5B5D-4920-89D4-83A2BE5E748B}" type="pres">
      <dgm:prSet presAssocID="{9D455927-C331-405E-AC92-E13566D7AD94}" presName="accentRepeatNode" presStyleLbl="solidFgAcc1" presStyleIdx="4" presStyleCnt="6"/>
      <dgm:spPr/>
    </dgm:pt>
    <dgm:pt modelId="{2C3918D9-DBCE-4A37-80E4-438DD1D27566}" type="pres">
      <dgm:prSet presAssocID="{E3D737D2-A238-4E3E-A7FC-87E52ABCB001}" presName="text_6" presStyleLbl="node1" presStyleIdx="5" presStyleCnt="6">
        <dgm:presLayoutVars>
          <dgm:bulletEnabled val="1"/>
        </dgm:presLayoutVars>
      </dgm:prSet>
      <dgm:spPr/>
    </dgm:pt>
    <dgm:pt modelId="{543A6423-8D4C-468C-83F6-A955183C20F9}" type="pres">
      <dgm:prSet presAssocID="{E3D737D2-A238-4E3E-A7FC-87E52ABCB001}" presName="accent_6" presStyleCnt="0"/>
      <dgm:spPr/>
    </dgm:pt>
    <dgm:pt modelId="{7C4CFC3B-69E8-48A1-9FB7-6333104FF393}" type="pres">
      <dgm:prSet presAssocID="{E3D737D2-A238-4E3E-A7FC-87E52ABCB001}" presName="accentRepeatNode" presStyleLbl="solidFgAcc1" presStyleIdx="5" presStyleCnt="6"/>
      <dgm:spPr/>
    </dgm:pt>
  </dgm:ptLst>
  <dgm:cxnLst>
    <dgm:cxn modelId="{8AC9455D-F84F-4E15-B49E-2E148C1EC0C2}" srcId="{F9454238-E8F4-4622-AB5D-2369D1F9B91B}" destId="{B3D45788-4F33-4117-B9FA-BD66355E367A}" srcOrd="1" destOrd="0" parTransId="{500951DC-B707-47CA-BE38-54B872D5AB24}" sibTransId="{C87B2EF8-DF17-4187-AEC4-586FBBEB0A1D}"/>
    <dgm:cxn modelId="{81E98348-AD67-453F-B5B2-853D3EA1B337}" type="presOf" srcId="{5366C1AC-F583-4494-87BE-F759E7AC20E5}" destId="{65CC08D5-62C2-4FB0-8C64-8DB5B1393652}" srcOrd="0" destOrd="0" presId="urn:microsoft.com/office/officeart/2008/layout/VerticalCurvedList"/>
    <dgm:cxn modelId="{176F116C-5254-4749-8F99-C3021329298F}" srcId="{F9454238-E8F4-4622-AB5D-2369D1F9B91B}" destId="{2D1678B3-133C-4559-B9D0-E73D97BF42DE}" srcOrd="2" destOrd="0" parTransId="{BEA4E100-A009-489E-B45A-0E0382641347}" sibTransId="{87A40089-08CB-439E-A525-3225E8A0C3A8}"/>
    <dgm:cxn modelId="{3DCFC04E-8D8C-4A90-8882-88B154A2F77F}" type="presOf" srcId="{F67F3AB1-A22D-4A34-BDF4-250BE87BBA88}" destId="{A47A40F3-75DD-4C8A-B35F-137850C58421}" srcOrd="0" destOrd="0" presId="urn:microsoft.com/office/officeart/2008/layout/VerticalCurvedList"/>
    <dgm:cxn modelId="{91775C52-AC27-460C-B330-C7FF334F770B}" srcId="{F9454238-E8F4-4622-AB5D-2369D1F9B91B}" destId="{9D455927-C331-405E-AC92-E13566D7AD94}" srcOrd="4" destOrd="0" parTransId="{BE09338A-0AF9-4F47-8D67-2BEC5C6198AB}" sibTransId="{9178B0ED-195A-4001-AF03-6BAD6CA1C8AB}"/>
    <dgm:cxn modelId="{9BC1B756-6FFB-4E8A-82A7-29E01FC642DA}" srcId="{F9454238-E8F4-4622-AB5D-2369D1F9B91B}" destId="{656A331E-DC3D-4D81-B58D-24D4050754CA}" srcOrd="0" destOrd="0" parTransId="{13240E1E-BCA9-46BA-A8CD-225C4BF0A93B}" sibTransId="{5366C1AC-F583-4494-87BE-F759E7AC20E5}"/>
    <dgm:cxn modelId="{A7E6508F-408E-44F6-9AF0-970D8F727B4D}" srcId="{F9454238-E8F4-4622-AB5D-2369D1F9B91B}" destId="{E3D737D2-A238-4E3E-A7FC-87E52ABCB001}" srcOrd="5" destOrd="0" parTransId="{1F0FA096-A6BD-4E3B-BBF5-0D468A2305C3}" sibTransId="{4D90A21C-5667-4019-A6D6-A7938C085546}"/>
    <dgm:cxn modelId="{FFF4B791-8EE5-40EB-B296-E9CF14C9C834}" type="presOf" srcId="{F9454238-E8F4-4622-AB5D-2369D1F9B91B}" destId="{609D7A62-D76D-4063-987A-66BA1B6DD3C1}" srcOrd="0" destOrd="0" presId="urn:microsoft.com/office/officeart/2008/layout/VerticalCurvedList"/>
    <dgm:cxn modelId="{5B571996-3B8F-4038-8F4D-AF87D3F58DE4}" type="presOf" srcId="{9D455927-C331-405E-AC92-E13566D7AD94}" destId="{03920C91-0AC3-4683-A016-E8140A78659B}" srcOrd="0" destOrd="0" presId="urn:microsoft.com/office/officeart/2008/layout/VerticalCurvedList"/>
    <dgm:cxn modelId="{8C14679A-E08A-4597-B0FF-4E2BB8D0254F}" type="presOf" srcId="{E3D737D2-A238-4E3E-A7FC-87E52ABCB001}" destId="{2C3918D9-DBCE-4A37-80E4-438DD1D27566}" srcOrd="0" destOrd="0" presId="urn:microsoft.com/office/officeart/2008/layout/VerticalCurvedList"/>
    <dgm:cxn modelId="{010DE8B3-BF4A-4C09-B15E-D4759D1043EC}" type="presOf" srcId="{2D1678B3-133C-4559-B9D0-E73D97BF42DE}" destId="{2CBC27E5-E753-427B-837C-70BBAA76BEB5}" srcOrd="0" destOrd="0" presId="urn:microsoft.com/office/officeart/2008/layout/VerticalCurvedList"/>
    <dgm:cxn modelId="{EAC507B7-6B76-42A4-A0D8-13503E6078A5}" type="presOf" srcId="{656A331E-DC3D-4D81-B58D-24D4050754CA}" destId="{47FE5C34-7541-4507-A32B-37CE92DF0410}" srcOrd="0" destOrd="0" presId="urn:microsoft.com/office/officeart/2008/layout/VerticalCurvedList"/>
    <dgm:cxn modelId="{1B2ED9DB-0DAF-4387-BC50-EA8E5815C18D}" srcId="{F9454238-E8F4-4622-AB5D-2369D1F9B91B}" destId="{F67F3AB1-A22D-4A34-BDF4-250BE87BBA88}" srcOrd="3" destOrd="0" parTransId="{0B1CA924-687B-414D-B4B9-A8147F4E9E4A}" sibTransId="{668C0DF0-1C76-46FB-B734-5BB7288ABC1A}"/>
    <dgm:cxn modelId="{84582EEB-EA82-4E64-8603-B6C4479212D4}" type="presOf" srcId="{B3D45788-4F33-4117-B9FA-BD66355E367A}" destId="{EC988E39-6171-43C6-8D8F-6E55DB178FE0}" srcOrd="0" destOrd="0" presId="urn:microsoft.com/office/officeart/2008/layout/VerticalCurvedList"/>
    <dgm:cxn modelId="{1AC22817-19FE-4ED6-9D8C-2012077636A8}" type="presParOf" srcId="{609D7A62-D76D-4063-987A-66BA1B6DD3C1}" destId="{9F3523F0-60B9-4B80-B61E-FB0053AF332A}" srcOrd="0" destOrd="0" presId="urn:microsoft.com/office/officeart/2008/layout/VerticalCurvedList"/>
    <dgm:cxn modelId="{00EFFE78-B699-48C1-8864-C2206151B86F}" type="presParOf" srcId="{9F3523F0-60B9-4B80-B61E-FB0053AF332A}" destId="{0589D733-1748-45A0-835C-27F79377BF7A}" srcOrd="0" destOrd="0" presId="urn:microsoft.com/office/officeart/2008/layout/VerticalCurvedList"/>
    <dgm:cxn modelId="{A99F59C8-47E8-47C1-8002-1A6ACF6FFA53}" type="presParOf" srcId="{0589D733-1748-45A0-835C-27F79377BF7A}" destId="{9B71A702-C217-4E91-ACB1-CE2F2CF1F62D}" srcOrd="0" destOrd="0" presId="urn:microsoft.com/office/officeart/2008/layout/VerticalCurvedList"/>
    <dgm:cxn modelId="{DEF68474-0A73-449A-8B3A-8B990FA68CF5}" type="presParOf" srcId="{0589D733-1748-45A0-835C-27F79377BF7A}" destId="{65CC08D5-62C2-4FB0-8C64-8DB5B1393652}" srcOrd="1" destOrd="0" presId="urn:microsoft.com/office/officeart/2008/layout/VerticalCurvedList"/>
    <dgm:cxn modelId="{BE4FFAFC-855E-411B-8731-E9BC32D7E841}" type="presParOf" srcId="{0589D733-1748-45A0-835C-27F79377BF7A}" destId="{A17E184B-425A-4998-AD98-85F1678C8DCF}" srcOrd="2" destOrd="0" presId="urn:microsoft.com/office/officeart/2008/layout/VerticalCurvedList"/>
    <dgm:cxn modelId="{42522044-F940-4759-A3A6-1B944F9DAADA}" type="presParOf" srcId="{0589D733-1748-45A0-835C-27F79377BF7A}" destId="{8D695514-8E37-4B1D-B3E8-25F570DCC781}" srcOrd="3" destOrd="0" presId="urn:microsoft.com/office/officeart/2008/layout/VerticalCurvedList"/>
    <dgm:cxn modelId="{49FEF97A-E0D1-4D79-B7A8-31963098C403}" type="presParOf" srcId="{9F3523F0-60B9-4B80-B61E-FB0053AF332A}" destId="{47FE5C34-7541-4507-A32B-37CE92DF0410}" srcOrd="1" destOrd="0" presId="urn:microsoft.com/office/officeart/2008/layout/VerticalCurvedList"/>
    <dgm:cxn modelId="{B7DEE635-C1D2-4CBE-B843-E5F8C93A186E}" type="presParOf" srcId="{9F3523F0-60B9-4B80-B61E-FB0053AF332A}" destId="{4EB0C1CD-54AE-4CF8-A11C-14E5E917F693}" srcOrd="2" destOrd="0" presId="urn:microsoft.com/office/officeart/2008/layout/VerticalCurvedList"/>
    <dgm:cxn modelId="{66D918F2-6A00-4D67-872F-89752A0CEC4C}" type="presParOf" srcId="{4EB0C1CD-54AE-4CF8-A11C-14E5E917F693}" destId="{809B3900-9E66-49F7-ADC9-D3F19DDE29FE}" srcOrd="0" destOrd="0" presId="urn:microsoft.com/office/officeart/2008/layout/VerticalCurvedList"/>
    <dgm:cxn modelId="{F8BC22E7-ABB3-4670-AF56-C8E3A9B2A3E6}" type="presParOf" srcId="{9F3523F0-60B9-4B80-B61E-FB0053AF332A}" destId="{EC988E39-6171-43C6-8D8F-6E55DB178FE0}" srcOrd="3" destOrd="0" presId="urn:microsoft.com/office/officeart/2008/layout/VerticalCurvedList"/>
    <dgm:cxn modelId="{B2471177-0CBD-4AA4-B92C-395DEBB0CAA2}" type="presParOf" srcId="{9F3523F0-60B9-4B80-B61E-FB0053AF332A}" destId="{4B5EA1F0-2181-42EE-B8AD-2B01E0960777}" srcOrd="4" destOrd="0" presId="urn:microsoft.com/office/officeart/2008/layout/VerticalCurvedList"/>
    <dgm:cxn modelId="{E3A86AE0-936E-4E61-8A42-B619C56F17D2}" type="presParOf" srcId="{4B5EA1F0-2181-42EE-B8AD-2B01E0960777}" destId="{1684BDFE-21F5-41F1-AE06-AA09ED7D62EB}" srcOrd="0" destOrd="0" presId="urn:microsoft.com/office/officeart/2008/layout/VerticalCurvedList"/>
    <dgm:cxn modelId="{CDC431F8-4718-4745-B53B-18A436F22361}" type="presParOf" srcId="{9F3523F0-60B9-4B80-B61E-FB0053AF332A}" destId="{2CBC27E5-E753-427B-837C-70BBAA76BEB5}" srcOrd="5" destOrd="0" presId="urn:microsoft.com/office/officeart/2008/layout/VerticalCurvedList"/>
    <dgm:cxn modelId="{C6E890DA-B19E-4199-9E52-64EBD841FEF3}" type="presParOf" srcId="{9F3523F0-60B9-4B80-B61E-FB0053AF332A}" destId="{D90CFBE1-D49B-410B-BC84-7417177A745D}" srcOrd="6" destOrd="0" presId="urn:microsoft.com/office/officeart/2008/layout/VerticalCurvedList"/>
    <dgm:cxn modelId="{4ABF26E2-3FBF-4EB8-B6F6-65E1A00BAAB2}" type="presParOf" srcId="{D90CFBE1-D49B-410B-BC84-7417177A745D}" destId="{A53A9FFD-456C-420A-9BFD-14A609E7DFDB}" srcOrd="0" destOrd="0" presId="urn:microsoft.com/office/officeart/2008/layout/VerticalCurvedList"/>
    <dgm:cxn modelId="{616C0D72-0952-45B3-8514-E8AAE1FF20CD}" type="presParOf" srcId="{9F3523F0-60B9-4B80-B61E-FB0053AF332A}" destId="{A47A40F3-75DD-4C8A-B35F-137850C58421}" srcOrd="7" destOrd="0" presId="urn:microsoft.com/office/officeart/2008/layout/VerticalCurvedList"/>
    <dgm:cxn modelId="{C5B09FB4-4F83-432D-834C-118BFE4ECC36}" type="presParOf" srcId="{9F3523F0-60B9-4B80-B61E-FB0053AF332A}" destId="{AFD360E1-E1D9-41B1-8FBB-C088B5FE5DBC}" srcOrd="8" destOrd="0" presId="urn:microsoft.com/office/officeart/2008/layout/VerticalCurvedList"/>
    <dgm:cxn modelId="{8EDECC3E-7C81-43A8-B749-33789FA1019E}" type="presParOf" srcId="{AFD360E1-E1D9-41B1-8FBB-C088B5FE5DBC}" destId="{576A2128-58FC-4AF2-AD4B-2C450051C6F8}" srcOrd="0" destOrd="0" presId="urn:microsoft.com/office/officeart/2008/layout/VerticalCurvedList"/>
    <dgm:cxn modelId="{A9CB1FDF-8557-4B26-BAD0-618DCDB41886}" type="presParOf" srcId="{9F3523F0-60B9-4B80-B61E-FB0053AF332A}" destId="{03920C91-0AC3-4683-A016-E8140A78659B}" srcOrd="9" destOrd="0" presId="urn:microsoft.com/office/officeart/2008/layout/VerticalCurvedList"/>
    <dgm:cxn modelId="{0994A548-EE7B-47C1-9EF9-76A2FB81FA7F}" type="presParOf" srcId="{9F3523F0-60B9-4B80-B61E-FB0053AF332A}" destId="{B88637F3-02B5-4A0C-94BF-1DC7B54F21B0}" srcOrd="10" destOrd="0" presId="urn:microsoft.com/office/officeart/2008/layout/VerticalCurvedList"/>
    <dgm:cxn modelId="{CF14ED59-0434-45AC-AE61-791754B29BC0}" type="presParOf" srcId="{B88637F3-02B5-4A0C-94BF-1DC7B54F21B0}" destId="{C9B747E5-5B5D-4920-89D4-83A2BE5E748B}" srcOrd="0" destOrd="0" presId="urn:microsoft.com/office/officeart/2008/layout/VerticalCurvedList"/>
    <dgm:cxn modelId="{75D7A715-7BC1-45BD-9E7C-0E1EE69185A7}" type="presParOf" srcId="{9F3523F0-60B9-4B80-B61E-FB0053AF332A}" destId="{2C3918D9-DBCE-4A37-80E4-438DD1D27566}" srcOrd="11" destOrd="0" presId="urn:microsoft.com/office/officeart/2008/layout/VerticalCurvedList"/>
    <dgm:cxn modelId="{72A02124-0047-4C0D-AB61-E2FDE7523103}" type="presParOf" srcId="{9F3523F0-60B9-4B80-B61E-FB0053AF332A}" destId="{543A6423-8D4C-468C-83F6-A955183C20F9}" srcOrd="12" destOrd="0" presId="urn:microsoft.com/office/officeart/2008/layout/VerticalCurvedList"/>
    <dgm:cxn modelId="{0B7DDCA1-AA48-4D04-89E3-04FF363EDD08}" type="presParOf" srcId="{543A6423-8D4C-468C-83F6-A955183C20F9}" destId="{7C4CFC3B-69E8-48A1-9FB7-6333104FF39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44E86F-5E8B-40CA-8B76-EF32DF597A56}" type="doc">
      <dgm:prSet loTypeId="urn:microsoft.com/office/officeart/2005/8/layout/process1" loCatId="process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01122330-6928-4999-9D68-23AC49DFFA4D}">
      <dgm:prSet phldrT="[Text]" phldr="0"/>
      <dgm:spPr/>
      <dgm:t>
        <a:bodyPr/>
        <a:lstStyle/>
        <a:p>
          <a:r>
            <a:rPr lang="en-IN" dirty="0">
              <a:latin typeface="Book Antiqua" panose="02040602050305030304" pitchFamily="18" charset="0"/>
            </a:rPr>
            <a:t>Internet</a:t>
          </a:r>
        </a:p>
      </dgm:t>
    </dgm:pt>
    <dgm:pt modelId="{E66C2276-3ADF-4781-BE8D-DFE218CDBEFE}" type="parTrans" cxnId="{9925D11A-DDE1-4CDF-B1F7-C47D5744C3D1}">
      <dgm:prSet/>
      <dgm:spPr/>
      <dgm:t>
        <a:bodyPr/>
        <a:lstStyle/>
        <a:p>
          <a:endParaRPr lang="en-IN"/>
        </a:p>
      </dgm:t>
    </dgm:pt>
    <dgm:pt modelId="{77468AD8-5F7D-4115-9BD1-5990AEBE801D}" type="sibTrans" cxnId="{9925D11A-DDE1-4CDF-B1F7-C47D5744C3D1}">
      <dgm:prSet/>
      <dgm:spPr/>
      <dgm:t>
        <a:bodyPr/>
        <a:lstStyle/>
        <a:p>
          <a:endParaRPr lang="en-IN"/>
        </a:p>
      </dgm:t>
    </dgm:pt>
    <dgm:pt modelId="{6D4ECA74-7176-4781-B3A8-4CC9BFDF4263}">
      <dgm:prSet phldrT="[Text]" phldr="0"/>
      <dgm:spPr/>
      <dgm:t>
        <a:bodyPr/>
        <a:lstStyle/>
        <a:p>
          <a:r>
            <a:rPr lang="en-IN" dirty="0">
              <a:latin typeface="Book Antiqua" panose="02040602050305030304" pitchFamily="18" charset="0"/>
            </a:rPr>
            <a:t>Mobile</a:t>
          </a:r>
        </a:p>
      </dgm:t>
    </dgm:pt>
    <dgm:pt modelId="{7423F9E6-182B-4388-9211-177C5C8D5D92}" type="parTrans" cxnId="{C268835A-C7A7-4396-9210-42E1E2B298F6}">
      <dgm:prSet/>
      <dgm:spPr/>
      <dgm:t>
        <a:bodyPr/>
        <a:lstStyle/>
        <a:p>
          <a:endParaRPr lang="en-IN"/>
        </a:p>
      </dgm:t>
    </dgm:pt>
    <dgm:pt modelId="{87F24970-F560-497C-BE8D-18F63BC7F859}" type="sibTrans" cxnId="{C268835A-C7A7-4396-9210-42E1E2B298F6}">
      <dgm:prSet/>
      <dgm:spPr/>
      <dgm:t>
        <a:bodyPr/>
        <a:lstStyle/>
        <a:p>
          <a:endParaRPr lang="en-IN"/>
        </a:p>
      </dgm:t>
    </dgm:pt>
    <dgm:pt modelId="{B76310A5-4EE5-4190-930A-5638F2173063}">
      <dgm:prSet phldrT="[Text]" phldr="0"/>
      <dgm:spPr/>
      <dgm:t>
        <a:bodyPr/>
        <a:lstStyle/>
        <a:p>
          <a:r>
            <a:rPr lang="en-IN" dirty="0">
              <a:latin typeface="Book Antiqua" panose="02040602050305030304" pitchFamily="18" charset="0"/>
            </a:rPr>
            <a:t>Online Services</a:t>
          </a:r>
        </a:p>
      </dgm:t>
    </dgm:pt>
    <dgm:pt modelId="{F395F56D-CB3C-4F25-8CAC-581BCA5CDAEC}" type="parTrans" cxnId="{DFF27A34-B1B1-4D72-87C2-F9C2FFA60A79}">
      <dgm:prSet/>
      <dgm:spPr/>
      <dgm:t>
        <a:bodyPr/>
        <a:lstStyle/>
        <a:p>
          <a:endParaRPr lang="en-IN"/>
        </a:p>
      </dgm:t>
    </dgm:pt>
    <dgm:pt modelId="{F4FB7D74-69AF-49E3-8A91-19CA8880439C}" type="sibTrans" cxnId="{DFF27A34-B1B1-4D72-87C2-F9C2FFA60A79}">
      <dgm:prSet/>
      <dgm:spPr/>
      <dgm:t>
        <a:bodyPr/>
        <a:lstStyle/>
        <a:p>
          <a:endParaRPr lang="en-IN"/>
        </a:p>
      </dgm:t>
    </dgm:pt>
    <dgm:pt modelId="{95FE1FE5-6EFA-4CF9-92B7-1317CD0D0E80}">
      <dgm:prSet phldrT="[Text]" phldr="0"/>
      <dgm:spPr/>
      <dgm:t>
        <a:bodyPr/>
        <a:lstStyle/>
        <a:p>
          <a:r>
            <a:rPr lang="en-IN" dirty="0">
              <a:latin typeface="Book Antiqua" panose="02040602050305030304" pitchFamily="18" charset="0"/>
            </a:rPr>
            <a:t>Digital Payment</a:t>
          </a:r>
        </a:p>
      </dgm:t>
    </dgm:pt>
    <dgm:pt modelId="{E2CF9080-B0F2-424C-898F-BDBAF364F307}" type="parTrans" cxnId="{42963E1C-B0B3-40F0-AC46-89FCE64FB605}">
      <dgm:prSet/>
      <dgm:spPr/>
      <dgm:t>
        <a:bodyPr/>
        <a:lstStyle/>
        <a:p>
          <a:endParaRPr lang="en-IN"/>
        </a:p>
      </dgm:t>
    </dgm:pt>
    <dgm:pt modelId="{33A5666C-E6E2-4F32-A0E4-7429AC9FBF97}" type="sibTrans" cxnId="{42963E1C-B0B3-40F0-AC46-89FCE64FB605}">
      <dgm:prSet/>
      <dgm:spPr/>
      <dgm:t>
        <a:bodyPr/>
        <a:lstStyle/>
        <a:p>
          <a:endParaRPr lang="en-IN"/>
        </a:p>
      </dgm:t>
    </dgm:pt>
    <dgm:pt modelId="{0E824A4E-8C45-4B6E-9D75-B95C87B4E8D9}">
      <dgm:prSet phldrT="[Text]" phldr="0"/>
      <dgm:spPr/>
      <dgm:t>
        <a:bodyPr/>
        <a:lstStyle/>
        <a:p>
          <a:r>
            <a:rPr lang="en-IN" dirty="0">
              <a:latin typeface="Book Antiqua" panose="02040602050305030304" pitchFamily="18" charset="0"/>
            </a:rPr>
            <a:t>Digital Certificate</a:t>
          </a:r>
        </a:p>
      </dgm:t>
    </dgm:pt>
    <dgm:pt modelId="{A18C7E26-074E-44FE-B223-8D0B6F99BD15}" type="parTrans" cxnId="{2493AAF7-442D-4552-9D41-AB116AC3DFCD}">
      <dgm:prSet/>
      <dgm:spPr/>
      <dgm:t>
        <a:bodyPr/>
        <a:lstStyle/>
        <a:p>
          <a:endParaRPr lang="en-IN"/>
        </a:p>
      </dgm:t>
    </dgm:pt>
    <dgm:pt modelId="{4BB06226-BD81-4843-8CC3-713F60D568D9}" type="sibTrans" cxnId="{2493AAF7-442D-4552-9D41-AB116AC3DFCD}">
      <dgm:prSet/>
      <dgm:spPr/>
      <dgm:t>
        <a:bodyPr/>
        <a:lstStyle/>
        <a:p>
          <a:endParaRPr lang="en-IN"/>
        </a:p>
      </dgm:t>
    </dgm:pt>
    <dgm:pt modelId="{87D280DB-52F8-4E65-A4D0-8890BAD9440A}" type="pres">
      <dgm:prSet presAssocID="{5B44E86F-5E8B-40CA-8B76-EF32DF597A56}" presName="Name0" presStyleCnt="0">
        <dgm:presLayoutVars>
          <dgm:dir/>
          <dgm:resizeHandles val="exact"/>
        </dgm:presLayoutVars>
      </dgm:prSet>
      <dgm:spPr/>
    </dgm:pt>
    <dgm:pt modelId="{EC6EC6D9-347E-4A8B-B555-0719AD555041}" type="pres">
      <dgm:prSet presAssocID="{01122330-6928-4999-9D68-23AC49DFFA4D}" presName="node" presStyleLbl="node1" presStyleIdx="0" presStyleCnt="5">
        <dgm:presLayoutVars>
          <dgm:bulletEnabled val="1"/>
        </dgm:presLayoutVars>
      </dgm:prSet>
      <dgm:spPr/>
    </dgm:pt>
    <dgm:pt modelId="{BD3C7C4D-9061-4453-99D4-28EEBAB171DA}" type="pres">
      <dgm:prSet presAssocID="{77468AD8-5F7D-4115-9BD1-5990AEBE801D}" presName="sibTrans" presStyleLbl="sibTrans2D1" presStyleIdx="0" presStyleCnt="4"/>
      <dgm:spPr/>
    </dgm:pt>
    <dgm:pt modelId="{E46DBA33-1FE6-44CE-8FDE-39AEC5729856}" type="pres">
      <dgm:prSet presAssocID="{77468AD8-5F7D-4115-9BD1-5990AEBE801D}" presName="connectorText" presStyleLbl="sibTrans2D1" presStyleIdx="0" presStyleCnt="4"/>
      <dgm:spPr/>
    </dgm:pt>
    <dgm:pt modelId="{C562F93D-B1C1-4B91-B61B-2AD691ACB849}" type="pres">
      <dgm:prSet presAssocID="{6D4ECA74-7176-4781-B3A8-4CC9BFDF4263}" presName="node" presStyleLbl="node1" presStyleIdx="1" presStyleCnt="5">
        <dgm:presLayoutVars>
          <dgm:bulletEnabled val="1"/>
        </dgm:presLayoutVars>
      </dgm:prSet>
      <dgm:spPr/>
    </dgm:pt>
    <dgm:pt modelId="{45595897-3C6C-4C80-89E9-33F8351A4EF4}" type="pres">
      <dgm:prSet presAssocID="{87F24970-F560-497C-BE8D-18F63BC7F859}" presName="sibTrans" presStyleLbl="sibTrans2D1" presStyleIdx="1" presStyleCnt="4"/>
      <dgm:spPr/>
    </dgm:pt>
    <dgm:pt modelId="{CACD3A1E-FD10-497F-8D73-FFFE26DA7411}" type="pres">
      <dgm:prSet presAssocID="{87F24970-F560-497C-BE8D-18F63BC7F859}" presName="connectorText" presStyleLbl="sibTrans2D1" presStyleIdx="1" presStyleCnt="4"/>
      <dgm:spPr/>
    </dgm:pt>
    <dgm:pt modelId="{F391C797-A128-41D3-8303-250F334962E4}" type="pres">
      <dgm:prSet presAssocID="{B76310A5-4EE5-4190-930A-5638F2173063}" presName="node" presStyleLbl="node1" presStyleIdx="2" presStyleCnt="5">
        <dgm:presLayoutVars>
          <dgm:bulletEnabled val="1"/>
        </dgm:presLayoutVars>
      </dgm:prSet>
      <dgm:spPr/>
    </dgm:pt>
    <dgm:pt modelId="{3BB8CA93-7436-446A-B508-1AC9F5BF7612}" type="pres">
      <dgm:prSet presAssocID="{F4FB7D74-69AF-49E3-8A91-19CA8880439C}" presName="sibTrans" presStyleLbl="sibTrans2D1" presStyleIdx="2" presStyleCnt="4"/>
      <dgm:spPr/>
    </dgm:pt>
    <dgm:pt modelId="{7F30EC15-BB72-4200-BA6A-79F514CC2616}" type="pres">
      <dgm:prSet presAssocID="{F4FB7D74-69AF-49E3-8A91-19CA8880439C}" presName="connectorText" presStyleLbl="sibTrans2D1" presStyleIdx="2" presStyleCnt="4"/>
      <dgm:spPr/>
    </dgm:pt>
    <dgm:pt modelId="{73CD49E2-3F6B-423D-A85A-D95E6F132163}" type="pres">
      <dgm:prSet presAssocID="{95FE1FE5-6EFA-4CF9-92B7-1317CD0D0E80}" presName="node" presStyleLbl="node1" presStyleIdx="3" presStyleCnt="5">
        <dgm:presLayoutVars>
          <dgm:bulletEnabled val="1"/>
        </dgm:presLayoutVars>
      </dgm:prSet>
      <dgm:spPr/>
    </dgm:pt>
    <dgm:pt modelId="{EF2E27BE-209C-4E7D-8EF7-2C58A545D2E4}" type="pres">
      <dgm:prSet presAssocID="{33A5666C-E6E2-4F32-A0E4-7429AC9FBF97}" presName="sibTrans" presStyleLbl="sibTrans2D1" presStyleIdx="3" presStyleCnt="4"/>
      <dgm:spPr/>
    </dgm:pt>
    <dgm:pt modelId="{BF5ACACE-4F70-42E9-9EF6-6CBCA14B7D67}" type="pres">
      <dgm:prSet presAssocID="{33A5666C-E6E2-4F32-A0E4-7429AC9FBF97}" presName="connectorText" presStyleLbl="sibTrans2D1" presStyleIdx="3" presStyleCnt="4"/>
      <dgm:spPr/>
    </dgm:pt>
    <dgm:pt modelId="{8E028C27-9ABB-418F-B18E-0B234B342C0C}" type="pres">
      <dgm:prSet presAssocID="{0E824A4E-8C45-4B6E-9D75-B95C87B4E8D9}" presName="node" presStyleLbl="node1" presStyleIdx="4" presStyleCnt="5">
        <dgm:presLayoutVars>
          <dgm:bulletEnabled val="1"/>
        </dgm:presLayoutVars>
      </dgm:prSet>
      <dgm:spPr/>
    </dgm:pt>
  </dgm:ptLst>
  <dgm:cxnLst>
    <dgm:cxn modelId="{EC904103-9E16-4ED7-9C03-DFB4643A4A92}" type="presOf" srcId="{B76310A5-4EE5-4190-930A-5638F2173063}" destId="{F391C797-A128-41D3-8303-250F334962E4}" srcOrd="0" destOrd="0" presId="urn:microsoft.com/office/officeart/2005/8/layout/process1"/>
    <dgm:cxn modelId="{BF449B14-AB29-430F-BCE3-E7FFF33120AD}" type="presOf" srcId="{87F24970-F560-497C-BE8D-18F63BC7F859}" destId="{CACD3A1E-FD10-497F-8D73-FFFE26DA7411}" srcOrd="1" destOrd="0" presId="urn:microsoft.com/office/officeart/2005/8/layout/process1"/>
    <dgm:cxn modelId="{0B277817-630F-475C-BFC8-D3064A01B17C}" type="presOf" srcId="{0E824A4E-8C45-4B6E-9D75-B95C87B4E8D9}" destId="{8E028C27-9ABB-418F-B18E-0B234B342C0C}" srcOrd="0" destOrd="0" presId="urn:microsoft.com/office/officeart/2005/8/layout/process1"/>
    <dgm:cxn modelId="{9925D11A-DDE1-4CDF-B1F7-C47D5744C3D1}" srcId="{5B44E86F-5E8B-40CA-8B76-EF32DF597A56}" destId="{01122330-6928-4999-9D68-23AC49DFFA4D}" srcOrd="0" destOrd="0" parTransId="{E66C2276-3ADF-4781-BE8D-DFE218CDBEFE}" sibTransId="{77468AD8-5F7D-4115-9BD1-5990AEBE801D}"/>
    <dgm:cxn modelId="{42963E1C-B0B3-40F0-AC46-89FCE64FB605}" srcId="{5B44E86F-5E8B-40CA-8B76-EF32DF597A56}" destId="{95FE1FE5-6EFA-4CF9-92B7-1317CD0D0E80}" srcOrd="3" destOrd="0" parTransId="{E2CF9080-B0F2-424C-898F-BDBAF364F307}" sibTransId="{33A5666C-E6E2-4F32-A0E4-7429AC9FBF97}"/>
    <dgm:cxn modelId="{99840D26-E49F-46FC-9015-9D8700A7BFA8}" type="presOf" srcId="{33A5666C-E6E2-4F32-A0E4-7429AC9FBF97}" destId="{EF2E27BE-209C-4E7D-8EF7-2C58A545D2E4}" srcOrd="0" destOrd="0" presId="urn:microsoft.com/office/officeart/2005/8/layout/process1"/>
    <dgm:cxn modelId="{DFF27A34-B1B1-4D72-87C2-F9C2FFA60A79}" srcId="{5B44E86F-5E8B-40CA-8B76-EF32DF597A56}" destId="{B76310A5-4EE5-4190-930A-5638F2173063}" srcOrd="2" destOrd="0" parTransId="{F395F56D-CB3C-4F25-8CAC-581BCA5CDAEC}" sibTransId="{F4FB7D74-69AF-49E3-8A91-19CA8880439C}"/>
    <dgm:cxn modelId="{258D7C43-56D4-4C8C-B918-3944E4F80FD4}" type="presOf" srcId="{33A5666C-E6E2-4F32-A0E4-7429AC9FBF97}" destId="{BF5ACACE-4F70-42E9-9EF6-6CBCA14B7D67}" srcOrd="1" destOrd="0" presId="urn:microsoft.com/office/officeart/2005/8/layout/process1"/>
    <dgm:cxn modelId="{D69D4F4C-2549-4BCC-8BF8-879EE931E5D4}" type="presOf" srcId="{F4FB7D74-69AF-49E3-8A91-19CA8880439C}" destId="{3BB8CA93-7436-446A-B508-1AC9F5BF7612}" srcOrd="0" destOrd="0" presId="urn:microsoft.com/office/officeart/2005/8/layout/process1"/>
    <dgm:cxn modelId="{C268835A-C7A7-4396-9210-42E1E2B298F6}" srcId="{5B44E86F-5E8B-40CA-8B76-EF32DF597A56}" destId="{6D4ECA74-7176-4781-B3A8-4CC9BFDF4263}" srcOrd="1" destOrd="0" parTransId="{7423F9E6-182B-4388-9211-177C5C8D5D92}" sibTransId="{87F24970-F560-497C-BE8D-18F63BC7F859}"/>
    <dgm:cxn modelId="{ABE76393-15F3-4481-B16C-A442E837C7F7}" type="presOf" srcId="{6D4ECA74-7176-4781-B3A8-4CC9BFDF4263}" destId="{C562F93D-B1C1-4B91-B61B-2AD691ACB849}" srcOrd="0" destOrd="0" presId="urn:microsoft.com/office/officeart/2005/8/layout/process1"/>
    <dgm:cxn modelId="{67B20399-18F5-4386-BE9A-547DCEE6D84D}" type="presOf" srcId="{95FE1FE5-6EFA-4CF9-92B7-1317CD0D0E80}" destId="{73CD49E2-3F6B-423D-A85A-D95E6F132163}" srcOrd="0" destOrd="0" presId="urn:microsoft.com/office/officeart/2005/8/layout/process1"/>
    <dgm:cxn modelId="{4DCECCA6-7380-4E16-950A-924F1B4CDEA4}" type="presOf" srcId="{77468AD8-5F7D-4115-9BD1-5990AEBE801D}" destId="{E46DBA33-1FE6-44CE-8FDE-39AEC5729856}" srcOrd="1" destOrd="0" presId="urn:microsoft.com/office/officeart/2005/8/layout/process1"/>
    <dgm:cxn modelId="{C5AB5BBB-2A61-4511-ACB8-86FBEE1D6F29}" type="presOf" srcId="{77468AD8-5F7D-4115-9BD1-5990AEBE801D}" destId="{BD3C7C4D-9061-4453-99D4-28EEBAB171DA}" srcOrd="0" destOrd="0" presId="urn:microsoft.com/office/officeart/2005/8/layout/process1"/>
    <dgm:cxn modelId="{1C8DEBC0-3EFD-4F67-965B-7BFD443A8376}" type="presOf" srcId="{01122330-6928-4999-9D68-23AC49DFFA4D}" destId="{EC6EC6D9-347E-4A8B-B555-0719AD555041}" srcOrd="0" destOrd="0" presId="urn:microsoft.com/office/officeart/2005/8/layout/process1"/>
    <dgm:cxn modelId="{63B5AFC3-BB59-42DF-836A-5FC03EE6F30D}" type="presOf" srcId="{F4FB7D74-69AF-49E3-8A91-19CA8880439C}" destId="{7F30EC15-BB72-4200-BA6A-79F514CC2616}" srcOrd="1" destOrd="0" presId="urn:microsoft.com/office/officeart/2005/8/layout/process1"/>
    <dgm:cxn modelId="{414501E0-512E-4154-A307-6C9D70218925}" type="presOf" srcId="{5B44E86F-5E8B-40CA-8B76-EF32DF597A56}" destId="{87D280DB-52F8-4E65-A4D0-8890BAD9440A}" srcOrd="0" destOrd="0" presId="urn:microsoft.com/office/officeart/2005/8/layout/process1"/>
    <dgm:cxn modelId="{616D97F0-0760-42A6-AC58-A2BD2F136BC5}" type="presOf" srcId="{87F24970-F560-497C-BE8D-18F63BC7F859}" destId="{45595897-3C6C-4C80-89E9-33F8351A4EF4}" srcOrd="0" destOrd="0" presId="urn:microsoft.com/office/officeart/2005/8/layout/process1"/>
    <dgm:cxn modelId="{2493AAF7-442D-4552-9D41-AB116AC3DFCD}" srcId="{5B44E86F-5E8B-40CA-8B76-EF32DF597A56}" destId="{0E824A4E-8C45-4B6E-9D75-B95C87B4E8D9}" srcOrd="4" destOrd="0" parTransId="{A18C7E26-074E-44FE-B223-8D0B6F99BD15}" sibTransId="{4BB06226-BD81-4843-8CC3-713F60D568D9}"/>
    <dgm:cxn modelId="{2E7CD5AB-DC45-4298-A4EE-329F7A07E2CD}" type="presParOf" srcId="{87D280DB-52F8-4E65-A4D0-8890BAD9440A}" destId="{EC6EC6D9-347E-4A8B-B555-0719AD555041}" srcOrd="0" destOrd="0" presId="urn:microsoft.com/office/officeart/2005/8/layout/process1"/>
    <dgm:cxn modelId="{6D513431-6B3E-4287-BB98-0C6CCAFA54A0}" type="presParOf" srcId="{87D280DB-52F8-4E65-A4D0-8890BAD9440A}" destId="{BD3C7C4D-9061-4453-99D4-28EEBAB171DA}" srcOrd="1" destOrd="0" presId="urn:microsoft.com/office/officeart/2005/8/layout/process1"/>
    <dgm:cxn modelId="{7B62463B-3C62-41B1-AFE8-7F9492CF7637}" type="presParOf" srcId="{BD3C7C4D-9061-4453-99D4-28EEBAB171DA}" destId="{E46DBA33-1FE6-44CE-8FDE-39AEC5729856}" srcOrd="0" destOrd="0" presId="urn:microsoft.com/office/officeart/2005/8/layout/process1"/>
    <dgm:cxn modelId="{C35814A4-47F8-4E52-B612-28DD05E6430D}" type="presParOf" srcId="{87D280DB-52F8-4E65-A4D0-8890BAD9440A}" destId="{C562F93D-B1C1-4B91-B61B-2AD691ACB849}" srcOrd="2" destOrd="0" presId="urn:microsoft.com/office/officeart/2005/8/layout/process1"/>
    <dgm:cxn modelId="{9D39FE10-57E3-4234-BBCD-718A900D02AF}" type="presParOf" srcId="{87D280DB-52F8-4E65-A4D0-8890BAD9440A}" destId="{45595897-3C6C-4C80-89E9-33F8351A4EF4}" srcOrd="3" destOrd="0" presId="urn:microsoft.com/office/officeart/2005/8/layout/process1"/>
    <dgm:cxn modelId="{6EA7D31E-E1ED-4982-95CD-CD91C26241FB}" type="presParOf" srcId="{45595897-3C6C-4C80-89E9-33F8351A4EF4}" destId="{CACD3A1E-FD10-497F-8D73-FFFE26DA7411}" srcOrd="0" destOrd="0" presId="urn:microsoft.com/office/officeart/2005/8/layout/process1"/>
    <dgm:cxn modelId="{12CDFAF2-25AB-4113-83C8-B7CA0A9620D2}" type="presParOf" srcId="{87D280DB-52F8-4E65-A4D0-8890BAD9440A}" destId="{F391C797-A128-41D3-8303-250F334962E4}" srcOrd="4" destOrd="0" presId="urn:microsoft.com/office/officeart/2005/8/layout/process1"/>
    <dgm:cxn modelId="{472DD557-BB5E-4BFE-9555-0B6154FC04F4}" type="presParOf" srcId="{87D280DB-52F8-4E65-A4D0-8890BAD9440A}" destId="{3BB8CA93-7436-446A-B508-1AC9F5BF7612}" srcOrd="5" destOrd="0" presId="urn:microsoft.com/office/officeart/2005/8/layout/process1"/>
    <dgm:cxn modelId="{DF48E8F7-88C6-4AEA-AED0-C8C64208BF3F}" type="presParOf" srcId="{3BB8CA93-7436-446A-B508-1AC9F5BF7612}" destId="{7F30EC15-BB72-4200-BA6A-79F514CC2616}" srcOrd="0" destOrd="0" presId="urn:microsoft.com/office/officeart/2005/8/layout/process1"/>
    <dgm:cxn modelId="{2203CDC8-97F3-4783-9E69-ABDC909A2C5B}" type="presParOf" srcId="{87D280DB-52F8-4E65-A4D0-8890BAD9440A}" destId="{73CD49E2-3F6B-423D-A85A-D95E6F132163}" srcOrd="6" destOrd="0" presId="urn:microsoft.com/office/officeart/2005/8/layout/process1"/>
    <dgm:cxn modelId="{7CEA0C3A-80D7-4333-BA76-9084D3E6B570}" type="presParOf" srcId="{87D280DB-52F8-4E65-A4D0-8890BAD9440A}" destId="{EF2E27BE-209C-4E7D-8EF7-2C58A545D2E4}" srcOrd="7" destOrd="0" presId="urn:microsoft.com/office/officeart/2005/8/layout/process1"/>
    <dgm:cxn modelId="{000DDFA7-21AA-42D7-A00E-61F69C25011D}" type="presParOf" srcId="{EF2E27BE-209C-4E7D-8EF7-2C58A545D2E4}" destId="{BF5ACACE-4F70-42E9-9EF6-6CBCA14B7D67}" srcOrd="0" destOrd="0" presId="urn:microsoft.com/office/officeart/2005/8/layout/process1"/>
    <dgm:cxn modelId="{9D7DE89E-5F6B-4F09-9554-E52954F9D801}" type="presParOf" srcId="{87D280DB-52F8-4E65-A4D0-8890BAD9440A}" destId="{8E028C27-9ABB-418F-B18E-0B234B342C0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6A1B2C-F343-45B9-A0A3-0F5107945675}" type="doc">
      <dgm:prSet loTypeId="urn:microsoft.com/office/officeart/2024/layout/BulletTimelineInverted" loCatId="timelin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A8F9B37-601F-4844-B9DE-9CB788A49A4A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latin typeface="Book Antiqua" panose="02040602050305030304" pitchFamily="18" charset="0"/>
            </a:rPr>
            <a:t>Today</a:t>
          </a:r>
        </a:p>
      </dgm:t>
    </dgm:pt>
    <dgm:pt modelId="{92E7C446-6689-4A84-B14F-8478D171721A}" type="parTrans" cxnId="{64100DB3-DE18-4251-B341-E6D3C12EE07A}">
      <dgm:prSet/>
      <dgm:spPr/>
      <dgm:t>
        <a:bodyPr/>
        <a:lstStyle/>
        <a:p>
          <a:endParaRPr lang="en-IN"/>
        </a:p>
      </dgm:t>
    </dgm:pt>
    <dgm:pt modelId="{59ADB8DD-260E-4E0F-BDBC-E866A75DBC71}" type="sibTrans" cxnId="{64100DB3-DE18-4251-B341-E6D3C12EE07A}">
      <dgm:prSet/>
      <dgm:spPr/>
      <dgm:t>
        <a:bodyPr/>
        <a:lstStyle/>
        <a:p>
          <a:endParaRPr lang="en-IN"/>
        </a:p>
      </dgm:t>
    </dgm:pt>
    <dgm:pt modelId="{52C27D50-FD1B-4725-9C4F-8F10994DA3E0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latin typeface="Book Antiqua" panose="02040602050305030304" pitchFamily="18" charset="0"/>
            </a:rPr>
            <a:t>Digital Services</a:t>
          </a:r>
        </a:p>
      </dgm:t>
    </dgm:pt>
    <dgm:pt modelId="{6F717DB9-B497-48AF-B8C5-FD75B243CC04}" type="parTrans" cxnId="{6BB7E035-CED4-4652-91C7-3C3D097BB913}">
      <dgm:prSet/>
      <dgm:spPr/>
      <dgm:t>
        <a:bodyPr/>
        <a:lstStyle/>
        <a:p>
          <a:endParaRPr lang="en-IN"/>
        </a:p>
      </dgm:t>
    </dgm:pt>
    <dgm:pt modelId="{FB639ED3-5776-4CAA-A74B-BC9BB39E9D8F}" type="sibTrans" cxnId="{6BB7E035-CED4-4652-91C7-3C3D097BB913}">
      <dgm:prSet/>
      <dgm:spPr/>
      <dgm:t>
        <a:bodyPr/>
        <a:lstStyle/>
        <a:p>
          <a:endParaRPr lang="en-IN"/>
        </a:p>
      </dgm:t>
    </dgm:pt>
    <dgm:pt modelId="{90CCCF16-DFF2-4FA5-B19E-BAD144B29F58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latin typeface="Book Antiqua" panose="02040602050305030304" pitchFamily="18" charset="0"/>
            </a:rPr>
            <a:t>Digital Healthcare &amp; Education</a:t>
          </a:r>
        </a:p>
      </dgm:t>
    </dgm:pt>
    <dgm:pt modelId="{AD589434-3910-457E-84B2-CC607B24F96B}" type="parTrans" cxnId="{168C598A-D27A-4F6B-946B-1DA4E106294D}">
      <dgm:prSet/>
      <dgm:spPr/>
      <dgm:t>
        <a:bodyPr/>
        <a:lstStyle/>
        <a:p>
          <a:endParaRPr lang="en-IN"/>
        </a:p>
      </dgm:t>
    </dgm:pt>
    <dgm:pt modelId="{02E6F55B-59E8-42B2-A0A2-CE9F1C247CBB}" type="sibTrans" cxnId="{168C598A-D27A-4F6B-946B-1DA4E106294D}">
      <dgm:prSet/>
      <dgm:spPr/>
      <dgm:t>
        <a:bodyPr/>
        <a:lstStyle/>
        <a:p>
          <a:endParaRPr lang="en-IN"/>
        </a:p>
      </dgm:t>
    </dgm:pt>
    <dgm:pt modelId="{35F05B34-D92E-40FD-AFCE-5A06926284FB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latin typeface="Book Antiqua" panose="02040602050305030304" pitchFamily="18" charset="0"/>
            </a:rPr>
            <a:t>Technology-enabled services</a:t>
          </a:r>
        </a:p>
      </dgm:t>
    </dgm:pt>
    <dgm:pt modelId="{719D7F36-C3D1-456B-AB31-F3837BFBB807}" type="parTrans" cxnId="{F86C722E-8779-48FA-94B2-D705B7E6C466}">
      <dgm:prSet/>
      <dgm:spPr/>
      <dgm:t>
        <a:bodyPr/>
        <a:lstStyle/>
        <a:p>
          <a:endParaRPr lang="en-IN"/>
        </a:p>
      </dgm:t>
    </dgm:pt>
    <dgm:pt modelId="{D82745D3-F5AB-4663-9016-E193A6B83C1B}" type="sibTrans" cxnId="{F86C722E-8779-48FA-94B2-D705B7E6C466}">
      <dgm:prSet/>
      <dgm:spPr/>
      <dgm:t>
        <a:bodyPr/>
        <a:lstStyle/>
        <a:p>
          <a:endParaRPr lang="en-IN"/>
        </a:p>
      </dgm:t>
    </dgm:pt>
    <dgm:pt modelId="{770A9FBA-4B13-4058-B8F5-71F5764BD85E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latin typeface="Book Antiqua" panose="02040602050305030304" pitchFamily="18" charset="0"/>
            </a:rPr>
            <a:t>5G Connectivity</a:t>
          </a:r>
        </a:p>
      </dgm:t>
    </dgm:pt>
    <dgm:pt modelId="{194A2044-1F67-489C-971D-7E31A0EBE2C4}" type="parTrans" cxnId="{8A3F9508-05CD-4843-9E2E-546AF66B6F30}">
      <dgm:prSet/>
      <dgm:spPr/>
      <dgm:t>
        <a:bodyPr/>
        <a:lstStyle/>
        <a:p>
          <a:endParaRPr lang="en-IN"/>
        </a:p>
      </dgm:t>
    </dgm:pt>
    <dgm:pt modelId="{04E31A4A-AA30-4CB6-8EFF-16C21D68B1CA}" type="sibTrans" cxnId="{8A3F9508-05CD-4843-9E2E-546AF66B6F30}">
      <dgm:prSet/>
      <dgm:spPr/>
      <dgm:t>
        <a:bodyPr/>
        <a:lstStyle/>
        <a:p>
          <a:endParaRPr lang="en-IN"/>
        </a:p>
      </dgm:t>
    </dgm:pt>
    <dgm:pt modelId="{ADF4E844-87D3-423F-8599-482B2EC48CB5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latin typeface="Book Antiqua" panose="02040602050305030304" pitchFamily="18" charset="0"/>
            </a:rPr>
            <a:t>Faster Communication</a:t>
          </a:r>
        </a:p>
      </dgm:t>
    </dgm:pt>
    <dgm:pt modelId="{2D914078-AED9-49CC-85F9-CE3AC9A71F3F}" type="parTrans" cxnId="{3D12C905-822C-4272-97B5-C6972C6BC533}">
      <dgm:prSet/>
      <dgm:spPr/>
      <dgm:t>
        <a:bodyPr/>
        <a:lstStyle/>
        <a:p>
          <a:endParaRPr lang="en-IN"/>
        </a:p>
      </dgm:t>
    </dgm:pt>
    <dgm:pt modelId="{170014E5-3EA5-4DB7-ADDD-EB2BAB73E072}" type="sibTrans" cxnId="{3D12C905-822C-4272-97B5-C6972C6BC533}">
      <dgm:prSet/>
      <dgm:spPr/>
      <dgm:t>
        <a:bodyPr/>
        <a:lstStyle/>
        <a:p>
          <a:endParaRPr lang="en-IN"/>
        </a:p>
      </dgm:t>
    </dgm:pt>
    <dgm:pt modelId="{D532F183-4577-41FD-8EBB-F994B3B23107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latin typeface="Book Antiqua" panose="02040602050305030304" pitchFamily="18" charset="0"/>
            </a:rPr>
            <a:t>Secure Digital India</a:t>
          </a:r>
        </a:p>
      </dgm:t>
    </dgm:pt>
    <dgm:pt modelId="{07FAD2A6-1D5B-4570-AB2A-7C59A15B9826}" type="parTrans" cxnId="{46D29957-B89C-4AE6-8ACF-45B8B05D39D4}">
      <dgm:prSet/>
      <dgm:spPr/>
      <dgm:t>
        <a:bodyPr/>
        <a:lstStyle/>
        <a:p>
          <a:endParaRPr lang="en-IN"/>
        </a:p>
      </dgm:t>
    </dgm:pt>
    <dgm:pt modelId="{D2D209CA-DFE0-4D7D-BC20-22658A4E9104}" type="sibTrans" cxnId="{46D29957-B89C-4AE6-8ACF-45B8B05D39D4}">
      <dgm:prSet/>
      <dgm:spPr/>
      <dgm:t>
        <a:bodyPr/>
        <a:lstStyle/>
        <a:p>
          <a:endParaRPr lang="en-IN"/>
        </a:p>
      </dgm:t>
    </dgm:pt>
    <dgm:pt modelId="{1C090F88-F89E-4D06-8CCC-9DCF9F8DD04A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latin typeface="Book Antiqua" panose="02040602050305030304" pitchFamily="18" charset="0"/>
            </a:rPr>
            <a:t>Safer digital future</a:t>
          </a:r>
        </a:p>
      </dgm:t>
    </dgm:pt>
    <dgm:pt modelId="{96BFAFF5-10BE-4BB2-843E-D8DBD52D5B11}" type="parTrans" cxnId="{4841B782-C04F-4C43-B21C-067AD5FDA34C}">
      <dgm:prSet/>
      <dgm:spPr/>
      <dgm:t>
        <a:bodyPr/>
        <a:lstStyle/>
        <a:p>
          <a:endParaRPr lang="en-IN"/>
        </a:p>
      </dgm:t>
    </dgm:pt>
    <dgm:pt modelId="{C4980400-FFEC-4530-8D11-77BC1EB48632}" type="sibTrans" cxnId="{4841B782-C04F-4C43-B21C-067AD5FDA34C}">
      <dgm:prSet/>
      <dgm:spPr/>
      <dgm:t>
        <a:bodyPr/>
        <a:lstStyle/>
        <a:p>
          <a:endParaRPr lang="en-IN"/>
        </a:p>
      </dgm:t>
    </dgm:pt>
    <dgm:pt modelId="{954F0A08-E097-4E23-A110-9721CAEF0B5D}">
      <dgm:prSet phldrT="Add an event" phldr="0" custT="1"/>
      <dgm:spPr/>
      <dgm:t>
        <a:bodyPr/>
        <a:lstStyle/>
        <a:p>
          <a:pPr>
            <a:defRPr b="1"/>
          </a:pPr>
          <a:r>
            <a:rPr lang="en-IN" sz="2400" dirty="0">
              <a:latin typeface="Book Antiqua" panose="02040602050305030304" pitchFamily="18" charset="0"/>
            </a:rPr>
            <a:t>Smart Cities</a:t>
          </a:r>
        </a:p>
      </dgm:t>
    </dgm:pt>
    <dgm:pt modelId="{CB2C76DF-A33E-4891-BE72-1C83998241F5}" type="parTrans" cxnId="{B2FDC5C6-10A4-4EE3-889C-C1ED71812F0D}">
      <dgm:prSet/>
      <dgm:spPr/>
      <dgm:t>
        <a:bodyPr/>
        <a:lstStyle/>
        <a:p>
          <a:endParaRPr lang="en-IN"/>
        </a:p>
      </dgm:t>
    </dgm:pt>
    <dgm:pt modelId="{883932CC-3267-4F6F-BB0D-A84374CF8F9C}" type="sibTrans" cxnId="{B2FDC5C6-10A4-4EE3-889C-C1ED71812F0D}">
      <dgm:prSet/>
      <dgm:spPr/>
      <dgm:t>
        <a:bodyPr/>
        <a:lstStyle/>
        <a:p>
          <a:endParaRPr lang="en-IN"/>
        </a:p>
      </dgm:t>
    </dgm:pt>
    <dgm:pt modelId="{40D78EF8-4864-4701-B436-ACB59C572C38}">
      <dgm:prSet phldrT="Write a description of the significance of this event" phldr="0" custT="1"/>
      <dgm:spPr/>
      <dgm:t>
        <a:bodyPr/>
        <a:lstStyle/>
        <a:p>
          <a:r>
            <a:rPr lang="en-IN" sz="2000" dirty="0">
              <a:latin typeface="Book Antiqua" panose="02040602050305030304" pitchFamily="18" charset="0"/>
            </a:rPr>
            <a:t>Connected urban services</a:t>
          </a:r>
        </a:p>
      </dgm:t>
    </dgm:pt>
    <dgm:pt modelId="{75403377-5C81-4C53-9417-7F0B6476D7D1}" type="parTrans" cxnId="{2C02DA04-692B-4CDD-AE89-44F958EAFFAC}">
      <dgm:prSet/>
      <dgm:spPr/>
      <dgm:t>
        <a:bodyPr/>
        <a:lstStyle/>
        <a:p>
          <a:endParaRPr lang="en-IN"/>
        </a:p>
      </dgm:t>
    </dgm:pt>
    <dgm:pt modelId="{2C0F627F-373B-406E-825F-A6565B37D95B}" type="sibTrans" cxnId="{2C02DA04-692B-4CDD-AE89-44F958EAFFAC}">
      <dgm:prSet/>
      <dgm:spPr/>
      <dgm:t>
        <a:bodyPr/>
        <a:lstStyle/>
        <a:p>
          <a:endParaRPr lang="en-IN"/>
        </a:p>
      </dgm:t>
    </dgm:pt>
    <dgm:pt modelId="{6B5483C4-EF9B-4F8D-8B7B-10480BFD4774}" type="pres">
      <dgm:prSet presAssocID="{046A1B2C-F343-45B9-A0A3-0F5107945675}" presName="root" presStyleCnt="0">
        <dgm:presLayoutVars>
          <dgm:dir/>
          <dgm:animLvl val="lvl"/>
        </dgm:presLayoutVars>
      </dgm:prSet>
      <dgm:spPr/>
    </dgm:pt>
    <dgm:pt modelId="{CF61B0BF-4FAC-410D-803B-3C88BBC97B74}" type="pres">
      <dgm:prSet presAssocID="{046A1B2C-F343-45B9-A0A3-0F5107945675}" presName="divider" presStyleCnt="0"/>
      <dgm:spPr/>
    </dgm:pt>
    <dgm:pt modelId="{6A2959A6-7CD4-4920-93B5-A3110EFD1820}" type="pres">
      <dgm:prSet presAssocID="{046A1B2C-F343-45B9-A0A3-0F5107945675}" presName="rectBar" presStyleLbl="dkBgShp" presStyleIdx="0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1A0EB15F-77AE-46AD-A3EC-AF4735BBAD35}" type="pres">
      <dgm:prSet presAssocID="{046A1B2C-F343-45B9-A0A3-0F5107945675}" presName="chevronArrow" presStyleLbl="dkBgShp" presStyleIdx="1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FBF23FA-729D-4CA4-885D-69E733CF8E5C}" type="pres">
      <dgm:prSet presAssocID="{046A1B2C-F343-45B9-A0A3-0F5107945675}" presName="nodes" presStyleCnt="0">
        <dgm:presLayoutVars>
          <dgm:chMax/>
          <dgm:chPref/>
          <dgm:animLvl val="lvl"/>
        </dgm:presLayoutVars>
      </dgm:prSet>
      <dgm:spPr/>
    </dgm:pt>
    <dgm:pt modelId="{2ACBA00B-8EAC-4933-B07D-242E8CFD6BB3}" type="pres">
      <dgm:prSet presAssocID="{7A8F9B37-601F-4844-B9DE-9CB788A49A4A}" presName="composite" presStyleCnt="0"/>
      <dgm:spPr/>
    </dgm:pt>
    <dgm:pt modelId="{F7B4AA68-4B28-4AA7-8FA8-039E58CC848C}" type="pres">
      <dgm:prSet presAssocID="{7A8F9B37-601F-4844-B9DE-9CB788A49A4A}" presName="DropPinPlaceHolder" presStyleCnt="0"/>
      <dgm:spPr/>
    </dgm:pt>
    <dgm:pt modelId="{7EA58613-B8F2-4869-AE52-5B98970F3044}" type="pres">
      <dgm:prSet presAssocID="{7A8F9B37-601F-4844-B9DE-9CB788A49A4A}" presName="DropPin" presStyleLbl="alignNode1" presStyleIdx="0" presStyleCnt="5"/>
      <dgm:spPr/>
    </dgm:pt>
    <dgm:pt modelId="{332D2E0D-11D7-4632-9CED-47A01F0FBBC0}" type="pres">
      <dgm:prSet presAssocID="{7A8F9B37-601F-4844-B9DE-9CB788A49A4A}" presName="Ellipse" presStyleLbl="fgAcc1" presStyleIdx="0" presStyleCnt="5"/>
      <dgm:spPr/>
    </dgm:pt>
    <dgm:pt modelId="{37EC4E1F-AA2D-4F79-B9D5-764D62C7A91A}" type="pres">
      <dgm:prSet presAssocID="{7A8F9B37-601F-4844-B9DE-9CB788A49A4A}" presName="L2TextContainer" presStyleLbl="revTx" presStyleIdx="0" presStyleCnt="10">
        <dgm:presLayoutVars>
          <dgm:bulletEnabled val="1"/>
        </dgm:presLayoutVars>
      </dgm:prSet>
      <dgm:spPr/>
    </dgm:pt>
    <dgm:pt modelId="{A643394D-6063-4880-A402-F5BD1CD41889}" type="pres">
      <dgm:prSet presAssocID="{7A8F9B37-601F-4844-B9DE-9CB788A49A4A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3F06303E-A4D4-4201-AFF9-CD7EA9B2D529}" type="pres">
      <dgm:prSet presAssocID="{7A8F9B37-601F-4844-B9DE-9CB788A49A4A}" presName="ConnectLine" presStyleLbl="dkBgShp" presStyleIdx="2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1E7970BE-39E2-414C-B0E7-27DEC9CE2A1A}" type="pres">
      <dgm:prSet presAssocID="{7A8F9B37-601F-4844-B9DE-9CB788A49A4A}" presName="ConnectorPoint" presStyleCnt="0"/>
      <dgm:spPr/>
    </dgm:pt>
    <dgm:pt modelId="{654B3A7A-7022-4D7A-B072-A01B29F1BD4F}" type="pres">
      <dgm:prSet presAssocID="{7A8F9B37-601F-4844-B9DE-9CB788A49A4A}" presName="Bullet" presStyleLbl="node1NoLn" presStyleIdx="0" presStyleCnt="5"/>
      <dgm:spPr/>
    </dgm:pt>
    <dgm:pt modelId="{0A90DBD1-780A-4C76-89A4-F6E8AE2C9D9D}" type="pres">
      <dgm:prSet presAssocID="{7A8F9B37-601F-4844-B9DE-9CB788A49A4A}" presName="EmptyPlaceHolder" presStyleCnt="0"/>
      <dgm:spPr/>
    </dgm:pt>
    <dgm:pt modelId="{95E52F90-C399-4A9D-B7D1-7BBDD47E304F}" type="pres">
      <dgm:prSet presAssocID="{59ADB8DD-260E-4E0F-BDBC-E866A75DBC71}" presName="spaceBetweenRectangles" presStyleCnt="0"/>
      <dgm:spPr/>
    </dgm:pt>
    <dgm:pt modelId="{4B0714D3-BC45-4C57-B2A3-2A4F3E29F6CC}" type="pres">
      <dgm:prSet presAssocID="{90CCCF16-DFF2-4FA5-B19E-BAD144B29F58}" presName="composite" presStyleCnt="0"/>
      <dgm:spPr/>
    </dgm:pt>
    <dgm:pt modelId="{49025429-A83B-41F3-999C-DE2BB2A3D95A}" type="pres">
      <dgm:prSet presAssocID="{90CCCF16-DFF2-4FA5-B19E-BAD144B29F58}" presName="DropPinPlaceHolder" presStyleCnt="0"/>
      <dgm:spPr/>
    </dgm:pt>
    <dgm:pt modelId="{52FE3F5E-E512-4EB5-B717-976361281FCB}" type="pres">
      <dgm:prSet presAssocID="{90CCCF16-DFF2-4FA5-B19E-BAD144B29F58}" presName="DropPin" presStyleLbl="alignNode1" presStyleIdx="1" presStyleCnt="5"/>
      <dgm:spPr/>
    </dgm:pt>
    <dgm:pt modelId="{375044B9-8C65-4F09-9516-9FFDFD03E9C9}" type="pres">
      <dgm:prSet presAssocID="{90CCCF16-DFF2-4FA5-B19E-BAD144B29F58}" presName="Ellipse" presStyleLbl="fgAcc1" presStyleIdx="1" presStyleCnt="5"/>
      <dgm:spPr/>
    </dgm:pt>
    <dgm:pt modelId="{15F58B30-587F-420C-BA3D-5D265A259124}" type="pres">
      <dgm:prSet presAssocID="{90CCCF16-DFF2-4FA5-B19E-BAD144B29F58}" presName="L2TextContainer" presStyleLbl="revTx" presStyleIdx="2" presStyleCnt="10">
        <dgm:presLayoutVars>
          <dgm:bulletEnabled val="1"/>
        </dgm:presLayoutVars>
      </dgm:prSet>
      <dgm:spPr/>
    </dgm:pt>
    <dgm:pt modelId="{76C20B5F-0B6B-4A4C-B1FA-A2AB87A82B33}" type="pres">
      <dgm:prSet presAssocID="{90CCCF16-DFF2-4FA5-B19E-BAD144B29F58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FC5F8F1A-16EC-4A4C-A8ED-2588C66F7628}" type="pres">
      <dgm:prSet presAssocID="{90CCCF16-DFF2-4FA5-B19E-BAD144B29F58}" presName="ConnectLine" presStyleLbl="dkBgShp" presStyleIdx="3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5EF5E5EF-E75B-4FFB-BEB7-D7E3AE417ADC}" type="pres">
      <dgm:prSet presAssocID="{90CCCF16-DFF2-4FA5-B19E-BAD144B29F58}" presName="ConnectorPoint" presStyleCnt="0"/>
      <dgm:spPr/>
    </dgm:pt>
    <dgm:pt modelId="{EAA458A1-E5E3-4B06-8CF5-7D63709E416B}" type="pres">
      <dgm:prSet presAssocID="{90CCCF16-DFF2-4FA5-B19E-BAD144B29F58}" presName="Bullet" presStyleLbl="node1NoLn" presStyleIdx="1" presStyleCnt="5"/>
      <dgm:spPr/>
    </dgm:pt>
    <dgm:pt modelId="{56578D8A-9BDC-498E-9131-2C0BF3CD7443}" type="pres">
      <dgm:prSet presAssocID="{90CCCF16-DFF2-4FA5-B19E-BAD144B29F58}" presName="EmptyPlaceHolder" presStyleCnt="0"/>
      <dgm:spPr/>
    </dgm:pt>
    <dgm:pt modelId="{D9D832A4-307B-48A7-991A-47B1C17BD5AC}" type="pres">
      <dgm:prSet presAssocID="{02E6F55B-59E8-42B2-A0A2-CE9F1C247CBB}" presName="spaceBetweenRectangles" presStyleCnt="0"/>
      <dgm:spPr/>
    </dgm:pt>
    <dgm:pt modelId="{8BD92E6B-530E-41FC-91D4-B9652FE48F8F}" type="pres">
      <dgm:prSet presAssocID="{770A9FBA-4B13-4058-B8F5-71F5764BD85E}" presName="composite" presStyleCnt="0"/>
      <dgm:spPr/>
    </dgm:pt>
    <dgm:pt modelId="{70875183-9CFE-4B26-8701-5586D4EE5A90}" type="pres">
      <dgm:prSet presAssocID="{770A9FBA-4B13-4058-B8F5-71F5764BD85E}" presName="DropPinPlaceHolder" presStyleCnt="0"/>
      <dgm:spPr/>
    </dgm:pt>
    <dgm:pt modelId="{3D55EE9E-6AEC-4C55-B260-D0439213E521}" type="pres">
      <dgm:prSet presAssocID="{770A9FBA-4B13-4058-B8F5-71F5764BD85E}" presName="DropPin" presStyleLbl="alignNode1" presStyleIdx="2" presStyleCnt="5"/>
      <dgm:spPr/>
    </dgm:pt>
    <dgm:pt modelId="{7DF5B3EF-591B-4C95-9C2C-A34E2DB7F9A4}" type="pres">
      <dgm:prSet presAssocID="{770A9FBA-4B13-4058-B8F5-71F5764BD85E}" presName="Ellipse" presStyleLbl="fgAcc1" presStyleIdx="2" presStyleCnt="5"/>
      <dgm:spPr/>
    </dgm:pt>
    <dgm:pt modelId="{EA2B3BA3-2A72-43F3-9927-28E12DD8A581}" type="pres">
      <dgm:prSet presAssocID="{770A9FBA-4B13-4058-B8F5-71F5764BD85E}" presName="L2TextContainer" presStyleLbl="revTx" presStyleIdx="4" presStyleCnt="10">
        <dgm:presLayoutVars>
          <dgm:bulletEnabled val="1"/>
        </dgm:presLayoutVars>
      </dgm:prSet>
      <dgm:spPr/>
    </dgm:pt>
    <dgm:pt modelId="{C7E5A4BE-71BB-4219-84E5-BD75062595AF}" type="pres">
      <dgm:prSet presAssocID="{770A9FBA-4B13-4058-B8F5-71F5764BD85E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AEBFE97A-93D5-4B76-98F1-651CC19FBC42}" type="pres">
      <dgm:prSet presAssocID="{770A9FBA-4B13-4058-B8F5-71F5764BD85E}" presName="ConnectLine" presStyleLbl="dkBgShp" presStyleIdx="4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1CCB1243-4194-4BF7-BF6F-396C9A507DB3}" type="pres">
      <dgm:prSet presAssocID="{770A9FBA-4B13-4058-B8F5-71F5764BD85E}" presName="ConnectorPoint" presStyleCnt="0"/>
      <dgm:spPr/>
    </dgm:pt>
    <dgm:pt modelId="{3D3FE268-AB8D-4EE6-8A45-E66379A50289}" type="pres">
      <dgm:prSet presAssocID="{770A9FBA-4B13-4058-B8F5-71F5764BD85E}" presName="Bullet" presStyleLbl="node1NoLn" presStyleIdx="2" presStyleCnt="5"/>
      <dgm:spPr/>
    </dgm:pt>
    <dgm:pt modelId="{8FE5BA9C-79E4-494E-AC9B-2BD89CD51551}" type="pres">
      <dgm:prSet presAssocID="{770A9FBA-4B13-4058-B8F5-71F5764BD85E}" presName="EmptyPlaceHolder" presStyleCnt="0"/>
      <dgm:spPr/>
    </dgm:pt>
    <dgm:pt modelId="{2126228C-566A-4F34-9853-F00886F41316}" type="pres">
      <dgm:prSet presAssocID="{04E31A4A-AA30-4CB6-8EFF-16C21D68B1CA}" presName="spaceBetweenRectangles" presStyleCnt="0"/>
      <dgm:spPr/>
    </dgm:pt>
    <dgm:pt modelId="{942C9A3F-1815-47D2-9B87-3A9396BC8AC2}" type="pres">
      <dgm:prSet presAssocID="{D532F183-4577-41FD-8EBB-F994B3B23107}" presName="composite" presStyleCnt="0"/>
      <dgm:spPr/>
    </dgm:pt>
    <dgm:pt modelId="{BDF89D09-3DB8-4461-825F-F91FC25FCB8A}" type="pres">
      <dgm:prSet presAssocID="{D532F183-4577-41FD-8EBB-F994B3B23107}" presName="DropPinPlaceHolder" presStyleCnt="0"/>
      <dgm:spPr/>
    </dgm:pt>
    <dgm:pt modelId="{8CBEC135-8D4B-4B1A-A5ED-4413D16A01C0}" type="pres">
      <dgm:prSet presAssocID="{D532F183-4577-41FD-8EBB-F994B3B23107}" presName="DropPin" presStyleLbl="alignNode1" presStyleIdx="3" presStyleCnt="5"/>
      <dgm:spPr/>
    </dgm:pt>
    <dgm:pt modelId="{6D99536D-420B-490A-8F39-1A72C4CEFE89}" type="pres">
      <dgm:prSet presAssocID="{D532F183-4577-41FD-8EBB-F994B3B23107}" presName="Ellipse" presStyleLbl="fgAcc1" presStyleIdx="3" presStyleCnt="5"/>
      <dgm:spPr/>
    </dgm:pt>
    <dgm:pt modelId="{9172A2B6-EEBD-4DD1-A5B0-020B1FA1D03A}" type="pres">
      <dgm:prSet presAssocID="{D532F183-4577-41FD-8EBB-F994B3B23107}" presName="L2TextContainer" presStyleLbl="revTx" presStyleIdx="6" presStyleCnt="10">
        <dgm:presLayoutVars>
          <dgm:bulletEnabled val="1"/>
        </dgm:presLayoutVars>
      </dgm:prSet>
      <dgm:spPr/>
    </dgm:pt>
    <dgm:pt modelId="{7C74D427-5E81-4198-980C-961BFF3AB132}" type="pres">
      <dgm:prSet presAssocID="{D532F183-4577-41FD-8EBB-F994B3B23107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86548C85-104F-4525-A9C7-7F73C7ADD6D2}" type="pres">
      <dgm:prSet presAssocID="{D532F183-4577-41FD-8EBB-F994B3B23107}" presName="ConnectLine" presStyleLbl="dkBgShp" presStyleIdx="5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C821C8F-4A69-4495-A6A2-152D87313A96}" type="pres">
      <dgm:prSet presAssocID="{D532F183-4577-41FD-8EBB-F994B3B23107}" presName="ConnectorPoint" presStyleCnt="0"/>
      <dgm:spPr/>
    </dgm:pt>
    <dgm:pt modelId="{3753FDBF-5C32-42AC-9933-A33403F16F3C}" type="pres">
      <dgm:prSet presAssocID="{D532F183-4577-41FD-8EBB-F994B3B23107}" presName="Bullet" presStyleLbl="node1NoLn" presStyleIdx="3" presStyleCnt="5"/>
      <dgm:spPr/>
    </dgm:pt>
    <dgm:pt modelId="{55DBDCC0-113B-43F0-B44D-F4A17F513AD3}" type="pres">
      <dgm:prSet presAssocID="{D532F183-4577-41FD-8EBB-F994B3B23107}" presName="EmptyPlaceHolder" presStyleCnt="0"/>
      <dgm:spPr/>
    </dgm:pt>
    <dgm:pt modelId="{EEFCF6A1-CFD8-4A6A-A4FC-45F2BB9EC71D}" type="pres">
      <dgm:prSet presAssocID="{D2D209CA-DFE0-4D7D-BC20-22658A4E9104}" presName="spaceBetweenRectangles" presStyleCnt="0"/>
      <dgm:spPr/>
    </dgm:pt>
    <dgm:pt modelId="{082E87C9-00A5-443A-B23B-967BDFE4F575}" type="pres">
      <dgm:prSet presAssocID="{954F0A08-E097-4E23-A110-9721CAEF0B5D}" presName="composite" presStyleCnt="0"/>
      <dgm:spPr/>
    </dgm:pt>
    <dgm:pt modelId="{CEC58ACE-0861-475C-99B3-9F27F7423B10}" type="pres">
      <dgm:prSet presAssocID="{954F0A08-E097-4E23-A110-9721CAEF0B5D}" presName="DropPinPlaceHolder" presStyleCnt="0"/>
      <dgm:spPr/>
    </dgm:pt>
    <dgm:pt modelId="{0995892A-AF09-4302-B561-A0022C569A4E}" type="pres">
      <dgm:prSet presAssocID="{954F0A08-E097-4E23-A110-9721CAEF0B5D}" presName="DropPin" presStyleLbl="alignNode1" presStyleIdx="4" presStyleCnt="5"/>
      <dgm:spPr/>
    </dgm:pt>
    <dgm:pt modelId="{AC2157C3-BB13-4481-A05E-0AC8112281FD}" type="pres">
      <dgm:prSet presAssocID="{954F0A08-E097-4E23-A110-9721CAEF0B5D}" presName="Ellipse" presStyleLbl="fgAcc1" presStyleIdx="4" presStyleCnt="5"/>
      <dgm:spPr/>
    </dgm:pt>
    <dgm:pt modelId="{7011035F-882E-4BAB-AFAD-FF35FF48A0A1}" type="pres">
      <dgm:prSet presAssocID="{954F0A08-E097-4E23-A110-9721CAEF0B5D}" presName="L2TextContainer" presStyleLbl="revTx" presStyleIdx="8" presStyleCnt="10">
        <dgm:presLayoutVars>
          <dgm:bulletEnabled val="1"/>
        </dgm:presLayoutVars>
      </dgm:prSet>
      <dgm:spPr/>
    </dgm:pt>
    <dgm:pt modelId="{ACD2011E-222F-44F9-97AB-E8332BEF422D}" type="pres">
      <dgm:prSet presAssocID="{954F0A08-E097-4E23-A110-9721CAEF0B5D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B6934D79-8020-4E8D-AD56-F025074D97EC}" type="pres">
      <dgm:prSet presAssocID="{954F0A08-E097-4E23-A110-9721CAEF0B5D}" presName="ConnectLine" presStyleLbl="dkBgShp" presStyleIdx="6" presStyleCnt="7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6FCF0E8-D5C5-434F-B544-374B4B2D91FB}" type="pres">
      <dgm:prSet presAssocID="{954F0A08-E097-4E23-A110-9721CAEF0B5D}" presName="ConnectorPoint" presStyleCnt="0"/>
      <dgm:spPr/>
    </dgm:pt>
    <dgm:pt modelId="{DE7B4C27-3C18-4946-B3A9-234C14EB6295}" type="pres">
      <dgm:prSet presAssocID="{954F0A08-E097-4E23-A110-9721CAEF0B5D}" presName="Bullet" presStyleLbl="node1NoLn" presStyleIdx="4" presStyleCnt="5"/>
      <dgm:spPr/>
    </dgm:pt>
    <dgm:pt modelId="{C073C669-09CF-45CD-BB3D-80E39D1B2AC5}" type="pres">
      <dgm:prSet presAssocID="{954F0A08-E097-4E23-A110-9721CAEF0B5D}" presName="EmptyPlaceHolder" presStyleCnt="0"/>
      <dgm:spPr/>
    </dgm:pt>
  </dgm:ptLst>
  <dgm:cxnLst>
    <dgm:cxn modelId="{2C02DA04-692B-4CDD-AE89-44F958EAFFAC}" srcId="{954F0A08-E097-4E23-A110-9721CAEF0B5D}" destId="{40D78EF8-4864-4701-B436-ACB59C572C38}" srcOrd="0" destOrd="0" parTransId="{75403377-5C81-4C53-9417-7F0B6476D7D1}" sibTransId="{2C0F627F-373B-406E-825F-A6565B37D95B}"/>
    <dgm:cxn modelId="{3D12C905-822C-4272-97B5-C6972C6BC533}" srcId="{770A9FBA-4B13-4058-B8F5-71F5764BD85E}" destId="{ADF4E844-87D3-423F-8599-482B2EC48CB5}" srcOrd="0" destOrd="0" parTransId="{2D914078-AED9-49CC-85F9-CE3AC9A71F3F}" sibTransId="{170014E5-3EA5-4DB7-ADDD-EB2BAB73E072}"/>
    <dgm:cxn modelId="{8A3F9508-05CD-4843-9E2E-546AF66B6F30}" srcId="{046A1B2C-F343-45B9-A0A3-0F5107945675}" destId="{770A9FBA-4B13-4058-B8F5-71F5764BD85E}" srcOrd="2" destOrd="0" parTransId="{194A2044-1F67-489C-971D-7E31A0EBE2C4}" sibTransId="{04E31A4A-AA30-4CB6-8EFF-16C21D68B1CA}"/>
    <dgm:cxn modelId="{8D961811-EA12-41FD-8BFE-B04FB6AE8A5B}" type="presOf" srcId="{954F0A08-E097-4E23-A110-9721CAEF0B5D}" destId="{ACD2011E-222F-44F9-97AB-E8332BEF422D}" srcOrd="0" destOrd="0" presId="urn:microsoft.com/office/officeart/2024/layout/BulletTimelineInverted"/>
    <dgm:cxn modelId="{F86C722E-8779-48FA-94B2-D705B7E6C466}" srcId="{90CCCF16-DFF2-4FA5-B19E-BAD144B29F58}" destId="{35F05B34-D92E-40FD-AFCE-5A06926284FB}" srcOrd="0" destOrd="0" parTransId="{719D7F36-C3D1-456B-AB31-F3837BFBB807}" sibTransId="{D82745D3-F5AB-4663-9016-E193A6B83C1B}"/>
    <dgm:cxn modelId="{6BB7E035-CED4-4652-91C7-3C3D097BB913}" srcId="{7A8F9B37-601F-4844-B9DE-9CB788A49A4A}" destId="{52C27D50-FD1B-4725-9C4F-8F10994DA3E0}" srcOrd="0" destOrd="0" parTransId="{6F717DB9-B497-48AF-B8C5-FD75B243CC04}" sibTransId="{FB639ED3-5776-4CAA-A74B-BC9BB39E9D8F}"/>
    <dgm:cxn modelId="{8805E95E-66F3-4719-8956-8B5854B7D02B}" type="presOf" srcId="{7A8F9B37-601F-4844-B9DE-9CB788A49A4A}" destId="{A643394D-6063-4880-A402-F5BD1CD41889}" srcOrd="0" destOrd="0" presId="urn:microsoft.com/office/officeart/2024/layout/BulletTimelineInverted"/>
    <dgm:cxn modelId="{2C73C468-3035-4197-A2E6-E60F64B376F7}" type="presOf" srcId="{ADF4E844-87D3-423F-8599-482B2EC48CB5}" destId="{EA2B3BA3-2A72-43F3-9927-28E12DD8A581}" srcOrd="0" destOrd="0" presId="urn:microsoft.com/office/officeart/2024/layout/BulletTimelineInverted"/>
    <dgm:cxn modelId="{46D29957-B89C-4AE6-8ACF-45B8B05D39D4}" srcId="{046A1B2C-F343-45B9-A0A3-0F5107945675}" destId="{D532F183-4577-41FD-8EBB-F994B3B23107}" srcOrd="3" destOrd="0" parTransId="{07FAD2A6-1D5B-4570-AB2A-7C59A15B9826}" sibTransId="{D2D209CA-DFE0-4D7D-BC20-22658A4E9104}"/>
    <dgm:cxn modelId="{CC01C759-538A-4AE8-BC10-A7B458797F91}" type="presOf" srcId="{046A1B2C-F343-45B9-A0A3-0F5107945675}" destId="{6B5483C4-EF9B-4F8D-8B7B-10480BFD4774}" srcOrd="0" destOrd="0" presId="urn:microsoft.com/office/officeart/2024/layout/BulletTimelineInverted"/>
    <dgm:cxn modelId="{4296CC5A-857B-44E3-9F87-3FD42F12DEE2}" type="presOf" srcId="{40D78EF8-4864-4701-B436-ACB59C572C38}" destId="{7011035F-882E-4BAB-AFAD-FF35FF48A0A1}" srcOrd="0" destOrd="0" presId="urn:microsoft.com/office/officeart/2024/layout/BulletTimelineInverted"/>
    <dgm:cxn modelId="{4841B782-C04F-4C43-B21C-067AD5FDA34C}" srcId="{D532F183-4577-41FD-8EBB-F994B3B23107}" destId="{1C090F88-F89E-4D06-8CCC-9DCF9F8DD04A}" srcOrd="0" destOrd="0" parTransId="{96BFAFF5-10BE-4BB2-843E-D8DBD52D5B11}" sibTransId="{C4980400-FFEC-4530-8D11-77BC1EB48632}"/>
    <dgm:cxn modelId="{559C9F89-854B-4C0F-A10F-24A25F8EC3C8}" type="presOf" srcId="{35F05B34-D92E-40FD-AFCE-5A06926284FB}" destId="{15F58B30-587F-420C-BA3D-5D265A259124}" srcOrd="0" destOrd="0" presId="urn:microsoft.com/office/officeart/2024/layout/BulletTimelineInverted"/>
    <dgm:cxn modelId="{168C598A-D27A-4F6B-946B-1DA4E106294D}" srcId="{046A1B2C-F343-45B9-A0A3-0F5107945675}" destId="{90CCCF16-DFF2-4FA5-B19E-BAD144B29F58}" srcOrd="1" destOrd="0" parTransId="{AD589434-3910-457E-84B2-CC607B24F96B}" sibTransId="{02E6F55B-59E8-42B2-A0A2-CE9F1C247CBB}"/>
    <dgm:cxn modelId="{79632C9F-ADAE-4982-8987-5641F084187C}" type="presOf" srcId="{90CCCF16-DFF2-4FA5-B19E-BAD144B29F58}" destId="{76C20B5F-0B6B-4A4C-B1FA-A2AB87A82B33}" srcOrd="0" destOrd="0" presId="urn:microsoft.com/office/officeart/2024/layout/BulletTimelineInverted"/>
    <dgm:cxn modelId="{AF579E9F-9ED4-4FA9-BBBD-C4C721528FF9}" type="presOf" srcId="{52C27D50-FD1B-4725-9C4F-8F10994DA3E0}" destId="{37EC4E1F-AA2D-4F79-B9D5-764D62C7A91A}" srcOrd="0" destOrd="0" presId="urn:microsoft.com/office/officeart/2024/layout/BulletTimelineInverted"/>
    <dgm:cxn modelId="{2E7DC7AC-C7AC-4E3B-B16B-E8A244E8019F}" type="presOf" srcId="{770A9FBA-4B13-4058-B8F5-71F5764BD85E}" destId="{C7E5A4BE-71BB-4219-84E5-BD75062595AF}" srcOrd="0" destOrd="0" presId="urn:microsoft.com/office/officeart/2024/layout/BulletTimelineInverted"/>
    <dgm:cxn modelId="{64100DB3-DE18-4251-B341-E6D3C12EE07A}" srcId="{046A1B2C-F343-45B9-A0A3-0F5107945675}" destId="{7A8F9B37-601F-4844-B9DE-9CB788A49A4A}" srcOrd="0" destOrd="0" parTransId="{92E7C446-6689-4A84-B14F-8478D171721A}" sibTransId="{59ADB8DD-260E-4E0F-BDBC-E866A75DBC71}"/>
    <dgm:cxn modelId="{BF4D4DC2-2EBE-44FF-86EA-6305D23066C0}" type="presOf" srcId="{D532F183-4577-41FD-8EBB-F994B3B23107}" destId="{7C74D427-5E81-4198-980C-961BFF3AB132}" srcOrd="0" destOrd="0" presId="urn:microsoft.com/office/officeart/2024/layout/BulletTimelineInverted"/>
    <dgm:cxn modelId="{B2FDC5C6-10A4-4EE3-889C-C1ED71812F0D}" srcId="{046A1B2C-F343-45B9-A0A3-0F5107945675}" destId="{954F0A08-E097-4E23-A110-9721CAEF0B5D}" srcOrd="4" destOrd="0" parTransId="{CB2C76DF-A33E-4891-BE72-1C83998241F5}" sibTransId="{883932CC-3267-4F6F-BB0D-A84374CF8F9C}"/>
    <dgm:cxn modelId="{B93BE8FF-77CF-4FB8-ABFB-462AD22B2410}" type="presOf" srcId="{1C090F88-F89E-4D06-8CCC-9DCF9F8DD04A}" destId="{9172A2B6-EEBD-4DD1-A5B0-020B1FA1D03A}" srcOrd="0" destOrd="0" presId="urn:microsoft.com/office/officeart/2024/layout/BulletTimelineInverted"/>
    <dgm:cxn modelId="{91007537-F929-47A9-98CE-B22F10E253ED}" type="presParOf" srcId="{6B5483C4-EF9B-4F8D-8B7B-10480BFD4774}" destId="{CF61B0BF-4FAC-410D-803B-3C88BBC97B74}" srcOrd="0" destOrd="0" presId="urn:microsoft.com/office/officeart/2024/layout/BulletTimelineInverted"/>
    <dgm:cxn modelId="{89658314-C036-4FD3-94CA-6BF6CAB795F1}" type="presParOf" srcId="{CF61B0BF-4FAC-410D-803B-3C88BBC97B74}" destId="{6A2959A6-7CD4-4920-93B5-A3110EFD1820}" srcOrd="0" destOrd="0" presId="urn:microsoft.com/office/officeart/2024/layout/BulletTimelineInverted"/>
    <dgm:cxn modelId="{FCECD713-8818-439A-88CD-0360D7ABEC4C}" type="presParOf" srcId="{CF61B0BF-4FAC-410D-803B-3C88BBC97B74}" destId="{1A0EB15F-77AE-46AD-A3EC-AF4735BBAD35}" srcOrd="1" destOrd="0" presId="urn:microsoft.com/office/officeart/2024/layout/BulletTimelineInverted"/>
    <dgm:cxn modelId="{DCF0A6DC-AA82-48DF-97EF-504E8A873B78}" type="presParOf" srcId="{6B5483C4-EF9B-4F8D-8B7B-10480BFD4774}" destId="{DFBF23FA-729D-4CA4-885D-69E733CF8E5C}" srcOrd="1" destOrd="0" presId="urn:microsoft.com/office/officeart/2024/layout/BulletTimelineInverted"/>
    <dgm:cxn modelId="{7F5A052C-8450-4CE6-AF08-FCDF05EC0CB0}" type="presParOf" srcId="{DFBF23FA-729D-4CA4-885D-69E733CF8E5C}" destId="{2ACBA00B-8EAC-4933-B07D-242E8CFD6BB3}" srcOrd="0" destOrd="0" presId="urn:microsoft.com/office/officeart/2024/layout/BulletTimelineInverted"/>
    <dgm:cxn modelId="{F117CCF5-B59E-4DDA-952C-61D5826DA8FF}" type="presParOf" srcId="{2ACBA00B-8EAC-4933-B07D-242E8CFD6BB3}" destId="{F7B4AA68-4B28-4AA7-8FA8-039E58CC848C}" srcOrd="0" destOrd="0" presId="urn:microsoft.com/office/officeart/2024/layout/BulletTimelineInverted"/>
    <dgm:cxn modelId="{79BBEAE8-7ED0-4615-9D98-86C6427C16F2}" type="presParOf" srcId="{F7B4AA68-4B28-4AA7-8FA8-039E58CC848C}" destId="{7EA58613-B8F2-4869-AE52-5B98970F3044}" srcOrd="0" destOrd="0" presId="urn:microsoft.com/office/officeart/2024/layout/BulletTimelineInverted"/>
    <dgm:cxn modelId="{119B498F-878E-4D88-ABC2-FB9346D63A1C}" type="presParOf" srcId="{F7B4AA68-4B28-4AA7-8FA8-039E58CC848C}" destId="{332D2E0D-11D7-4632-9CED-47A01F0FBBC0}" srcOrd="1" destOrd="0" presId="urn:microsoft.com/office/officeart/2024/layout/BulletTimelineInverted"/>
    <dgm:cxn modelId="{7DD6952B-98F6-4876-BAC6-61031FEE4686}" type="presParOf" srcId="{2ACBA00B-8EAC-4933-B07D-242E8CFD6BB3}" destId="{37EC4E1F-AA2D-4F79-B9D5-764D62C7A91A}" srcOrd="1" destOrd="0" presId="urn:microsoft.com/office/officeart/2024/layout/BulletTimelineInverted"/>
    <dgm:cxn modelId="{4A9F01DA-223C-4352-82C6-2F0320DCDFB2}" type="presParOf" srcId="{2ACBA00B-8EAC-4933-B07D-242E8CFD6BB3}" destId="{A643394D-6063-4880-A402-F5BD1CD41889}" srcOrd="2" destOrd="0" presId="urn:microsoft.com/office/officeart/2024/layout/BulletTimelineInverted"/>
    <dgm:cxn modelId="{0441848E-8F1F-42DB-8628-2F7C3A19889B}" type="presParOf" srcId="{2ACBA00B-8EAC-4933-B07D-242E8CFD6BB3}" destId="{3F06303E-A4D4-4201-AFF9-CD7EA9B2D529}" srcOrd="3" destOrd="0" presId="urn:microsoft.com/office/officeart/2024/layout/BulletTimelineInverted"/>
    <dgm:cxn modelId="{840F3C2F-4EB0-42B4-B7EE-8A3D43F3A7BD}" type="presParOf" srcId="{2ACBA00B-8EAC-4933-B07D-242E8CFD6BB3}" destId="{1E7970BE-39E2-414C-B0E7-27DEC9CE2A1A}" srcOrd="4" destOrd="0" presId="urn:microsoft.com/office/officeart/2024/layout/BulletTimelineInverted"/>
    <dgm:cxn modelId="{0D53B746-DC78-407E-8819-82248AA8B025}" type="presParOf" srcId="{1E7970BE-39E2-414C-B0E7-27DEC9CE2A1A}" destId="{654B3A7A-7022-4D7A-B072-A01B29F1BD4F}" srcOrd="0" destOrd="0" presId="urn:microsoft.com/office/officeart/2024/layout/BulletTimelineInverted"/>
    <dgm:cxn modelId="{6C8F5086-9791-41E7-9F38-A9CAD63EB97C}" type="presParOf" srcId="{2ACBA00B-8EAC-4933-B07D-242E8CFD6BB3}" destId="{0A90DBD1-780A-4C76-89A4-F6E8AE2C9D9D}" srcOrd="5" destOrd="0" presId="urn:microsoft.com/office/officeart/2024/layout/BulletTimelineInverted"/>
    <dgm:cxn modelId="{F65364AD-2F34-4199-B5FD-EDFF02FE43BC}" type="presParOf" srcId="{DFBF23FA-729D-4CA4-885D-69E733CF8E5C}" destId="{95E52F90-C399-4A9D-B7D1-7BBDD47E304F}" srcOrd="1" destOrd="0" presId="urn:microsoft.com/office/officeart/2024/layout/BulletTimelineInverted"/>
    <dgm:cxn modelId="{05351304-20E5-402F-9107-2D5C24446CD1}" type="presParOf" srcId="{DFBF23FA-729D-4CA4-885D-69E733CF8E5C}" destId="{4B0714D3-BC45-4C57-B2A3-2A4F3E29F6CC}" srcOrd="2" destOrd="0" presId="urn:microsoft.com/office/officeart/2024/layout/BulletTimelineInverted"/>
    <dgm:cxn modelId="{8FFFC9C1-0829-4E3C-B5C7-BB4FB63E9008}" type="presParOf" srcId="{4B0714D3-BC45-4C57-B2A3-2A4F3E29F6CC}" destId="{49025429-A83B-41F3-999C-DE2BB2A3D95A}" srcOrd="0" destOrd="0" presId="urn:microsoft.com/office/officeart/2024/layout/BulletTimelineInverted"/>
    <dgm:cxn modelId="{B1684115-B934-4B15-9112-C7777CFD3BF3}" type="presParOf" srcId="{49025429-A83B-41F3-999C-DE2BB2A3D95A}" destId="{52FE3F5E-E512-4EB5-B717-976361281FCB}" srcOrd="0" destOrd="0" presId="urn:microsoft.com/office/officeart/2024/layout/BulletTimelineInverted"/>
    <dgm:cxn modelId="{3B46F1BB-2BD3-4E25-BCB0-F0ECD2B778FF}" type="presParOf" srcId="{49025429-A83B-41F3-999C-DE2BB2A3D95A}" destId="{375044B9-8C65-4F09-9516-9FFDFD03E9C9}" srcOrd="1" destOrd="0" presId="urn:microsoft.com/office/officeart/2024/layout/BulletTimelineInverted"/>
    <dgm:cxn modelId="{BF278BD0-4412-4C6E-B6FF-846CFF710C6B}" type="presParOf" srcId="{4B0714D3-BC45-4C57-B2A3-2A4F3E29F6CC}" destId="{15F58B30-587F-420C-BA3D-5D265A259124}" srcOrd="1" destOrd="0" presId="urn:microsoft.com/office/officeart/2024/layout/BulletTimelineInverted"/>
    <dgm:cxn modelId="{B2E719A9-99D5-46EE-B939-6081B03110AE}" type="presParOf" srcId="{4B0714D3-BC45-4C57-B2A3-2A4F3E29F6CC}" destId="{76C20B5F-0B6B-4A4C-B1FA-A2AB87A82B33}" srcOrd="2" destOrd="0" presId="urn:microsoft.com/office/officeart/2024/layout/BulletTimelineInverted"/>
    <dgm:cxn modelId="{0357E30B-7398-43E6-9363-BD54B264132C}" type="presParOf" srcId="{4B0714D3-BC45-4C57-B2A3-2A4F3E29F6CC}" destId="{FC5F8F1A-16EC-4A4C-A8ED-2588C66F7628}" srcOrd="3" destOrd="0" presId="urn:microsoft.com/office/officeart/2024/layout/BulletTimelineInverted"/>
    <dgm:cxn modelId="{557A7296-CD91-4837-8D4C-3F90383D4595}" type="presParOf" srcId="{4B0714D3-BC45-4C57-B2A3-2A4F3E29F6CC}" destId="{5EF5E5EF-E75B-4FFB-BEB7-D7E3AE417ADC}" srcOrd="4" destOrd="0" presId="urn:microsoft.com/office/officeart/2024/layout/BulletTimelineInverted"/>
    <dgm:cxn modelId="{0CBFE73B-A832-434C-8E63-C32369F9A40D}" type="presParOf" srcId="{5EF5E5EF-E75B-4FFB-BEB7-D7E3AE417ADC}" destId="{EAA458A1-E5E3-4B06-8CF5-7D63709E416B}" srcOrd="0" destOrd="0" presId="urn:microsoft.com/office/officeart/2024/layout/BulletTimelineInverted"/>
    <dgm:cxn modelId="{5E7BDDC8-4CCC-41BE-A017-13BD40196E3A}" type="presParOf" srcId="{4B0714D3-BC45-4C57-B2A3-2A4F3E29F6CC}" destId="{56578D8A-9BDC-498E-9131-2C0BF3CD7443}" srcOrd="5" destOrd="0" presId="urn:microsoft.com/office/officeart/2024/layout/BulletTimelineInverted"/>
    <dgm:cxn modelId="{B5488E96-8BCD-400A-B53D-6C8F654BDF96}" type="presParOf" srcId="{DFBF23FA-729D-4CA4-885D-69E733CF8E5C}" destId="{D9D832A4-307B-48A7-991A-47B1C17BD5AC}" srcOrd="3" destOrd="0" presId="urn:microsoft.com/office/officeart/2024/layout/BulletTimelineInverted"/>
    <dgm:cxn modelId="{36AC16A8-3192-43FF-9393-32674AB42086}" type="presParOf" srcId="{DFBF23FA-729D-4CA4-885D-69E733CF8E5C}" destId="{8BD92E6B-530E-41FC-91D4-B9652FE48F8F}" srcOrd="4" destOrd="0" presId="urn:microsoft.com/office/officeart/2024/layout/BulletTimelineInverted"/>
    <dgm:cxn modelId="{5EB48A78-08DF-40E3-B622-692C3A14C705}" type="presParOf" srcId="{8BD92E6B-530E-41FC-91D4-B9652FE48F8F}" destId="{70875183-9CFE-4B26-8701-5586D4EE5A90}" srcOrd="0" destOrd="0" presId="urn:microsoft.com/office/officeart/2024/layout/BulletTimelineInverted"/>
    <dgm:cxn modelId="{246BE318-6F4F-4588-9793-E79676C96CA1}" type="presParOf" srcId="{70875183-9CFE-4B26-8701-5586D4EE5A90}" destId="{3D55EE9E-6AEC-4C55-B260-D0439213E521}" srcOrd="0" destOrd="0" presId="urn:microsoft.com/office/officeart/2024/layout/BulletTimelineInverted"/>
    <dgm:cxn modelId="{9D028F38-F230-4983-98D1-EBB70E3C5771}" type="presParOf" srcId="{70875183-9CFE-4B26-8701-5586D4EE5A90}" destId="{7DF5B3EF-591B-4C95-9C2C-A34E2DB7F9A4}" srcOrd="1" destOrd="0" presId="urn:microsoft.com/office/officeart/2024/layout/BulletTimelineInverted"/>
    <dgm:cxn modelId="{DBF539A5-44CC-4053-9725-A9B535D03C42}" type="presParOf" srcId="{8BD92E6B-530E-41FC-91D4-B9652FE48F8F}" destId="{EA2B3BA3-2A72-43F3-9927-28E12DD8A581}" srcOrd="1" destOrd="0" presId="urn:microsoft.com/office/officeart/2024/layout/BulletTimelineInverted"/>
    <dgm:cxn modelId="{7318B849-CDCA-488B-834E-3B2DD787E66E}" type="presParOf" srcId="{8BD92E6B-530E-41FC-91D4-B9652FE48F8F}" destId="{C7E5A4BE-71BB-4219-84E5-BD75062595AF}" srcOrd="2" destOrd="0" presId="urn:microsoft.com/office/officeart/2024/layout/BulletTimelineInverted"/>
    <dgm:cxn modelId="{A5E75EBF-76A2-45C3-8C1B-DDCE7A829AD2}" type="presParOf" srcId="{8BD92E6B-530E-41FC-91D4-B9652FE48F8F}" destId="{AEBFE97A-93D5-4B76-98F1-651CC19FBC42}" srcOrd="3" destOrd="0" presId="urn:microsoft.com/office/officeart/2024/layout/BulletTimelineInverted"/>
    <dgm:cxn modelId="{57E440A9-B799-45F3-A176-D73A0C36348E}" type="presParOf" srcId="{8BD92E6B-530E-41FC-91D4-B9652FE48F8F}" destId="{1CCB1243-4194-4BF7-BF6F-396C9A507DB3}" srcOrd="4" destOrd="0" presId="urn:microsoft.com/office/officeart/2024/layout/BulletTimelineInverted"/>
    <dgm:cxn modelId="{891277D3-1585-4E1F-89E8-817415ADBE2C}" type="presParOf" srcId="{1CCB1243-4194-4BF7-BF6F-396C9A507DB3}" destId="{3D3FE268-AB8D-4EE6-8A45-E66379A50289}" srcOrd="0" destOrd="0" presId="urn:microsoft.com/office/officeart/2024/layout/BulletTimelineInverted"/>
    <dgm:cxn modelId="{3351A67B-5C53-4A5F-976C-3265D37A3DDB}" type="presParOf" srcId="{8BD92E6B-530E-41FC-91D4-B9652FE48F8F}" destId="{8FE5BA9C-79E4-494E-AC9B-2BD89CD51551}" srcOrd="5" destOrd="0" presId="urn:microsoft.com/office/officeart/2024/layout/BulletTimelineInverted"/>
    <dgm:cxn modelId="{5CD70695-1F3B-4818-8812-E73968156B5C}" type="presParOf" srcId="{DFBF23FA-729D-4CA4-885D-69E733CF8E5C}" destId="{2126228C-566A-4F34-9853-F00886F41316}" srcOrd="5" destOrd="0" presId="urn:microsoft.com/office/officeart/2024/layout/BulletTimelineInverted"/>
    <dgm:cxn modelId="{DA321142-B668-4F67-A093-EFBE62428052}" type="presParOf" srcId="{DFBF23FA-729D-4CA4-885D-69E733CF8E5C}" destId="{942C9A3F-1815-47D2-9B87-3A9396BC8AC2}" srcOrd="6" destOrd="0" presId="urn:microsoft.com/office/officeart/2024/layout/BulletTimelineInverted"/>
    <dgm:cxn modelId="{74E1A55E-465E-464E-AF9C-59E2475CABFB}" type="presParOf" srcId="{942C9A3F-1815-47D2-9B87-3A9396BC8AC2}" destId="{BDF89D09-3DB8-4461-825F-F91FC25FCB8A}" srcOrd="0" destOrd="0" presId="urn:microsoft.com/office/officeart/2024/layout/BulletTimelineInverted"/>
    <dgm:cxn modelId="{6F3BD0CD-3BD5-4C00-B157-13029ACF71CD}" type="presParOf" srcId="{BDF89D09-3DB8-4461-825F-F91FC25FCB8A}" destId="{8CBEC135-8D4B-4B1A-A5ED-4413D16A01C0}" srcOrd="0" destOrd="0" presId="urn:microsoft.com/office/officeart/2024/layout/BulletTimelineInverted"/>
    <dgm:cxn modelId="{EFD0CAE4-8B35-4B48-98F6-57FCD83005A8}" type="presParOf" srcId="{BDF89D09-3DB8-4461-825F-F91FC25FCB8A}" destId="{6D99536D-420B-490A-8F39-1A72C4CEFE89}" srcOrd="1" destOrd="0" presId="urn:microsoft.com/office/officeart/2024/layout/BulletTimelineInverted"/>
    <dgm:cxn modelId="{9A2C116A-6BCC-48AE-B68B-73A1EC3BBC54}" type="presParOf" srcId="{942C9A3F-1815-47D2-9B87-3A9396BC8AC2}" destId="{9172A2B6-EEBD-4DD1-A5B0-020B1FA1D03A}" srcOrd="1" destOrd="0" presId="urn:microsoft.com/office/officeart/2024/layout/BulletTimelineInverted"/>
    <dgm:cxn modelId="{6FBE3229-90C3-44F1-9515-1656F6FBC950}" type="presParOf" srcId="{942C9A3F-1815-47D2-9B87-3A9396BC8AC2}" destId="{7C74D427-5E81-4198-980C-961BFF3AB132}" srcOrd="2" destOrd="0" presId="urn:microsoft.com/office/officeart/2024/layout/BulletTimelineInverted"/>
    <dgm:cxn modelId="{6FAB39D5-4816-4415-914C-D3F66A8C13F4}" type="presParOf" srcId="{942C9A3F-1815-47D2-9B87-3A9396BC8AC2}" destId="{86548C85-104F-4525-A9C7-7F73C7ADD6D2}" srcOrd="3" destOrd="0" presId="urn:microsoft.com/office/officeart/2024/layout/BulletTimelineInverted"/>
    <dgm:cxn modelId="{C05AE401-4DDC-420B-92EB-3AAFB365A5EA}" type="presParOf" srcId="{942C9A3F-1815-47D2-9B87-3A9396BC8AC2}" destId="{EC821C8F-4A69-4495-A6A2-152D87313A96}" srcOrd="4" destOrd="0" presId="urn:microsoft.com/office/officeart/2024/layout/BulletTimelineInverted"/>
    <dgm:cxn modelId="{81C6CF0C-BFB6-4104-B965-1BDD419A908A}" type="presParOf" srcId="{EC821C8F-4A69-4495-A6A2-152D87313A96}" destId="{3753FDBF-5C32-42AC-9933-A33403F16F3C}" srcOrd="0" destOrd="0" presId="urn:microsoft.com/office/officeart/2024/layout/BulletTimelineInverted"/>
    <dgm:cxn modelId="{5667E3FC-D008-43B7-8121-8973617CF985}" type="presParOf" srcId="{942C9A3F-1815-47D2-9B87-3A9396BC8AC2}" destId="{55DBDCC0-113B-43F0-B44D-F4A17F513AD3}" srcOrd="5" destOrd="0" presId="urn:microsoft.com/office/officeart/2024/layout/BulletTimelineInverted"/>
    <dgm:cxn modelId="{E6D51664-026D-4ED4-99B7-9FAE8D5560CB}" type="presParOf" srcId="{DFBF23FA-729D-4CA4-885D-69E733CF8E5C}" destId="{EEFCF6A1-CFD8-4A6A-A4FC-45F2BB9EC71D}" srcOrd="7" destOrd="0" presId="urn:microsoft.com/office/officeart/2024/layout/BulletTimelineInverted"/>
    <dgm:cxn modelId="{7E0E8133-944E-4667-89C5-4634030A6887}" type="presParOf" srcId="{DFBF23FA-729D-4CA4-885D-69E733CF8E5C}" destId="{082E87C9-00A5-443A-B23B-967BDFE4F575}" srcOrd="8" destOrd="0" presId="urn:microsoft.com/office/officeart/2024/layout/BulletTimelineInverted"/>
    <dgm:cxn modelId="{47CA2A41-194D-4E1D-A577-D7F36CC8CF67}" type="presParOf" srcId="{082E87C9-00A5-443A-B23B-967BDFE4F575}" destId="{CEC58ACE-0861-475C-99B3-9F27F7423B10}" srcOrd="0" destOrd="0" presId="urn:microsoft.com/office/officeart/2024/layout/BulletTimelineInverted"/>
    <dgm:cxn modelId="{2A92ACD7-7E55-451D-8740-46B25CB328BE}" type="presParOf" srcId="{CEC58ACE-0861-475C-99B3-9F27F7423B10}" destId="{0995892A-AF09-4302-B561-A0022C569A4E}" srcOrd="0" destOrd="0" presId="urn:microsoft.com/office/officeart/2024/layout/BulletTimelineInverted"/>
    <dgm:cxn modelId="{D97E5265-03BC-4010-9D68-F593CEAFC9F8}" type="presParOf" srcId="{CEC58ACE-0861-475C-99B3-9F27F7423B10}" destId="{AC2157C3-BB13-4481-A05E-0AC8112281FD}" srcOrd="1" destOrd="0" presId="urn:microsoft.com/office/officeart/2024/layout/BulletTimelineInverted"/>
    <dgm:cxn modelId="{4CCB3D20-F0BE-4C9A-BB31-D3028E3AF7D5}" type="presParOf" srcId="{082E87C9-00A5-443A-B23B-967BDFE4F575}" destId="{7011035F-882E-4BAB-AFAD-FF35FF48A0A1}" srcOrd="1" destOrd="0" presId="urn:microsoft.com/office/officeart/2024/layout/BulletTimelineInverted"/>
    <dgm:cxn modelId="{DF6B6A71-AE75-45A7-80F7-31369BDB82ED}" type="presParOf" srcId="{082E87C9-00A5-443A-B23B-967BDFE4F575}" destId="{ACD2011E-222F-44F9-97AB-E8332BEF422D}" srcOrd="2" destOrd="0" presId="urn:microsoft.com/office/officeart/2024/layout/BulletTimelineInverted"/>
    <dgm:cxn modelId="{4176517B-CD86-4CE8-8BA7-BB2CC774E7C7}" type="presParOf" srcId="{082E87C9-00A5-443A-B23B-967BDFE4F575}" destId="{B6934D79-8020-4E8D-AD56-F025074D97EC}" srcOrd="3" destOrd="0" presId="urn:microsoft.com/office/officeart/2024/layout/BulletTimelineInverted"/>
    <dgm:cxn modelId="{FA00F62D-9C9B-45C7-A62D-1C4C32439908}" type="presParOf" srcId="{082E87C9-00A5-443A-B23B-967BDFE4F575}" destId="{E6FCF0E8-D5C5-434F-B544-374B4B2D91FB}" srcOrd="4" destOrd="0" presId="urn:microsoft.com/office/officeart/2024/layout/BulletTimelineInverted"/>
    <dgm:cxn modelId="{34F282CF-7AC1-4822-BDD9-E279DB978749}" type="presParOf" srcId="{E6FCF0E8-D5C5-434F-B544-374B4B2D91FB}" destId="{DE7B4C27-3C18-4946-B3A9-234C14EB6295}" srcOrd="0" destOrd="0" presId="urn:microsoft.com/office/officeart/2024/layout/BulletTimelineInverted"/>
    <dgm:cxn modelId="{FC145513-3FAC-4FB9-BD4C-1306066A5061}" type="presParOf" srcId="{082E87C9-00A5-443A-B23B-967BDFE4F575}" destId="{C073C669-09CF-45CD-BB3D-80E39D1B2AC5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C08D5-62C2-4FB0-8C64-8DB5B1393652}">
      <dsp:nvSpPr>
        <dsp:cNvPr id="0" name=""/>
        <dsp:cNvSpPr/>
      </dsp:nvSpPr>
      <dsp:spPr>
        <a:xfrm>
          <a:off x="-5453789" y="-835067"/>
          <a:ext cx="6493785" cy="6493785"/>
        </a:xfrm>
        <a:prstGeom prst="blockArc">
          <a:avLst>
            <a:gd name="adj1" fmla="val 18900000"/>
            <a:gd name="adj2" fmla="val 2700000"/>
            <a:gd name="adj3" fmla="val 333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FE5C34-7541-4507-A32B-37CE92DF0410}">
      <dsp:nvSpPr>
        <dsp:cNvPr id="0" name=""/>
        <dsp:cNvSpPr/>
      </dsp:nvSpPr>
      <dsp:spPr>
        <a:xfrm>
          <a:off x="387685" y="254013"/>
          <a:ext cx="5662465" cy="5078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309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600" kern="1200" dirty="0">
              <a:latin typeface="Book Antiqua" panose="02040602050305030304" pitchFamily="18" charset="0"/>
            </a:rPr>
            <a:t>Digital Payments</a:t>
          </a:r>
        </a:p>
      </dsp:txBody>
      <dsp:txXfrm>
        <a:off x="387685" y="254013"/>
        <a:ext cx="5662465" cy="507833"/>
      </dsp:txXfrm>
    </dsp:sp>
    <dsp:sp modelId="{809B3900-9E66-49F7-ADC9-D3F19DDE29FE}">
      <dsp:nvSpPr>
        <dsp:cNvPr id="0" name=""/>
        <dsp:cNvSpPr/>
      </dsp:nvSpPr>
      <dsp:spPr>
        <a:xfrm>
          <a:off x="70289" y="190534"/>
          <a:ext cx="634792" cy="6347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C988E39-6171-43C6-8D8F-6E55DB178FE0}">
      <dsp:nvSpPr>
        <dsp:cNvPr id="0" name=""/>
        <dsp:cNvSpPr/>
      </dsp:nvSpPr>
      <dsp:spPr>
        <a:xfrm>
          <a:off x="805413" y="1015667"/>
          <a:ext cx="5244737" cy="5078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309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600" kern="1200" dirty="0">
              <a:latin typeface="Book Antiqua" panose="02040602050305030304" pitchFamily="18" charset="0"/>
            </a:rPr>
            <a:t>E-Governance</a:t>
          </a:r>
        </a:p>
      </dsp:txBody>
      <dsp:txXfrm>
        <a:off x="805413" y="1015667"/>
        <a:ext cx="5244737" cy="507833"/>
      </dsp:txXfrm>
    </dsp:sp>
    <dsp:sp modelId="{1684BDFE-21F5-41F1-AE06-AA09ED7D62EB}">
      <dsp:nvSpPr>
        <dsp:cNvPr id="0" name=""/>
        <dsp:cNvSpPr/>
      </dsp:nvSpPr>
      <dsp:spPr>
        <a:xfrm>
          <a:off x="488017" y="952188"/>
          <a:ext cx="634792" cy="6347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CBC27E5-E753-427B-837C-70BBAA76BEB5}">
      <dsp:nvSpPr>
        <dsp:cNvPr id="0" name=""/>
        <dsp:cNvSpPr/>
      </dsp:nvSpPr>
      <dsp:spPr>
        <a:xfrm>
          <a:off x="996430" y="1777322"/>
          <a:ext cx="5053721" cy="5078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309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600" kern="1200">
              <a:latin typeface="Book Antiqua" panose="02040602050305030304" pitchFamily="18" charset="0"/>
            </a:rPr>
            <a:t>Digital Education</a:t>
          </a:r>
        </a:p>
      </dsp:txBody>
      <dsp:txXfrm>
        <a:off x="996430" y="1777322"/>
        <a:ext cx="5053721" cy="507833"/>
      </dsp:txXfrm>
    </dsp:sp>
    <dsp:sp modelId="{A53A9FFD-456C-420A-9BFD-14A609E7DFDB}">
      <dsp:nvSpPr>
        <dsp:cNvPr id="0" name=""/>
        <dsp:cNvSpPr/>
      </dsp:nvSpPr>
      <dsp:spPr>
        <a:xfrm>
          <a:off x="679034" y="1713842"/>
          <a:ext cx="634792" cy="6347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47A40F3-75DD-4C8A-B35F-137850C58421}">
      <dsp:nvSpPr>
        <dsp:cNvPr id="0" name=""/>
        <dsp:cNvSpPr/>
      </dsp:nvSpPr>
      <dsp:spPr>
        <a:xfrm>
          <a:off x="996430" y="2538494"/>
          <a:ext cx="5053721" cy="5078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309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600" kern="1200">
              <a:latin typeface="Book Antiqua" panose="02040602050305030304" pitchFamily="18" charset="0"/>
            </a:rPr>
            <a:t>Digital Healthcare</a:t>
          </a:r>
        </a:p>
      </dsp:txBody>
      <dsp:txXfrm>
        <a:off x="996430" y="2538494"/>
        <a:ext cx="5053721" cy="507833"/>
      </dsp:txXfrm>
    </dsp:sp>
    <dsp:sp modelId="{576A2128-58FC-4AF2-AD4B-2C450051C6F8}">
      <dsp:nvSpPr>
        <dsp:cNvPr id="0" name=""/>
        <dsp:cNvSpPr/>
      </dsp:nvSpPr>
      <dsp:spPr>
        <a:xfrm>
          <a:off x="679034" y="2475014"/>
          <a:ext cx="634792" cy="6347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3920C91-0AC3-4683-A016-E8140A78659B}">
      <dsp:nvSpPr>
        <dsp:cNvPr id="0" name=""/>
        <dsp:cNvSpPr/>
      </dsp:nvSpPr>
      <dsp:spPr>
        <a:xfrm>
          <a:off x="805413" y="3300148"/>
          <a:ext cx="5244737" cy="5078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309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600" kern="1200">
              <a:latin typeface="Book Antiqua" panose="02040602050305030304" pitchFamily="18" charset="0"/>
            </a:rPr>
            <a:t>Online Banking</a:t>
          </a:r>
        </a:p>
      </dsp:txBody>
      <dsp:txXfrm>
        <a:off x="805413" y="3300148"/>
        <a:ext cx="5244737" cy="507833"/>
      </dsp:txXfrm>
    </dsp:sp>
    <dsp:sp modelId="{C9B747E5-5B5D-4920-89D4-83A2BE5E748B}">
      <dsp:nvSpPr>
        <dsp:cNvPr id="0" name=""/>
        <dsp:cNvSpPr/>
      </dsp:nvSpPr>
      <dsp:spPr>
        <a:xfrm>
          <a:off x="488017" y="3236669"/>
          <a:ext cx="634792" cy="6347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C3918D9-DBCE-4A37-80E4-438DD1D27566}">
      <dsp:nvSpPr>
        <dsp:cNvPr id="0" name=""/>
        <dsp:cNvSpPr/>
      </dsp:nvSpPr>
      <dsp:spPr>
        <a:xfrm>
          <a:off x="387685" y="4061802"/>
          <a:ext cx="5662465" cy="50783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3093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600" kern="1200">
              <a:latin typeface="Book Antiqua" panose="02040602050305030304" pitchFamily="18" charset="0"/>
            </a:rPr>
            <a:t>Digital Infrastructure</a:t>
          </a:r>
        </a:p>
      </dsp:txBody>
      <dsp:txXfrm>
        <a:off x="387685" y="4061802"/>
        <a:ext cx="5662465" cy="507833"/>
      </dsp:txXfrm>
    </dsp:sp>
    <dsp:sp modelId="{7C4CFC3B-69E8-48A1-9FB7-6333104FF393}">
      <dsp:nvSpPr>
        <dsp:cNvPr id="0" name=""/>
        <dsp:cNvSpPr/>
      </dsp:nvSpPr>
      <dsp:spPr>
        <a:xfrm>
          <a:off x="70289" y="3998323"/>
          <a:ext cx="634792" cy="6347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EC6D9-347E-4A8B-B555-0719AD555041}">
      <dsp:nvSpPr>
        <dsp:cNvPr id="0" name=""/>
        <dsp:cNvSpPr/>
      </dsp:nvSpPr>
      <dsp:spPr>
        <a:xfrm>
          <a:off x="4953" y="655927"/>
          <a:ext cx="1535430" cy="921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Book Antiqua" panose="02040602050305030304" pitchFamily="18" charset="0"/>
            </a:rPr>
            <a:t>Internet</a:t>
          </a:r>
        </a:p>
      </dsp:txBody>
      <dsp:txXfrm>
        <a:off x="31936" y="682910"/>
        <a:ext cx="1481464" cy="867292"/>
      </dsp:txXfrm>
    </dsp:sp>
    <dsp:sp modelId="{BD3C7C4D-9061-4453-99D4-28EEBAB171DA}">
      <dsp:nvSpPr>
        <dsp:cNvPr id="0" name=""/>
        <dsp:cNvSpPr/>
      </dsp:nvSpPr>
      <dsp:spPr>
        <a:xfrm>
          <a:off x="1693926" y="926163"/>
          <a:ext cx="325511" cy="38078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1693926" y="1002320"/>
        <a:ext cx="227858" cy="228472"/>
      </dsp:txXfrm>
    </dsp:sp>
    <dsp:sp modelId="{C562F93D-B1C1-4B91-B61B-2AD691ACB849}">
      <dsp:nvSpPr>
        <dsp:cNvPr id="0" name=""/>
        <dsp:cNvSpPr/>
      </dsp:nvSpPr>
      <dsp:spPr>
        <a:xfrm>
          <a:off x="2154555" y="655927"/>
          <a:ext cx="1535430" cy="921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Book Antiqua" panose="02040602050305030304" pitchFamily="18" charset="0"/>
            </a:rPr>
            <a:t>Mobile</a:t>
          </a:r>
        </a:p>
      </dsp:txBody>
      <dsp:txXfrm>
        <a:off x="2181538" y="682910"/>
        <a:ext cx="1481464" cy="867292"/>
      </dsp:txXfrm>
    </dsp:sp>
    <dsp:sp modelId="{45595897-3C6C-4C80-89E9-33F8351A4EF4}">
      <dsp:nvSpPr>
        <dsp:cNvPr id="0" name=""/>
        <dsp:cNvSpPr/>
      </dsp:nvSpPr>
      <dsp:spPr>
        <a:xfrm>
          <a:off x="3843528" y="926163"/>
          <a:ext cx="325511" cy="38078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3843528" y="1002320"/>
        <a:ext cx="227858" cy="228472"/>
      </dsp:txXfrm>
    </dsp:sp>
    <dsp:sp modelId="{F391C797-A128-41D3-8303-250F334962E4}">
      <dsp:nvSpPr>
        <dsp:cNvPr id="0" name=""/>
        <dsp:cNvSpPr/>
      </dsp:nvSpPr>
      <dsp:spPr>
        <a:xfrm>
          <a:off x="4304157" y="655927"/>
          <a:ext cx="1535430" cy="921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Book Antiqua" panose="02040602050305030304" pitchFamily="18" charset="0"/>
            </a:rPr>
            <a:t>Online Services</a:t>
          </a:r>
        </a:p>
      </dsp:txBody>
      <dsp:txXfrm>
        <a:off x="4331140" y="682910"/>
        <a:ext cx="1481464" cy="867292"/>
      </dsp:txXfrm>
    </dsp:sp>
    <dsp:sp modelId="{3BB8CA93-7436-446A-B508-1AC9F5BF7612}">
      <dsp:nvSpPr>
        <dsp:cNvPr id="0" name=""/>
        <dsp:cNvSpPr/>
      </dsp:nvSpPr>
      <dsp:spPr>
        <a:xfrm>
          <a:off x="5993130" y="926163"/>
          <a:ext cx="325511" cy="38078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5993130" y="1002320"/>
        <a:ext cx="227858" cy="228472"/>
      </dsp:txXfrm>
    </dsp:sp>
    <dsp:sp modelId="{73CD49E2-3F6B-423D-A85A-D95E6F132163}">
      <dsp:nvSpPr>
        <dsp:cNvPr id="0" name=""/>
        <dsp:cNvSpPr/>
      </dsp:nvSpPr>
      <dsp:spPr>
        <a:xfrm>
          <a:off x="6453759" y="655927"/>
          <a:ext cx="1535430" cy="921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Book Antiqua" panose="02040602050305030304" pitchFamily="18" charset="0"/>
            </a:rPr>
            <a:t>Digital Payment</a:t>
          </a:r>
        </a:p>
      </dsp:txBody>
      <dsp:txXfrm>
        <a:off x="6480742" y="682910"/>
        <a:ext cx="1481464" cy="867292"/>
      </dsp:txXfrm>
    </dsp:sp>
    <dsp:sp modelId="{EF2E27BE-209C-4E7D-8EF7-2C58A545D2E4}">
      <dsp:nvSpPr>
        <dsp:cNvPr id="0" name=""/>
        <dsp:cNvSpPr/>
      </dsp:nvSpPr>
      <dsp:spPr>
        <a:xfrm>
          <a:off x="8142732" y="926163"/>
          <a:ext cx="325511" cy="380786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8142732" y="1002320"/>
        <a:ext cx="227858" cy="228472"/>
      </dsp:txXfrm>
    </dsp:sp>
    <dsp:sp modelId="{8E028C27-9ABB-418F-B18E-0B234B342C0C}">
      <dsp:nvSpPr>
        <dsp:cNvPr id="0" name=""/>
        <dsp:cNvSpPr/>
      </dsp:nvSpPr>
      <dsp:spPr>
        <a:xfrm>
          <a:off x="8603361" y="655927"/>
          <a:ext cx="1535430" cy="921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Book Antiqua" panose="02040602050305030304" pitchFamily="18" charset="0"/>
            </a:rPr>
            <a:t>Digital Certificate</a:t>
          </a:r>
        </a:p>
      </dsp:txBody>
      <dsp:txXfrm>
        <a:off x="8630344" y="682910"/>
        <a:ext cx="1481464" cy="8672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959A6-7CD4-4920-93B5-A3110EFD1820}">
      <dsp:nvSpPr>
        <dsp:cNvPr id="0" name=""/>
        <dsp:cNvSpPr/>
      </dsp:nvSpPr>
      <dsp:spPr>
        <a:xfrm>
          <a:off x="0" y="2037140"/>
          <a:ext cx="10956231" cy="41154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0EB15F-77AE-46AD-A3EC-AF4735BBAD35}">
      <dsp:nvSpPr>
        <dsp:cNvPr id="0" name=""/>
        <dsp:cNvSpPr/>
      </dsp:nvSpPr>
      <dsp:spPr>
        <a:xfrm>
          <a:off x="10753305" y="1893100"/>
          <a:ext cx="246926" cy="329234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EC4E1F-AA2D-4F79-B9D5-764D62C7A91A}">
      <dsp:nvSpPr>
        <dsp:cNvPr id="0" name=""/>
        <dsp:cNvSpPr/>
      </dsp:nvSpPr>
      <dsp:spPr>
        <a:xfrm>
          <a:off x="532146" y="1034692"/>
          <a:ext cx="3040425" cy="907269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Book Antiqua" panose="02040602050305030304" pitchFamily="18" charset="0"/>
            </a:rPr>
            <a:t>Digital Services</a:t>
          </a:r>
        </a:p>
      </dsp:txBody>
      <dsp:txXfrm>
        <a:off x="532146" y="1034692"/>
        <a:ext cx="3040425" cy="907269"/>
      </dsp:txXfrm>
    </dsp:sp>
    <dsp:sp modelId="{A643394D-6063-4880-A402-F5BD1CD41889}">
      <dsp:nvSpPr>
        <dsp:cNvPr id="0" name=""/>
        <dsp:cNvSpPr/>
      </dsp:nvSpPr>
      <dsp:spPr>
        <a:xfrm>
          <a:off x="532146" y="565415"/>
          <a:ext cx="3040425" cy="469277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latin typeface="Book Antiqua" panose="02040602050305030304" pitchFamily="18" charset="0"/>
            </a:rPr>
            <a:t>Today</a:t>
          </a:r>
        </a:p>
      </dsp:txBody>
      <dsp:txXfrm>
        <a:off x="532146" y="565415"/>
        <a:ext cx="3040425" cy="469277"/>
      </dsp:txXfrm>
    </dsp:sp>
    <dsp:sp modelId="{3F06303E-A4D4-4201-AFF9-CD7EA9B2D529}">
      <dsp:nvSpPr>
        <dsp:cNvPr id="0" name=""/>
        <dsp:cNvSpPr/>
      </dsp:nvSpPr>
      <dsp:spPr>
        <a:xfrm>
          <a:off x="252297" y="534130"/>
          <a:ext cx="32923" cy="1532973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F58B30-587F-420C-BA3D-5D265A259124}">
      <dsp:nvSpPr>
        <dsp:cNvPr id="0" name=""/>
        <dsp:cNvSpPr/>
      </dsp:nvSpPr>
      <dsp:spPr>
        <a:xfrm>
          <a:off x="2363728" y="2834275"/>
          <a:ext cx="3040425" cy="75409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Book Antiqua" panose="02040602050305030304" pitchFamily="18" charset="0"/>
            </a:rPr>
            <a:t>Technology-enabled services</a:t>
          </a:r>
        </a:p>
      </dsp:txBody>
      <dsp:txXfrm>
        <a:off x="2363728" y="2834275"/>
        <a:ext cx="3040425" cy="754095"/>
      </dsp:txXfrm>
    </dsp:sp>
    <dsp:sp modelId="{76C20B5F-0B6B-4A4C-B1FA-A2AB87A82B33}">
      <dsp:nvSpPr>
        <dsp:cNvPr id="0" name=""/>
        <dsp:cNvSpPr/>
      </dsp:nvSpPr>
      <dsp:spPr>
        <a:xfrm>
          <a:off x="2363728" y="2336893"/>
          <a:ext cx="3040425" cy="497382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latin typeface="Book Antiqua" panose="02040602050305030304" pitchFamily="18" charset="0"/>
            </a:rPr>
            <a:t>Digital Healthcare &amp; Education</a:t>
          </a:r>
        </a:p>
      </dsp:txBody>
      <dsp:txXfrm>
        <a:off x="2363728" y="2336893"/>
        <a:ext cx="3040425" cy="497382"/>
      </dsp:txXfrm>
    </dsp:sp>
    <dsp:sp modelId="{FC5F8F1A-16EC-4A4C-A8ED-2588C66F7628}">
      <dsp:nvSpPr>
        <dsp:cNvPr id="0" name=""/>
        <dsp:cNvSpPr/>
      </dsp:nvSpPr>
      <dsp:spPr>
        <a:xfrm>
          <a:off x="2083878" y="2048090"/>
          <a:ext cx="32923" cy="1572368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4B3A7A-7022-4D7A-B072-A01B29F1BD4F}">
      <dsp:nvSpPr>
        <dsp:cNvPr id="0" name=""/>
        <dsp:cNvSpPr/>
      </dsp:nvSpPr>
      <dsp:spPr>
        <a:xfrm>
          <a:off x="183157" y="452788"/>
          <a:ext cx="171202" cy="162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A458A1-E5E3-4B06-8CF5-7D63709E416B}">
      <dsp:nvSpPr>
        <dsp:cNvPr id="0" name=""/>
        <dsp:cNvSpPr/>
      </dsp:nvSpPr>
      <dsp:spPr>
        <a:xfrm>
          <a:off x="2014739" y="3537027"/>
          <a:ext cx="171202" cy="1668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2B3BA3-2A72-43F3-9927-28E12DD8A581}">
      <dsp:nvSpPr>
        <dsp:cNvPr id="0" name=""/>
        <dsp:cNvSpPr/>
      </dsp:nvSpPr>
      <dsp:spPr>
        <a:xfrm>
          <a:off x="4195310" y="1034692"/>
          <a:ext cx="3040425" cy="907269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Book Antiqua" panose="02040602050305030304" pitchFamily="18" charset="0"/>
            </a:rPr>
            <a:t>Faster Communication</a:t>
          </a:r>
        </a:p>
      </dsp:txBody>
      <dsp:txXfrm>
        <a:off x="4195310" y="1034692"/>
        <a:ext cx="3040425" cy="907269"/>
      </dsp:txXfrm>
    </dsp:sp>
    <dsp:sp modelId="{C7E5A4BE-71BB-4219-84E5-BD75062595AF}">
      <dsp:nvSpPr>
        <dsp:cNvPr id="0" name=""/>
        <dsp:cNvSpPr/>
      </dsp:nvSpPr>
      <dsp:spPr>
        <a:xfrm>
          <a:off x="4195310" y="565415"/>
          <a:ext cx="3040425" cy="469277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latin typeface="Book Antiqua" panose="02040602050305030304" pitchFamily="18" charset="0"/>
            </a:rPr>
            <a:t>5G Connectivity</a:t>
          </a:r>
        </a:p>
      </dsp:txBody>
      <dsp:txXfrm>
        <a:off x="4195310" y="565415"/>
        <a:ext cx="3040425" cy="469277"/>
      </dsp:txXfrm>
    </dsp:sp>
    <dsp:sp modelId="{AEBFE97A-93D5-4B76-98F1-651CC19FBC42}">
      <dsp:nvSpPr>
        <dsp:cNvPr id="0" name=""/>
        <dsp:cNvSpPr/>
      </dsp:nvSpPr>
      <dsp:spPr>
        <a:xfrm>
          <a:off x="3915460" y="534130"/>
          <a:ext cx="32923" cy="1532973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2A2B6-EEBD-4DD1-A5B0-020B1FA1D03A}">
      <dsp:nvSpPr>
        <dsp:cNvPr id="0" name=""/>
        <dsp:cNvSpPr/>
      </dsp:nvSpPr>
      <dsp:spPr>
        <a:xfrm>
          <a:off x="6026891" y="2834275"/>
          <a:ext cx="3040425" cy="754095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Book Antiqua" panose="02040602050305030304" pitchFamily="18" charset="0"/>
            </a:rPr>
            <a:t>Safer digital future</a:t>
          </a:r>
        </a:p>
      </dsp:txBody>
      <dsp:txXfrm>
        <a:off x="6026891" y="2834275"/>
        <a:ext cx="3040425" cy="754095"/>
      </dsp:txXfrm>
    </dsp:sp>
    <dsp:sp modelId="{7C74D427-5E81-4198-980C-961BFF3AB132}">
      <dsp:nvSpPr>
        <dsp:cNvPr id="0" name=""/>
        <dsp:cNvSpPr/>
      </dsp:nvSpPr>
      <dsp:spPr>
        <a:xfrm>
          <a:off x="6026891" y="2336893"/>
          <a:ext cx="3040425" cy="497382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latin typeface="Book Antiqua" panose="02040602050305030304" pitchFamily="18" charset="0"/>
            </a:rPr>
            <a:t>Secure Digital India</a:t>
          </a:r>
        </a:p>
      </dsp:txBody>
      <dsp:txXfrm>
        <a:off x="6026891" y="2336893"/>
        <a:ext cx="3040425" cy="497382"/>
      </dsp:txXfrm>
    </dsp:sp>
    <dsp:sp modelId="{86548C85-104F-4525-A9C7-7F73C7ADD6D2}">
      <dsp:nvSpPr>
        <dsp:cNvPr id="0" name=""/>
        <dsp:cNvSpPr/>
      </dsp:nvSpPr>
      <dsp:spPr>
        <a:xfrm>
          <a:off x="5747042" y="2048090"/>
          <a:ext cx="32923" cy="1572368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3FE268-AB8D-4EE6-8A45-E66379A50289}">
      <dsp:nvSpPr>
        <dsp:cNvPr id="0" name=""/>
        <dsp:cNvSpPr/>
      </dsp:nvSpPr>
      <dsp:spPr>
        <a:xfrm>
          <a:off x="3846321" y="452788"/>
          <a:ext cx="171202" cy="162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753FDBF-5C32-42AC-9933-A33403F16F3C}">
      <dsp:nvSpPr>
        <dsp:cNvPr id="0" name=""/>
        <dsp:cNvSpPr/>
      </dsp:nvSpPr>
      <dsp:spPr>
        <a:xfrm>
          <a:off x="5677902" y="3537027"/>
          <a:ext cx="171202" cy="1668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11035F-882E-4BAB-AFAD-FF35FF48A0A1}">
      <dsp:nvSpPr>
        <dsp:cNvPr id="0" name=""/>
        <dsp:cNvSpPr/>
      </dsp:nvSpPr>
      <dsp:spPr>
        <a:xfrm>
          <a:off x="7858473" y="1034692"/>
          <a:ext cx="3040425" cy="907269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latin typeface="Book Antiqua" panose="02040602050305030304" pitchFamily="18" charset="0"/>
            </a:rPr>
            <a:t>Connected urban services</a:t>
          </a:r>
        </a:p>
      </dsp:txBody>
      <dsp:txXfrm>
        <a:off x="7858473" y="1034692"/>
        <a:ext cx="3040425" cy="907269"/>
      </dsp:txXfrm>
    </dsp:sp>
    <dsp:sp modelId="{ACD2011E-222F-44F9-97AB-E8332BEF422D}">
      <dsp:nvSpPr>
        <dsp:cNvPr id="0" name=""/>
        <dsp:cNvSpPr/>
      </dsp:nvSpPr>
      <dsp:spPr>
        <a:xfrm>
          <a:off x="7858473" y="565415"/>
          <a:ext cx="3040425" cy="469277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400" kern="1200" dirty="0">
              <a:latin typeface="Book Antiqua" panose="02040602050305030304" pitchFamily="18" charset="0"/>
            </a:rPr>
            <a:t>Smart Cities</a:t>
          </a:r>
        </a:p>
      </dsp:txBody>
      <dsp:txXfrm>
        <a:off x="7858473" y="565415"/>
        <a:ext cx="3040425" cy="469277"/>
      </dsp:txXfrm>
    </dsp:sp>
    <dsp:sp modelId="{B6934D79-8020-4E8D-AD56-F025074D97EC}">
      <dsp:nvSpPr>
        <dsp:cNvPr id="0" name=""/>
        <dsp:cNvSpPr/>
      </dsp:nvSpPr>
      <dsp:spPr>
        <a:xfrm>
          <a:off x="7578623" y="534130"/>
          <a:ext cx="32923" cy="1532973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flat">
          <a:bevelT w="100800" h="1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B4C27-3C18-4946-B3A9-234C14EB6295}">
      <dsp:nvSpPr>
        <dsp:cNvPr id="0" name=""/>
        <dsp:cNvSpPr/>
      </dsp:nvSpPr>
      <dsp:spPr>
        <a:xfrm>
          <a:off x="7509484" y="452788"/>
          <a:ext cx="171202" cy="162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1C7063-DD72-7E95-8847-1B463AFA98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84B9EF-213C-F7A5-1738-7B50CC5F06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CEFF4F-97BA-4D07-A382-F4AB6A4C54C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E63F9-7E07-509D-0D90-6C2B018437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B44C0-296F-BDC0-FE9D-57454C3778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83F8D-EF90-4630-A2CB-ED66AFCE80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9051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7D5562-D50F-438B-BE48-1138C3994DD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D3C37-59E9-43CC-B2B1-982957470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877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6EC11-967B-83E5-2FF7-56F2C905F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EEF45-6E15-DAAD-92C7-C2FBDE462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5FE08-0415-BD48-2A87-A55642F1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FA37C-D4C7-7E1E-0903-76C3397D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B14BA-7D43-415F-FD82-C3E74E23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002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C232-07F5-614D-8053-CCCE7EE2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CB0EC-133E-905D-E7FB-2F0691490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7838F-A4DF-DF03-D103-7F72C7CE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314CC-4C77-8793-4728-66FACF1B2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E4D47-54B5-DB5D-975C-408721A9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3798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2AD99-4248-8D32-AF74-413F84AA5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0BCA0-DB2A-7436-F1AF-00CD822E9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AB6FF-A1A5-4ADC-E9C0-AA6E114F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6E03D-C9B9-0394-8ED8-0A5CE485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74E88-2347-12C7-C54D-55B90DC1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1044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C512-7D87-4828-EE7C-9DA9407A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691C8-56C6-7F3F-1CDF-6EFC33795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D0898-4167-FC86-1AF0-D3F1A33E0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D57BC-8C56-5619-2F2F-97E92EF5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3AD56-E4F3-01AD-F56A-1F6AAFA1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A5848-9799-7E40-A4ED-BE486EB1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6878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8238-112C-96E1-B9C5-243298C80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33045-791C-A9B1-1C77-B972698B8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448C0-0B9A-2624-9C44-F4CDA3978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A9A0FC-96ED-AA8E-B38F-F85655709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F119A-008D-58B3-6679-500EDC6FC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863112-60A5-B601-C2AA-B4DEF5DC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87FB38-2AF5-508F-58CA-BA493D65A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A9A5B-E760-5C18-8FEF-A3785E136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4841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0F97D-4637-89C7-6491-FACF13371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1ABCD-208B-F8F6-27B6-82439E8DA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210479-6D3C-4C1B-D8A8-ED746C4A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7FA424-3420-2507-248F-C84DE641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9259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C10EC-D401-4FE7-1F51-AB504FA8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57CA2-11A9-73BE-C099-435BFC9F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0D267-E347-6DC7-B3A2-BFCFADC9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3010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37C50-CC9E-DA5D-7F82-92E22F1D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95098-4625-9F14-BD4A-243F3F7DE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CAA46-0B40-E658-90DE-99140C83A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06CF4-7429-B1AE-BB81-9B330D48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F9B5C-8EFD-11E7-729B-D86040EF6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0D666-3A2E-1310-1433-0B99630C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7733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C1E92-DA6A-00D5-041A-3FC2404C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2CB0DB-6167-EE4A-0EFE-7105863AD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CB6AA-2658-6E4C-AB0C-7BC2C0B43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A698C-83C3-20A5-757A-7FC877269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21440-DB4A-024B-FB41-FE074BD6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F3062-E40C-6435-FD3A-D79D42300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2115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E326-2832-A8BF-06AE-63B73FC3D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8EF63-9841-E35E-951B-75EBC6D4C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47C92-ED6D-D019-3020-6721ADAE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410E6-C9EE-E86A-9F1D-EE1B6BF5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6E1CD-7BFD-F7A0-80B3-5B6CF4A7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8319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D7A0A-D3C5-2C75-11CB-A8FB69C475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DDF3D-D447-4540-CA13-13987E592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43A4C-5F53-CD75-B404-46E0B9C35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2B48-D105-57CE-B225-2951A84E1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BD7D5-D8AD-6391-743B-76176210D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0963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3000" t="-57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128553-8E00-AF09-C56F-E90838BC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31CB0-D7C6-A857-9851-B9421411A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A18EA-DA6C-21CB-2D31-8741C056B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A0FB3-1C54-4B19-B660-E4F95ECBCF6D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09FCE-3082-7B53-E820-5E47ABF3F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92183-FA6C-B34B-F126-0905EFC42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AC56AB-FFDB-4D8A-90C4-0B33E5A991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859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32329-technology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reepngimg.com/png/17403-technology-picture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0.sv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12.sv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image" Target="../media/image16.sv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5.sv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ipe.ca/index.php/jipe/article/view/190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leap.com/beyond-the-vle-transforming-online-discussion-and-collaboration-through-microsoft-teams/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3000" t="-19000" r="-8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BEFF-691C-F294-F773-D53F4BCE4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8192" y="856540"/>
            <a:ext cx="7595616" cy="926210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IN" u="sng" dirty="0">
                <a:solidFill>
                  <a:schemeClr val="tx1"/>
                </a:solidFill>
                <a:latin typeface="Book Antiqua" panose="02040602050305030304" pitchFamily="18" charset="0"/>
              </a:rPr>
              <a:t>DIGITAL INDIA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283C2-7C7F-E6F8-0807-44A5C1871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2950" y="1937879"/>
            <a:ext cx="5660136" cy="421957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2500" lnSpcReduction="10000"/>
          </a:bodyPr>
          <a:lstStyle/>
          <a:p>
            <a:r>
              <a:rPr lang="en-IN" sz="2800" b="1" u="sng" dirty="0">
                <a:solidFill>
                  <a:schemeClr val="tx1"/>
                </a:solidFill>
                <a:latin typeface="Book Antiqua" panose="02040602050305030304" pitchFamily="18" charset="0"/>
              </a:rPr>
              <a:t>Technology for Better Future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D4C88-3373-1DFD-D96E-9BB49F21CE72}"/>
              </a:ext>
            </a:extLst>
          </p:cNvPr>
          <p:cNvSpPr txBox="1"/>
          <p:nvPr/>
        </p:nvSpPr>
        <p:spPr>
          <a:xfrm>
            <a:off x="4149517" y="5797576"/>
            <a:ext cx="4040748" cy="861774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ook Antiqua" panose="02040602050305030304" pitchFamily="18" charset="0"/>
              </a:rPr>
              <a:t>Presented by: Khushi Maurya</a:t>
            </a:r>
          </a:p>
          <a:p>
            <a:pPr algn="ctr"/>
            <a:r>
              <a:rPr lang="en-IN" sz="1600" dirty="0">
                <a:latin typeface="Book Antiqua" panose="02040602050305030304" pitchFamily="18" charset="0"/>
              </a:rPr>
              <a:t>Trade: AIPA</a:t>
            </a:r>
          </a:p>
          <a:p>
            <a:pPr algn="ctr"/>
            <a:r>
              <a:rPr lang="en-IN" sz="1600" dirty="0">
                <a:latin typeface="Book Antiqua" panose="02040602050305030304" pitchFamily="18" charset="0"/>
              </a:rPr>
              <a:t>NSTIW Allahabad</a:t>
            </a:r>
          </a:p>
        </p:txBody>
      </p:sp>
      <p:pic>
        <p:nvPicPr>
          <p:cNvPr id="10" name="Untitled">
            <a:hlinkClick r:id="" action="ppaction://media"/>
            <a:extLst>
              <a:ext uri="{FF2B5EF4-FFF2-40B4-BE49-F238E27FC236}">
                <a16:creationId xmlns:a16="http://schemas.microsoft.com/office/drawing/2014/main" id="{A2097B6A-FE95-9261-1236-4327E1B8A5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359896" y="622846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6582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999" showWhenStopped="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3D60-5AB0-AA09-799A-1C5C1EE412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0896" y="1110107"/>
            <a:ext cx="6638544" cy="969963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Book Antiqua" panose="02040602050305030304" pitchFamily="18" charset="0"/>
              </a:rPr>
              <a:t>What is Digital India </a:t>
            </a:r>
            <a:r>
              <a:rPr lang="en-IN" sz="4000" b="1" dirty="0">
                <a:solidFill>
                  <a:schemeClr val="tx1"/>
                </a:solidFill>
                <a:latin typeface="Book Antiqua" panose="02040602050305030304" pitchFamily="18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B8457-FBB4-E6D0-43D2-DDFAFED56485}"/>
              </a:ext>
            </a:extLst>
          </p:cNvPr>
          <p:cNvSpPr txBox="1"/>
          <p:nvPr/>
        </p:nvSpPr>
        <p:spPr>
          <a:xfrm>
            <a:off x="310896" y="2305615"/>
            <a:ext cx="6638544" cy="224676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 Antiqua" panose="02040602050305030304" pitchFamily="18" charset="0"/>
              </a:rPr>
              <a:t>Digital services for citizens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 Antiqua" panose="02040602050305030304" pitchFamily="18" charset="0"/>
              </a:rPr>
              <a:t>Online government services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 Antiqua" panose="02040602050305030304" pitchFamily="18" charset="0"/>
              </a:rPr>
              <a:t>Digital payments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 Antiqua" panose="02040602050305030304" pitchFamily="18" charset="0"/>
              </a:rPr>
              <a:t>Digital infrastructure 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Book Antiqua" panose="02040602050305030304" pitchFamily="18" charset="0"/>
              </a:rPr>
              <a:t>Technology-enabled education</a:t>
            </a:r>
            <a:r>
              <a:rPr lang="en-US" sz="2800" dirty="0">
                <a:latin typeface="Book Antiqua" panose="02040602050305030304" pitchFamily="18" charset="0"/>
              </a:rPr>
              <a:t>.</a:t>
            </a:r>
            <a:endParaRPr lang="en-IN" sz="2800" dirty="0">
              <a:latin typeface="Book Antiqua" panose="0204060205030503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03B2FB9-D4CD-F608-F834-A534D53E6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44398" y="610379"/>
            <a:ext cx="4260040" cy="26483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185C891-1CA3-1962-3097-80EB20FD9F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744398" y="3258736"/>
            <a:ext cx="3908721" cy="358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5243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D031-1FCE-0968-FE4E-3E73E9DA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19" y="2642616"/>
            <a:ext cx="4642104" cy="1435608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Book Antiqua" panose="02040602050305030304" pitchFamily="18" charset="0"/>
              </a:rPr>
              <a:t>Major Areas of Digital India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E45564-FC8E-42B8-13D8-9C292DEB53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063833"/>
              </p:ext>
            </p:extLst>
          </p:nvPr>
        </p:nvGraphicFramePr>
        <p:xfrm>
          <a:off x="5513832" y="1218343"/>
          <a:ext cx="6117336" cy="4823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Books with solid fill">
            <a:extLst>
              <a:ext uri="{FF2B5EF4-FFF2-40B4-BE49-F238E27FC236}">
                <a16:creationId xmlns:a16="http://schemas.microsoft.com/office/drawing/2014/main" id="{6C2E56A8-DABF-AAD1-0D4C-D6FEAF363E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3828" y="2960465"/>
            <a:ext cx="566927" cy="566927"/>
          </a:xfrm>
          <a:prstGeom prst="rect">
            <a:avLst/>
          </a:prstGeom>
        </p:spPr>
      </p:pic>
      <p:pic>
        <p:nvPicPr>
          <p:cNvPr id="8" name="Graphic 7" descr="Piggy Bank with solid fill">
            <a:extLst>
              <a:ext uri="{FF2B5EF4-FFF2-40B4-BE49-F238E27FC236}">
                <a16:creationId xmlns:a16="http://schemas.microsoft.com/office/drawing/2014/main" id="{A9489E86-B876-0CBE-334D-FCB8E73A5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3516" y="4441793"/>
            <a:ext cx="617216" cy="617216"/>
          </a:xfrm>
          <a:prstGeom prst="rect">
            <a:avLst/>
          </a:prstGeom>
        </p:spPr>
      </p:pic>
      <p:pic>
        <p:nvPicPr>
          <p:cNvPr id="10" name="Graphic 9" descr="Bank with solid fill">
            <a:extLst>
              <a:ext uri="{FF2B5EF4-FFF2-40B4-BE49-F238E27FC236}">
                <a16:creationId xmlns:a16="http://schemas.microsoft.com/office/drawing/2014/main" id="{A5F5B831-5024-0A5E-53E7-82BDA2FD5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24372" y="2153960"/>
            <a:ext cx="566928" cy="566928"/>
          </a:xfrm>
          <a:prstGeom prst="rect">
            <a:avLst/>
          </a:prstGeom>
        </p:spPr>
      </p:pic>
      <p:pic>
        <p:nvPicPr>
          <p:cNvPr id="14" name="Graphic 13" descr="Heart with pulse with solid fill">
            <a:extLst>
              <a:ext uri="{FF2B5EF4-FFF2-40B4-BE49-F238E27FC236}">
                <a16:creationId xmlns:a16="http://schemas.microsoft.com/office/drawing/2014/main" id="{6C86542F-955D-C04A-5C60-E90BC2ECF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3538" y="3716679"/>
            <a:ext cx="617217" cy="617217"/>
          </a:xfrm>
          <a:prstGeom prst="rect">
            <a:avLst/>
          </a:prstGeom>
        </p:spPr>
      </p:pic>
      <p:pic>
        <p:nvPicPr>
          <p:cNvPr id="16" name="Graphic 15" descr="Dollar with solid fill">
            <a:extLst>
              <a:ext uri="{FF2B5EF4-FFF2-40B4-BE49-F238E27FC236}">
                <a16:creationId xmlns:a16="http://schemas.microsoft.com/office/drawing/2014/main" id="{2D28B3D4-5941-9DC8-42F7-F2B3C0B3B2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13832" y="1424256"/>
            <a:ext cx="738937" cy="609916"/>
          </a:xfrm>
          <a:prstGeom prst="rect">
            <a:avLst/>
          </a:prstGeom>
        </p:spPr>
      </p:pic>
      <p:pic>
        <p:nvPicPr>
          <p:cNvPr id="18" name="Graphic 17" descr="Books on shelf with solid fill">
            <a:extLst>
              <a:ext uri="{FF2B5EF4-FFF2-40B4-BE49-F238E27FC236}">
                <a16:creationId xmlns:a16="http://schemas.microsoft.com/office/drawing/2014/main" id="{E58FAFF3-F50E-A6E3-A4DC-BB1F0399B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06799" y="5262465"/>
            <a:ext cx="566927" cy="566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8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0522-146E-0555-2872-D3E82D50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2" y="1241678"/>
            <a:ext cx="6565392" cy="1024763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dirty="0">
                <a:latin typeface="Book Antiqua" panose="02040602050305030304" pitchFamily="18" charset="0"/>
              </a:rPr>
              <a:t>Digital Services We Use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595215-84BA-0742-E070-C4407349E3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2064483"/>
              </p:ext>
            </p:extLst>
          </p:nvPr>
        </p:nvGraphicFramePr>
        <p:xfrm>
          <a:off x="1024128" y="3630168"/>
          <a:ext cx="10143744" cy="223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Cloud Computing with solid fill">
            <a:extLst>
              <a:ext uri="{FF2B5EF4-FFF2-40B4-BE49-F238E27FC236}">
                <a16:creationId xmlns:a16="http://schemas.microsoft.com/office/drawing/2014/main" id="{C398FE57-F857-DDBC-C974-691FC8A29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4440" y="2926080"/>
            <a:ext cx="1179576" cy="1179576"/>
          </a:xfrm>
          <a:prstGeom prst="rect">
            <a:avLst/>
          </a:prstGeom>
        </p:spPr>
      </p:pic>
      <p:pic>
        <p:nvPicPr>
          <p:cNvPr id="8" name="Graphic 7" descr="Smart Phone with solid fill">
            <a:extLst>
              <a:ext uri="{FF2B5EF4-FFF2-40B4-BE49-F238E27FC236}">
                <a16:creationId xmlns:a16="http://schemas.microsoft.com/office/drawing/2014/main" id="{DDDBC6B6-DAD1-65D2-E804-18943E044D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37204" y="3062604"/>
            <a:ext cx="990600" cy="990600"/>
          </a:xfrm>
          <a:prstGeom prst="rect">
            <a:avLst/>
          </a:prstGeom>
        </p:spPr>
      </p:pic>
      <p:pic>
        <p:nvPicPr>
          <p:cNvPr id="14" name="Graphic 13" descr="Call center with solid fill">
            <a:extLst>
              <a:ext uri="{FF2B5EF4-FFF2-40B4-BE49-F238E27FC236}">
                <a16:creationId xmlns:a16="http://schemas.microsoft.com/office/drawing/2014/main" id="{FB4A23CC-6FA4-DDA3-E655-40709AA38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38800" y="3062605"/>
            <a:ext cx="990600" cy="1024764"/>
          </a:xfrm>
          <a:prstGeom prst="rect">
            <a:avLst/>
          </a:prstGeom>
        </p:spPr>
      </p:pic>
      <p:pic>
        <p:nvPicPr>
          <p:cNvPr id="16" name="Graphic 15" descr="Money with solid fill">
            <a:extLst>
              <a:ext uri="{FF2B5EF4-FFF2-40B4-BE49-F238E27FC236}">
                <a16:creationId xmlns:a16="http://schemas.microsoft.com/office/drawing/2014/main" id="{820134BD-634B-43BB-4559-4BE81349EA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38288" y="3062604"/>
            <a:ext cx="1062864" cy="1062864"/>
          </a:xfrm>
          <a:prstGeom prst="rect">
            <a:avLst/>
          </a:prstGeom>
        </p:spPr>
      </p:pic>
      <p:pic>
        <p:nvPicPr>
          <p:cNvPr id="18" name="Graphic 17" descr="Diploma roll with solid fill">
            <a:extLst>
              <a:ext uri="{FF2B5EF4-FFF2-40B4-BE49-F238E27FC236}">
                <a16:creationId xmlns:a16="http://schemas.microsoft.com/office/drawing/2014/main" id="{D45C962E-40B5-47A4-F214-F51A49AA9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854184" y="3098736"/>
            <a:ext cx="1062864" cy="106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09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6B4ECB5-8D74-CB38-FE4E-3D9F5C721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29217"/>
              </p:ext>
            </p:extLst>
          </p:nvPr>
        </p:nvGraphicFramePr>
        <p:xfrm>
          <a:off x="2053844" y="2228862"/>
          <a:ext cx="7773416" cy="3258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708">
                  <a:extLst>
                    <a:ext uri="{9D8B030D-6E8A-4147-A177-3AD203B41FA5}">
                      <a16:colId xmlns:a16="http://schemas.microsoft.com/office/drawing/2014/main" val="3282299218"/>
                    </a:ext>
                  </a:extLst>
                </a:gridCol>
                <a:gridCol w="3886708">
                  <a:extLst>
                    <a:ext uri="{9D8B030D-6E8A-4147-A177-3AD203B41FA5}">
                      <a16:colId xmlns:a16="http://schemas.microsoft.com/office/drawing/2014/main" val="3028685243"/>
                    </a:ext>
                  </a:extLst>
                </a:gridCol>
              </a:tblGrid>
              <a:tr h="543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Payment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736142"/>
                  </a:ext>
                </a:extLst>
              </a:tr>
              <a:tr h="543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UPI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Mobile payment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025122"/>
                  </a:ext>
                </a:extLst>
              </a:tr>
              <a:tr h="543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Debit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Card payment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367036"/>
                  </a:ext>
                </a:extLst>
              </a:tr>
              <a:tr h="543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Credit 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Online payment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632288"/>
                  </a:ext>
                </a:extLst>
              </a:tr>
              <a:tr h="543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Net Banking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Bank transfer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075990"/>
                  </a:ext>
                </a:extLst>
              </a:tr>
              <a:tr h="543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QR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rPr>
                        <a:t>Scan &amp; Pay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relaxedInset"/>
                      <a:lightRig rig="flood" dir="t"/>
                    </a:cell3D>
                    <a:solidFill>
                      <a:srgbClr val="1741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7123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B748B1C-057E-0AEC-13BF-E09B2D28268D}"/>
              </a:ext>
            </a:extLst>
          </p:cNvPr>
          <p:cNvSpPr txBox="1"/>
          <p:nvPr/>
        </p:nvSpPr>
        <p:spPr>
          <a:xfrm>
            <a:off x="2651506" y="1016883"/>
            <a:ext cx="6578092" cy="70788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Book Antiqua" panose="02040602050305030304" pitchFamily="18" charset="0"/>
              </a:rPr>
              <a:t>Digital Payment Method</a:t>
            </a:r>
          </a:p>
        </p:txBody>
      </p:sp>
    </p:spTree>
    <p:extLst>
      <p:ext uri="{BB962C8B-B14F-4D97-AF65-F5344CB8AC3E}">
        <p14:creationId xmlns:p14="http://schemas.microsoft.com/office/powerpoint/2010/main" val="38899585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91F3-4310-92E4-5740-F3B98E7D5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3496" y="776605"/>
            <a:ext cx="7235952" cy="878459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Book Antiqua" panose="02040602050305030304" pitchFamily="18" charset="0"/>
              </a:rPr>
              <a:t>Growth Of Digital Payment</a:t>
            </a:r>
          </a:p>
        </p:txBody>
      </p:sp>
      <p:graphicFrame>
        <p:nvGraphicFramePr>
          <p:cNvPr id="29" name="Content Placeholder 28">
            <a:extLst>
              <a:ext uri="{FF2B5EF4-FFF2-40B4-BE49-F238E27FC236}">
                <a16:creationId xmlns:a16="http://schemas.microsoft.com/office/drawing/2014/main" id="{0016626F-E2FF-7B36-C62A-01C657A886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380817"/>
              </p:ext>
            </p:extLst>
          </p:nvPr>
        </p:nvGraphicFramePr>
        <p:xfrm>
          <a:off x="713232" y="1655064"/>
          <a:ext cx="10530840" cy="4869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39446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5B9D-D606-2222-24AC-AF40CBAB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844" y="1118523"/>
            <a:ext cx="7825510" cy="1041255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IN" dirty="0">
                <a:latin typeface="Book Antiqua" panose="02040602050305030304" pitchFamily="18" charset="0"/>
              </a:rPr>
              <a:t> Benefits Of Digital Technology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65D7F-E043-5FE3-1B98-00784334A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572" y="2704407"/>
            <a:ext cx="3733798" cy="2447637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Saves Time</a:t>
            </a:r>
          </a:p>
          <a:p>
            <a:r>
              <a:rPr lang="en-IN" dirty="0">
                <a:latin typeface="Book Antiqua" panose="02040602050305030304" pitchFamily="18" charset="0"/>
              </a:rPr>
              <a:t>Easy Access</a:t>
            </a:r>
          </a:p>
          <a:p>
            <a:r>
              <a:rPr lang="en-IN" dirty="0">
                <a:latin typeface="Book Antiqua" panose="02040602050305030304" pitchFamily="18" charset="0"/>
              </a:rPr>
              <a:t>Transparency</a:t>
            </a:r>
          </a:p>
          <a:p>
            <a:r>
              <a:rPr lang="en-IN" dirty="0">
                <a:latin typeface="Book Antiqua" panose="02040602050305030304" pitchFamily="18" charset="0"/>
              </a:rPr>
              <a:t>Convenience</a:t>
            </a:r>
          </a:p>
          <a:p>
            <a:r>
              <a:rPr lang="en-IN" dirty="0">
                <a:latin typeface="Book Antiqua" panose="02040602050305030304" pitchFamily="18" charset="0"/>
              </a:rPr>
              <a:t>Wider Connectivity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126DC1-12F9-528E-11A8-E1DFCAE2C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21630" y="2512384"/>
            <a:ext cx="3733798" cy="36067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Graphic 15" descr="Arrow: Slight curve with solid fill">
            <a:extLst>
              <a:ext uri="{FF2B5EF4-FFF2-40B4-BE49-F238E27FC236}">
                <a16:creationId xmlns:a16="http://schemas.microsoft.com/office/drawing/2014/main" id="{93D3A763-1969-0574-9DB5-0C0685300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0370" y="3041673"/>
            <a:ext cx="3036270" cy="218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869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C975F-2B66-645D-1968-3ED29EE8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" y="681037"/>
            <a:ext cx="11140440" cy="950024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4000" dirty="0">
                <a:latin typeface="Book Antiqua" panose="02040602050305030304" pitchFamily="18" charset="0"/>
              </a:rPr>
              <a:t>Create a visually attractive diagram showing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83B3D-BFD1-0D6C-018A-53F6E224F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196" y="2585667"/>
            <a:ext cx="3909060" cy="2718943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IN" dirty="0">
                <a:latin typeface="Book Antiqua" panose="02040602050305030304" pitchFamily="18" charset="0"/>
              </a:rPr>
              <a:t>🔐 Cybersecurity</a:t>
            </a:r>
          </a:p>
          <a:p>
            <a:r>
              <a:rPr lang="en-IN" dirty="0">
                <a:latin typeface="Book Antiqua" panose="02040602050305030304" pitchFamily="18" charset="0"/>
              </a:rPr>
              <a:t>🔒 Data Privacy</a:t>
            </a:r>
          </a:p>
          <a:p>
            <a:r>
              <a:rPr lang="en-IN" dirty="0">
                <a:latin typeface="Book Antiqua" panose="02040602050305030304" pitchFamily="18" charset="0"/>
              </a:rPr>
              <a:t>🌐 Digital Divide</a:t>
            </a:r>
          </a:p>
          <a:p>
            <a:r>
              <a:rPr lang="en-IN" dirty="0">
                <a:latin typeface="Book Antiqua" panose="02040602050305030304" pitchFamily="18" charset="0"/>
              </a:rPr>
              <a:t>📱 Digital Literacy</a:t>
            </a:r>
          </a:p>
          <a:p>
            <a:r>
              <a:rPr lang="en-IN" dirty="0">
                <a:latin typeface="Book Antiqua" panose="02040602050305030304" pitchFamily="18" charset="0"/>
              </a:rPr>
              <a:t>⚠️ Online Fraud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24A819-C7B9-5AB0-9735-1BED3EA53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59755" y="2585667"/>
            <a:ext cx="5180838" cy="27189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399452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41C5-4C25-AA5F-A0E6-29AA7FACC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49"/>
            <a:ext cx="8415528" cy="960755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IN" sz="4000" dirty="0">
                <a:latin typeface="Book Antiqua" panose="02040602050305030304" pitchFamily="18" charset="0"/>
              </a:rPr>
              <a:t>Future Of Digital India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7AD0CC5-E5AF-EE22-0A85-6B9244C9FB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308314"/>
              </p:ext>
            </p:extLst>
          </p:nvPr>
        </p:nvGraphicFramePr>
        <p:xfrm>
          <a:off x="365760" y="2331719"/>
          <a:ext cx="11000232" cy="4115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16156BB-94B1-C7BB-0F21-87EF595A8E3E}"/>
              </a:ext>
            </a:extLst>
          </p:cNvPr>
          <p:cNvSpPr txBox="1"/>
          <p:nvPr/>
        </p:nvSpPr>
        <p:spPr>
          <a:xfrm>
            <a:off x="838200" y="1651604"/>
            <a:ext cx="2883408" cy="40011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Book Antiqua" panose="02040602050305030304" pitchFamily="18" charset="0"/>
              </a:rPr>
              <a:t>Create a Timeline</a:t>
            </a:r>
          </a:p>
        </p:txBody>
      </p:sp>
    </p:spTree>
    <p:extLst>
      <p:ext uri="{BB962C8B-B14F-4D97-AF65-F5344CB8AC3E}">
        <p14:creationId xmlns:p14="http://schemas.microsoft.com/office/powerpoint/2010/main" val="42553607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2F1A1-32CF-B5CC-D138-E14FFC72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280" y="712597"/>
            <a:ext cx="8735568" cy="915035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IN" sz="4000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F47B-54ED-0E3D-BF66-8E4C13B45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264" y="1892172"/>
            <a:ext cx="8863584" cy="3585084"/>
          </a:xfrm>
          <a:solidFill>
            <a:schemeClr val="dk1">
              <a:alpha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Digital India has transformed the way people access services, communicate, learn and make payments.</a:t>
            </a: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 Technology is helping India move towards a more connected, smart and secure digital future.</a:t>
            </a:r>
          </a:p>
          <a:p>
            <a:pPr marL="0" indent="0">
              <a:buNone/>
            </a:pPr>
            <a:endParaRPr lang="en-US" dirty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en-US" dirty="0">
              <a:latin typeface="Book Antiqua" panose="02040602050305030304" pitchFamily="18" charset="0"/>
            </a:endParaRPr>
          </a:p>
          <a:p>
            <a:endParaRPr lang="en-IN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84195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71235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 advTm="1500">
        <p15:prstTrans prst="drape"/>
      </p:transition>
    </mc:Choice>
    <mc:Fallback>
      <p:transition spd="slow" advTm="15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</TotalTime>
  <Words>195</Words>
  <Application>Microsoft Office PowerPoint</Application>
  <PresentationFormat>Widescreen</PresentationFormat>
  <Paragraphs>71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Book Antiqua</vt:lpstr>
      <vt:lpstr>Wingdings</vt:lpstr>
      <vt:lpstr>Office Theme</vt:lpstr>
      <vt:lpstr>DIGITAL INDIA </vt:lpstr>
      <vt:lpstr>What is Digital India ?</vt:lpstr>
      <vt:lpstr>Major Areas of Digital India</vt:lpstr>
      <vt:lpstr>Digital Services We Use</vt:lpstr>
      <vt:lpstr>PowerPoint Presentation</vt:lpstr>
      <vt:lpstr>Growth Of Digital Payment</vt:lpstr>
      <vt:lpstr> Benefits Of Digital Technology</vt:lpstr>
      <vt:lpstr>Create a visually attractive diagram showing</vt:lpstr>
      <vt:lpstr>Future Of Digital India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Maurya</dc:creator>
  <cp:lastModifiedBy>Khushi Maurya</cp:lastModifiedBy>
  <cp:revision>3</cp:revision>
  <dcterms:created xsi:type="dcterms:W3CDTF">2026-09-16T07:39:07Z</dcterms:created>
  <dcterms:modified xsi:type="dcterms:W3CDTF">2026-09-16T09:20:10Z</dcterms:modified>
</cp:coreProperties>
</file>